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256" r:id="rId2"/>
    <p:sldId id="264" r:id="rId3"/>
    <p:sldId id="268" r:id="rId4"/>
    <p:sldId id="273" r:id="rId5"/>
    <p:sldId id="272" r:id="rId6"/>
    <p:sldId id="275" r:id="rId7"/>
    <p:sldId id="277" r:id="rId8"/>
    <p:sldId id="279" r:id="rId9"/>
    <p:sldId id="280" r:id="rId10"/>
    <p:sldId id="282" r:id="rId11"/>
    <p:sldId id="283" r:id="rId12"/>
    <p:sldId id="265" r:id="rId13"/>
    <p:sldId id="284" r:id="rId14"/>
    <p:sldId id="259" r:id="rId15"/>
    <p:sldId id="288" r:id="rId16"/>
    <p:sldId id="286" r:id="rId17"/>
    <p:sldId id="261" r:id="rId18"/>
    <p:sldId id="333" r:id="rId19"/>
    <p:sldId id="332" r:id="rId20"/>
    <p:sldId id="334" r:id="rId21"/>
    <p:sldId id="335" r:id="rId22"/>
    <p:sldId id="336" r:id="rId23"/>
    <p:sldId id="290" r:id="rId24"/>
    <p:sldId id="293" r:id="rId25"/>
    <p:sldId id="294" r:id="rId26"/>
    <p:sldId id="291" r:id="rId27"/>
    <p:sldId id="295" r:id="rId28"/>
    <p:sldId id="325" r:id="rId29"/>
    <p:sldId id="298" r:id="rId30"/>
    <p:sldId id="369" r:id="rId31"/>
    <p:sldId id="304" r:id="rId32"/>
    <p:sldId id="367" r:id="rId33"/>
    <p:sldId id="376" r:id="rId34"/>
    <p:sldId id="375" r:id="rId35"/>
    <p:sldId id="299" r:id="rId36"/>
    <p:sldId id="340" r:id="rId37"/>
    <p:sldId id="342" r:id="rId38"/>
    <p:sldId id="296" r:id="rId39"/>
    <p:sldId id="301" r:id="rId40"/>
    <p:sldId id="370" r:id="rId41"/>
    <p:sldId id="310" r:id="rId42"/>
    <p:sldId id="306" r:id="rId43"/>
    <p:sldId id="307" r:id="rId44"/>
    <p:sldId id="314" r:id="rId45"/>
    <p:sldId id="315" r:id="rId46"/>
    <p:sldId id="343" r:id="rId47"/>
    <p:sldId id="359" r:id="rId48"/>
    <p:sldId id="344" r:id="rId49"/>
    <p:sldId id="320" r:id="rId50"/>
    <p:sldId id="322" r:id="rId51"/>
    <p:sldId id="323" r:id="rId52"/>
    <p:sldId id="321" r:id="rId53"/>
    <p:sldId id="348" r:id="rId54"/>
    <p:sldId id="349" r:id="rId55"/>
    <p:sldId id="350" r:id="rId56"/>
    <p:sldId id="351" r:id="rId57"/>
    <p:sldId id="361" r:id="rId58"/>
    <p:sldId id="353" r:id="rId59"/>
    <p:sldId id="366" r:id="rId60"/>
    <p:sldId id="355" r:id="rId61"/>
    <p:sldId id="356" r:id="rId62"/>
    <p:sldId id="364" r:id="rId63"/>
    <p:sldId id="360" r:id="rId64"/>
    <p:sldId id="365" r:id="rId65"/>
    <p:sldId id="362" r:id="rId66"/>
    <p:sldId id="371" r:id="rId67"/>
    <p:sldId id="378" r:id="rId68"/>
    <p:sldId id="372" r:id="rId69"/>
    <p:sldId id="373" r:id="rId70"/>
    <p:sldId id="281" r:id="rId71"/>
    <p:sldId id="377" r:id="rId7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5E3BCA5-DE58-7545-0C09-25CCD6A5FC04}" name="Lucie Fontaine" initials="LF" userId="S::lucie.fontaine@u-bordeaux.fr::2c6b0298-177f-4237-a83e-8637e19304d5"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2680" autoAdjust="0"/>
  </p:normalViewPr>
  <p:slideViewPr>
    <p:cSldViewPr snapToGrid="0">
      <p:cViewPr>
        <p:scale>
          <a:sx n="200" d="100"/>
          <a:sy n="200" d="100"/>
        </p:scale>
        <p:origin x="-4116" y="6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79" Type="http://schemas.microsoft.com/office/2018/10/relationships/authors" Targe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e Fontaine" userId="2c6b0298-177f-4237-a83e-8637e19304d5" providerId="ADAL" clId="{38FDF7CA-A37A-44C1-A812-A8007AC22127}"/>
    <pc:docChg chg="undo redo custSel addSld delSld modSld sldOrd">
      <pc:chgData name="Lucie Fontaine" userId="2c6b0298-177f-4237-a83e-8637e19304d5" providerId="ADAL" clId="{38FDF7CA-A37A-44C1-A812-A8007AC22127}" dt="2026-04-29T14:47:04.923" v="23031" actId="1076"/>
      <pc:docMkLst>
        <pc:docMk/>
      </pc:docMkLst>
      <pc:sldChg chg="addSp delSp modSp mod">
        <pc:chgData name="Lucie Fontaine" userId="2c6b0298-177f-4237-a83e-8637e19304d5" providerId="ADAL" clId="{38FDF7CA-A37A-44C1-A812-A8007AC22127}" dt="2026-04-24T08:09:55.275" v="22038" actId="478"/>
        <pc:sldMkLst>
          <pc:docMk/>
          <pc:sldMk cId="4258211862" sldId="256"/>
        </pc:sldMkLst>
        <pc:spChg chg="mod">
          <ac:chgData name="Lucie Fontaine" userId="2c6b0298-177f-4237-a83e-8637e19304d5" providerId="ADAL" clId="{38FDF7CA-A37A-44C1-A812-A8007AC22127}" dt="2026-04-24T07:07:23.355" v="21948" actId="20577"/>
          <ac:spMkLst>
            <pc:docMk/>
            <pc:sldMk cId="4258211862" sldId="256"/>
            <ac:spMk id="3" creationId="{98C3BF71-0A96-DDB7-EC48-F7C671938681}"/>
          </ac:spMkLst>
        </pc:spChg>
        <pc:spChg chg="add del mod">
          <ac:chgData name="Lucie Fontaine" userId="2c6b0298-177f-4237-a83e-8637e19304d5" providerId="ADAL" clId="{38FDF7CA-A37A-44C1-A812-A8007AC22127}" dt="2026-04-24T08:09:55.275" v="22038" actId="478"/>
          <ac:spMkLst>
            <pc:docMk/>
            <pc:sldMk cId="4258211862" sldId="256"/>
            <ac:spMk id="5" creationId="{B35F4E79-9E13-6E0D-64D9-240915DED6D2}"/>
          </ac:spMkLst>
        </pc:spChg>
      </pc:sldChg>
      <pc:sldChg chg="modSp del mod modShow modNotesTx">
        <pc:chgData name="Lucie Fontaine" userId="2c6b0298-177f-4237-a83e-8637e19304d5" providerId="ADAL" clId="{38FDF7CA-A37A-44C1-A812-A8007AC22127}" dt="2026-04-24T07:06:50.524" v="21917" actId="2696"/>
        <pc:sldMkLst>
          <pc:docMk/>
          <pc:sldMk cId="60077276" sldId="257"/>
        </pc:sldMkLst>
        <pc:spChg chg="mod">
          <ac:chgData name="Lucie Fontaine" userId="2c6b0298-177f-4237-a83e-8637e19304d5" providerId="ADAL" clId="{38FDF7CA-A37A-44C1-A812-A8007AC22127}" dt="2026-04-13T07:04:24.923" v="131" actId="20577"/>
          <ac:spMkLst>
            <pc:docMk/>
            <pc:sldMk cId="60077276" sldId="257"/>
            <ac:spMk id="3" creationId="{6DDE3F71-0B63-1635-D5A8-0CAB9FD27BB8}"/>
          </ac:spMkLst>
        </pc:spChg>
      </pc:sldChg>
      <pc:sldChg chg="addSp delSp modSp mod modClrScheme chgLayout">
        <pc:chgData name="Lucie Fontaine" userId="2c6b0298-177f-4237-a83e-8637e19304d5" providerId="ADAL" clId="{38FDF7CA-A37A-44C1-A812-A8007AC22127}" dt="2026-04-23T06:31:56.871" v="17736" actId="1076"/>
        <pc:sldMkLst>
          <pc:docMk/>
          <pc:sldMk cId="2977862656" sldId="259"/>
        </pc:sldMkLst>
        <pc:spChg chg="mod ord">
          <ac:chgData name="Lucie Fontaine" userId="2c6b0298-177f-4237-a83e-8637e19304d5" providerId="ADAL" clId="{38FDF7CA-A37A-44C1-A812-A8007AC22127}" dt="2026-04-15T14:45:51.150" v="5987" actId="700"/>
          <ac:spMkLst>
            <pc:docMk/>
            <pc:sldMk cId="2977862656" sldId="259"/>
            <ac:spMk id="2" creationId="{27D64A2A-9650-DBF1-A5BB-403D4F920C79}"/>
          </ac:spMkLst>
        </pc:spChg>
        <pc:spChg chg="add mod">
          <ac:chgData name="Lucie Fontaine" userId="2c6b0298-177f-4237-a83e-8637e19304d5" providerId="ADAL" clId="{38FDF7CA-A37A-44C1-A812-A8007AC22127}" dt="2026-04-23T06:31:56.871" v="17736" actId="1076"/>
          <ac:spMkLst>
            <pc:docMk/>
            <pc:sldMk cId="2977862656" sldId="259"/>
            <ac:spMk id="3" creationId="{1DD46262-B32A-FDC4-436B-073C50E7D055}"/>
          </ac:spMkLst>
        </pc:spChg>
        <pc:spChg chg="del mod ord">
          <ac:chgData name="Lucie Fontaine" userId="2c6b0298-177f-4237-a83e-8637e19304d5" providerId="ADAL" clId="{38FDF7CA-A37A-44C1-A812-A8007AC22127}" dt="2026-04-15T14:45:51.150" v="5987" actId="700"/>
          <ac:spMkLst>
            <pc:docMk/>
            <pc:sldMk cId="2977862656" sldId="259"/>
            <ac:spMk id="3" creationId="{8BED3CD9-7F22-2A04-B18D-B8A973E09032}"/>
          </ac:spMkLst>
        </pc:spChg>
        <pc:spChg chg="add del mod ord">
          <ac:chgData name="Lucie Fontaine" userId="2c6b0298-177f-4237-a83e-8637e19304d5" providerId="ADAL" clId="{38FDF7CA-A37A-44C1-A812-A8007AC22127}" dt="2026-04-15T14:45:53.084" v="5989"/>
          <ac:spMkLst>
            <pc:docMk/>
            <pc:sldMk cId="2977862656" sldId="259"/>
            <ac:spMk id="4" creationId="{C19C18C2-21A3-1A73-111C-9DE4D6B03C1C}"/>
          </ac:spMkLst>
        </pc:spChg>
        <pc:spChg chg="add del mod ord">
          <ac:chgData name="Lucie Fontaine" userId="2c6b0298-177f-4237-a83e-8637e19304d5" providerId="ADAL" clId="{38FDF7CA-A37A-44C1-A812-A8007AC22127}" dt="2026-04-15T15:02:49.609" v="6013" actId="931"/>
          <ac:spMkLst>
            <pc:docMk/>
            <pc:sldMk cId="2977862656" sldId="259"/>
            <ac:spMk id="5" creationId="{2703901E-0BD1-917C-528B-D078E31C73E3}"/>
          </ac:spMkLst>
        </pc:spChg>
        <pc:spChg chg="add mod">
          <ac:chgData name="Lucie Fontaine" userId="2c6b0298-177f-4237-a83e-8637e19304d5" providerId="ADAL" clId="{38FDF7CA-A37A-44C1-A812-A8007AC22127}" dt="2026-04-15T14:46:35.995" v="5998" actId="1076"/>
          <ac:spMkLst>
            <pc:docMk/>
            <pc:sldMk cId="2977862656" sldId="259"/>
            <ac:spMk id="7" creationId="{827EF19C-D2DB-A6A8-2D86-9AAAAEBD6945}"/>
          </ac:spMkLst>
        </pc:spChg>
        <pc:spChg chg="add mod">
          <ac:chgData name="Lucie Fontaine" userId="2c6b0298-177f-4237-a83e-8637e19304d5" providerId="ADAL" clId="{38FDF7CA-A37A-44C1-A812-A8007AC22127}" dt="2026-04-23T06:31:56.871" v="17736" actId="1076"/>
          <ac:spMkLst>
            <pc:docMk/>
            <pc:sldMk cId="2977862656" sldId="259"/>
            <ac:spMk id="8" creationId="{EDC4BFA0-F582-4EBC-1A05-EB178998BF7C}"/>
          </ac:spMkLst>
        </pc:spChg>
        <pc:spChg chg="add mod">
          <ac:chgData name="Lucie Fontaine" userId="2c6b0298-177f-4237-a83e-8637e19304d5" providerId="ADAL" clId="{38FDF7CA-A37A-44C1-A812-A8007AC22127}" dt="2026-04-23T06:31:56.871" v="17736" actId="1076"/>
          <ac:spMkLst>
            <pc:docMk/>
            <pc:sldMk cId="2977862656" sldId="259"/>
            <ac:spMk id="9" creationId="{DC0F17EC-951E-58E8-0B4B-5E9F4C4DDF16}"/>
          </ac:spMkLst>
        </pc:spChg>
        <pc:spChg chg="add mod">
          <ac:chgData name="Lucie Fontaine" userId="2c6b0298-177f-4237-a83e-8637e19304d5" providerId="ADAL" clId="{38FDF7CA-A37A-44C1-A812-A8007AC22127}" dt="2026-04-15T14:59:33.933" v="6004" actId="1076"/>
          <ac:spMkLst>
            <pc:docMk/>
            <pc:sldMk cId="2977862656" sldId="259"/>
            <ac:spMk id="11" creationId="{FBD360EB-43EB-8BC9-7799-169F66CC97D6}"/>
          </ac:spMkLst>
        </pc:spChg>
        <pc:spChg chg="add mod">
          <ac:chgData name="Lucie Fontaine" userId="2c6b0298-177f-4237-a83e-8637e19304d5" providerId="ADAL" clId="{38FDF7CA-A37A-44C1-A812-A8007AC22127}" dt="2026-04-15T14:59:33.933" v="6004" actId="1076"/>
          <ac:spMkLst>
            <pc:docMk/>
            <pc:sldMk cId="2977862656" sldId="259"/>
            <ac:spMk id="12" creationId="{51613F6A-1B53-4F21-3016-43415FE4DF28}"/>
          </ac:spMkLst>
        </pc:spChg>
        <pc:spChg chg="add mod">
          <ac:chgData name="Lucie Fontaine" userId="2c6b0298-177f-4237-a83e-8637e19304d5" providerId="ADAL" clId="{38FDF7CA-A37A-44C1-A812-A8007AC22127}" dt="2026-04-15T14:59:33.933" v="6004" actId="1076"/>
          <ac:spMkLst>
            <pc:docMk/>
            <pc:sldMk cId="2977862656" sldId="259"/>
            <ac:spMk id="13" creationId="{EB7F4E73-2344-8D74-C8FB-83C7D76579AF}"/>
          </ac:spMkLst>
        </pc:spChg>
        <pc:spChg chg="add mod">
          <ac:chgData name="Lucie Fontaine" userId="2c6b0298-177f-4237-a83e-8637e19304d5" providerId="ADAL" clId="{38FDF7CA-A37A-44C1-A812-A8007AC22127}" dt="2026-04-15T14:59:33.933" v="6004" actId="1076"/>
          <ac:spMkLst>
            <pc:docMk/>
            <pc:sldMk cId="2977862656" sldId="259"/>
            <ac:spMk id="14" creationId="{34E2641E-3898-8D61-C8E4-9EE4FB240DCF}"/>
          </ac:spMkLst>
        </pc:spChg>
        <pc:picChg chg="add mod">
          <ac:chgData name="Lucie Fontaine" userId="2c6b0298-177f-4237-a83e-8637e19304d5" providerId="ADAL" clId="{38FDF7CA-A37A-44C1-A812-A8007AC22127}" dt="2026-04-15T14:45:53.084" v="5989"/>
          <ac:picMkLst>
            <pc:docMk/>
            <pc:sldMk cId="2977862656" sldId="259"/>
            <ac:picMk id="6" creationId="{69582698-7313-B5F0-D1ED-8091F85D1C47}"/>
          </ac:picMkLst>
        </pc:picChg>
        <pc:picChg chg="add mod">
          <ac:chgData name="Lucie Fontaine" userId="2c6b0298-177f-4237-a83e-8637e19304d5" providerId="ADAL" clId="{38FDF7CA-A37A-44C1-A812-A8007AC22127}" dt="2026-04-23T06:31:56.871" v="17736" actId="1076"/>
          <ac:picMkLst>
            <pc:docMk/>
            <pc:sldMk cId="2977862656" sldId="259"/>
            <ac:picMk id="19" creationId="{2A4B215E-2F41-1E67-B927-1F95B50C707B}"/>
          </ac:picMkLst>
        </pc:picChg>
        <pc:picChg chg="add mod">
          <ac:chgData name="Lucie Fontaine" userId="2c6b0298-177f-4237-a83e-8637e19304d5" providerId="ADAL" clId="{38FDF7CA-A37A-44C1-A812-A8007AC22127}" dt="2026-04-15T15:01:38.741" v="6007"/>
          <ac:picMkLst>
            <pc:docMk/>
            <pc:sldMk cId="2977862656" sldId="259"/>
            <ac:picMk id="3074" creationId="{65581714-9E6F-12FA-7807-8452D9BE8AF4}"/>
          </ac:picMkLst>
        </pc:picChg>
        <pc:picChg chg="add del mod">
          <ac:chgData name="Lucie Fontaine" userId="2c6b0298-177f-4237-a83e-8637e19304d5" providerId="ADAL" clId="{38FDF7CA-A37A-44C1-A812-A8007AC22127}" dt="2026-04-15T15:02:01.397" v="6012" actId="21"/>
          <ac:picMkLst>
            <pc:docMk/>
            <pc:sldMk cId="2977862656" sldId="259"/>
            <ac:picMk id="3076" creationId="{0F323D7C-554A-3CFE-5877-50A362854A1D}"/>
          </ac:picMkLst>
        </pc:picChg>
        <pc:cxnChg chg="add del">
          <ac:chgData name="Lucie Fontaine" userId="2c6b0298-177f-4237-a83e-8637e19304d5" providerId="ADAL" clId="{38FDF7CA-A37A-44C1-A812-A8007AC22127}" dt="2026-04-23T06:30:56.814" v="17710" actId="478"/>
          <ac:cxnSpMkLst>
            <pc:docMk/>
            <pc:sldMk cId="2977862656" sldId="259"/>
            <ac:cxnSpMk id="5" creationId="{7DBF89A4-D03B-6A4E-316C-EEE3F35871B3}"/>
          </ac:cxnSpMkLst>
        </pc:cxnChg>
        <pc:cxnChg chg="add del mod">
          <ac:chgData name="Lucie Fontaine" userId="2c6b0298-177f-4237-a83e-8637e19304d5" providerId="ADAL" clId="{38FDF7CA-A37A-44C1-A812-A8007AC22127}" dt="2026-04-15T15:04:27.152" v="6015" actId="478"/>
          <ac:cxnSpMkLst>
            <pc:docMk/>
            <pc:sldMk cId="2977862656" sldId="259"/>
            <ac:cxnSpMk id="9" creationId="{0F2F1A5D-F4A5-E443-3A71-BF3AE58F09DD}"/>
          </ac:cxnSpMkLst>
        </pc:cxnChg>
        <pc:cxnChg chg="add mod">
          <ac:chgData name="Lucie Fontaine" userId="2c6b0298-177f-4237-a83e-8637e19304d5" providerId="ADAL" clId="{38FDF7CA-A37A-44C1-A812-A8007AC22127}" dt="2026-04-15T14:59:33.933" v="6004" actId="1076"/>
          <ac:cxnSpMkLst>
            <pc:docMk/>
            <pc:sldMk cId="2977862656" sldId="259"/>
            <ac:cxnSpMk id="15" creationId="{DD25EE3A-EEC8-7687-6301-A8702F05401D}"/>
          </ac:cxnSpMkLst>
        </pc:cxnChg>
        <pc:cxnChg chg="add mod">
          <ac:chgData name="Lucie Fontaine" userId="2c6b0298-177f-4237-a83e-8637e19304d5" providerId="ADAL" clId="{38FDF7CA-A37A-44C1-A812-A8007AC22127}" dt="2026-04-15T14:59:33.933" v="6004" actId="1076"/>
          <ac:cxnSpMkLst>
            <pc:docMk/>
            <pc:sldMk cId="2977862656" sldId="259"/>
            <ac:cxnSpMk id="16" creationId="{4239541E-0C2E-6E05-9052-0B95326FD6C1}"/>
          </ac:cxnSpMkLst>
        </pc:cxnChg>
        <pc:cxnChg chg="add mod">
          <ac:chgData name="Lucie Fontaine" userId="2c6b0298-177f-4237-a83e-8637e19304d5" providerId="ADAL" clId="{38FDF7CA-A37A-44C1-A812-A8007AC22127}" dt="2026-04-15T14:59:33.933" v="6004" actId="1076"/>
          <ac:cxnSpMkLst>
            <pc:docMk/>
            <pc:sldMk cId="2977862656" sldId="259"/>
            <ac:cxnSpMk id="17" creationId="{D1492CFC-74D8-DFF1-A8F5-AF5725FBAC71}"/>
          </ac:cxnSpMkLst>
        </pc:cxnChg>
      </pc:sldChg>
      <pc:sldChg chg="modSp del mod">
        <pc:chgData name="Lucie Fontaine" userId="2c6b0298-177f-4237-a83e-8637e19304d5" providerId="ADAL" clId="{38FDF7CA-A37A-44C1-A812-A8007AC22127}" dt="2026-04-16T07:52:59.545" v="6830" actId="2696"/>
        <pc:sldMkLst>
          <pc:docMk/>
          <pc:sldMk cId="1823020470" sldId="260"/>
        </pc:sldMkLst>
        <pc:spChg chg="mod">
          <ac:chgData name="Lucie Fontaine" userId="2c6b0298-177f-4237-a83e-8637e19304d5" providerId="ADAL" clId="{38FDF7CA-A37A-44C1-A812-A8007AC22127}" dt="2026-04-16T06:41:04.143" v="6220" actId="20577"/>
          <ac:spMkLst>
            <pc:docMk/>
            <pc:sldMk cId="1823020470" sldId="260"/>
            <ac:spMk id="2" creationId="{A681E27A-F909-C444-651B-39DC091CF73D}"/>
          </ac:spMkLst>
        </pc:spChg>
      </pc:sldChg>
      <pc:sldChg chg="addSp delSp modSp mod modClrScheme chgLayout modNotesTx">
        <pc:chgData name="Lucie Fontaine" userId="2c6b0298-177f-4237-a83e-8637e19304d5" providerId="ADAL" clId="{38FDF7CA-A37A-44C1-A812-A8007AC22127}" dt="2026-04-24T06:43:26.068" v="21684" actId="20577"/>
        <pc:sldMkLst>
          <pc:docMk/>
          <pc:sldMk cId="14037145" sldId="261"/>
        </pc:sldMkLst>
        <pc:spChg chg="mod ord">
          <ac:chgData name="Lucie Fontaine" userId="2c6b0298-177f-4237-a83e-8637e19304d5" providerId="ADAL" clId="{38FDF7CA-A37A-44C1-A812-A8007AC22127}" dt="2026-04-24T06:43:26.068" v="21684" actId="20577"/>
          <ac:spMkLst>
            <pc:docMk/>
            <pc:sldMk cId="14037145" sldId="261"/>
            <ac:spMk id="2" creationId="{36A1B1CD-9497-FCE5-D306-1649357986A7}"/>
          </ac:spMkLst>
        </pc:spChg>
        <pc:spChg chg="del mod ord">
          <ac:chgData name="Lucie Fontaine" userId="2c6b0298-177f-4237-a83e-8637e19304d5" providerId="ADAL" clId="{38FDF7CA-A37A-44C1-A812-A8007AC22127}" dt="2026-04-16T08:01:37.413" v="6831" actId="700"/>
          <ac:spMkLst>
            <pc:docMk/>
            <pc:sldMk cId="14037145" sldId="261"/>
            <ac:spMk id="3" creationId="{02C844DB-BE46-C6DA-F32D-51CFC40E66A6}"/>
          </ac:spMkLst>
        </pc:spChg>
        <pc:spChg chg="add mod ord">
          <ac:chgData name="Lucie Fontaine" userId="2c6b0298-177f-4237-a83e-8637e19304d5" providerId="ADAL" clId="{38FDF7CA-A37A-44C1-A812-A8007AC22127}" dt="2026-04-16T08:15:42.911" v="7046" actId="1076"/>
          <ac:spMkLst>
            <pc:docMk/>
            <pc:sldMk cId="14037145" sldId="261"/>
            <ac:spMk id="4" creationId="{5C4FF451-34CE-575F-F52A-5A9DD6BBE107}"/>
          </ac:spMkLst>
        </pc:spChg>
        <pc:spChg chg="add mod ord">
          <ac:chgData name="Lucie Fontaine" userId="2c6b0298-177f-4237-a83e-8637e19304d5" providerId="ADAL" clId="{38FDF7CA-A37A-44C1-A812-A8007AC22127}" dt="2026-04-16T12:25:59.108" v="8156" actId="20577"/>
          <ac:spMkLst>
            <pc:docMk/>
            <pc:sldMk cId="14037145" sldId="261"/>
            <ac:spMk id="5" creationId="{6D8B57DE-AB20-FDDB-A0F4-5B11D422F934}"/>
          </ac:spMkLst>
        </pc:spChg>
        <pc:spChg chg="mod">
          <ac:chgData name="Lucie Fontaine" userId="2c6b0298-177f-4237-a83e-8637e19304d5" providerId="ADAL" clId="{38FDF7CA-A37A-44C1-A812-A8007AC22127}" dt="2026-04-16T08:01:38.577" v="6832"/>
          <ac:spMkLst>
            <pc:docMk/>
            <pc:sldMk cId="14037145" sldId="261"/>
            <ac:spMk id="10" creationId="{9846FD53-A22D-273A-C26E-B7C46F99B61D}"/>
          </ac:spMkLst>
        </pc:spChg>
        <pc:spChg chg="mod">
          <ac:chgData name="Lucie Fontaine" userId="2c6b0298-177f-4237-a83e-8637e19304d5" providerId="ADAL" clId="{38FDF7CA-A37A-44C1-A812-A8007AC22127}" dt="2026-04-16T08:01:38.577" v="6832"/>
          <ac:spMkLst>
            <pc:docMk/>
            <pc:sldMk cId="14037145" sldId="261"/>
            <ac:spMk id="11" creationId="{E5B0BADC-A771-5416-CFB7-EF789A673885}"/>
          </ac:spMkLst>
        </pc:spChg>
        <pc:spChg chg="mod">
          <ac:chgData name="Lucie Fontaine" userId="2c6b0298-177f-4237-a83e-8637e19304d5" providerId="ADAL" clId="{38FDF7CA-A37A-44C1-A812-A8007AC22127}" dt="2026-04-16T08:01:38.577" v="6832"/>
          <ac:spMkLst>
            <pc:docMk/>
            <pc:sldMk cId="14037145" sldId="261"/>
            <ac:spMk id="12" creationId="{750E7DDD-CEC5-14A8-C4F1-18F214A192C7}"/>
          </ac:spMkLst>
        </pc:spChg>
        <pc:spChg chg="mod">
          <ac:chgData name="Lucie Fontaine" userId="2c6b0298-177f-4237-a83e-8637e19304d5" providerId="ADAL" clId="{38FDF7CA-A37A-44C1-A812-A8007AC22127}" dt="2026-04-16T08:01:38.577" v="6832"/>
          <ac:spMkLst>
            <pc:docMk/>
            <pc:sldMk cId="14037145" sldId="261"/>
            <ac:spMk id="13" creationId="{92240C3D-19DD-D9F6-5D82-56144E9EA20A}"/>
          </ac:spMkLst>
        </pc:spChg>
        <pc:spChg chg="mod">
          <ac:chgData name="Lucie Fontaine" userId="2c6b0298-177f-4237-a83e-8637e19304d5" providerId="ADAL" clId="{38FDF7CA-A37A-44C1-A812-A8007AC22127}" dt="2026-04-16T08:01:38.577" v="6832"/>
          <ac:spMkLst>
            <pc:docMk/>
            <pc:sldMk cId="14037145" sldId="261"/>
            <ac:spMk id="14" creationId="{48F9723E-2FD2-58C0-28E0-8A4660A4D4AB}"/>
          </ac:spMkLst>
        </pc:spChg>
        <pc:spChg chg="mod">
          <ac:chgData name="Lucie Fontaine" userId="2c6b0298-177f-4237-a83e-8637e19304d5" providerId="ADAL" clId="{38FDF7CA-A37A-44C1-A812-A8007AC22127}" dt="2026-04-16T08:01:38.577" v="6832"/>
          <ac:spMkLst>
            <pc:docMk/>
            <pc:sldMk cId="14037145" sldId="261"/>
            <ac:spMk id="15" creationId="{33EE91C7-06ED-FD43-6FB8-56BD611EC3B0}"/>
          </ac:spMkLst>
        </pc:spChg>
        <pc:spChg chg="mod">
          <ac:chgData name="Lucie Fontaine" userId="2c6b0298-177f-4237-a83e-8637e19304d5" providerId="ADAL" clId="{38FDF7CA-A37A-44C1-A812-A8007AC22127}" dt="2026-04-16T08:01:38.577" v="6832"/>
          <ac:spMkLst>
            <pc:docMk/>
            <pc:sldMk cId="14037145" sldId="261"/>
            <ac:spMk id="27" creationId="{878D7C29-B744-376D-6AF2-DD4A7288413B}"/>
          </ac:spMkLst>
        </pc:spChg>
        <pc:spChg chg="mod">
          <ac:chgData name="Lucie Fontaine" userId="2c6b0298-177f-4237-a83e-8637e19304d5" providerId="ADAL" clId="{38FDF7CA-A37A-44C1-A812-A8007AC22127}" dt="2026-04-16T08:01:38.577" v="6832"/>
          <ac:spMkLst>
            <pc:docMk/>
            <pc:sldMk cId="14037145" sldId="261"/>
            <ac:spMk id="29" creationId="{134215CD-1ACC-906B-A3A5-2099517ECB02}"/>
          </ac:spMkLst>
        </pc:spChg>
        <pc:spChg chg="mod">
          <ac:chgData name="Lucie Fontaine" userId="2c6b0298-177f-4237-a83e-8637e19304d5" providerId="ADAL" clId="{38FDF7CA-A37A-44C1-A812-A8007AC22127}" dt="2026-04-16T08:01:41.455" v="6834"/>
          <ac:spMkLst>
            <pc:docMk/>
            <pc:sldMk cId="14037145" sldId="261"/>
            <ac:spMk id="35" creationId="{F90CF65C-9F17-DAFC-CEC5-B10576148F5A}"/>
          </ac:spMkLst>
        </pc:spChg>
        <pc:spChg chg="mod">
          <ac:chgData name="Lucie Fontaine" userId="2c6b0298-177f-4237-a83e-8637e19304d5" providerId="ADAL" clId="{38FDF7CA-A37A-44C1-A812-A8007AC22127}" dt="2026-04-16T08:01:41.455" v="6834"/>
          <ac:spMkLst>
            <pc:docMk/>
            <pc:sldMk cId="14037145" sldId="261"/>
            <ac:spMk id="36" creationId="{ACD6548A-B028-248B-7A06-0E856DCB79E2}"/>
          </ac:spMkLst>
        </pc:spChg>
        <pc:spChg chg="mod">
          <ac:chgData name="Lucie Fontaine" userId="2c6b0298-177f-4237-a83e-8637e19304d5" providerId="ADAL" clId="{38FDF7CA-A37A-44C1-A812-A8007AC22127}" dt="2026-04-16T08:01:41.455" v="6834"/>
          <ac:spMkLst>
            <pc:docMk/>
            <pc:sldMk cId="14037145" sldId="261"/>
            <ac:spMk id="37" creationId="{126C621A-611B-BA7E-303D-08E1021DC312}"/>
          </ac:spMkLst>
        </pc:spChg>
        <pc:spChg chg="mod">
          <ac:chgData name="Lucie Fontaine" userId="2c6b0298-177f-4237-a83e-8637e19304d5" providerId="ADAL" clId="{38FDF7CA-A37A-44C1-A812-A8007AC22127}" dt="2026-04-16T08:01:41.455" v="6834"/>
          <ac:spMkLst>
            <pc:docMk/>
            <pc:sldMk cId="14037145" sldId="261"/>
            <ac:spMk id="38" creationId="{D11244F0-2C2E-8867-815C-B9F0AB801B4C}"/>
          </ac:spMkLst>
        </pc:spChg>
        <pc:spChg chg="mod">
          <ac:chgData name="Lucie Fontaine" userId="2c6b0298-177f-4237-a83e-8637e19304d5" providerId="ADAL" clId="{38FDF7CA-A37A-44C1-A812-A8007AC22127}" dt="2026-04-16T08:05:46.940" v="6891" actId="1076"/>
          <ac:spMkLst>
            <pc:docMk/>
            <pc:sldMk cId="14037145" sldId="261"/>
            <ac:spMk id="39" creationId="{D656B0BA-2DA3-9EA4-92F1-768C84719564}"/>
          </ac:spMkLst>
        </pc:spChg>
        <pc:spChg chg="mod">
          <ac:chgData name="Lucie Fontaine" userId="2c6b0298-177f-4237-a83e-8637e19304d5" providerId="ADAL" clId="{38FDF7CA-A37A-44C1-A812-A8007AC22127}" dt="2026-04-16T08:01:41.455" v="6834"/>
          <ac:spMkLst>
            <pc:docMk/>
            <pc:sldMk cId="14037145" sldId="261"/>
            <ac:spMk id="40" creationId="{C3473040-9591-5AF8-D6AF-B8D61BA99169}"/>
          </ac:spMkLst>
        </pc:spChg>
        <pc:spChg chg="mod">
          <ac:chgData name="Lucie Fontaine" userId="2c6b0298-177f-4237-a83e-8637e19304d5" providerId="ADAL" clId="{38FDF7CA-A37A-44C1-A812-A8007AC22127}" dt="2026-04-16T08:01:41.455" v="6834"/>
          <ac:spMkLst>
            <pc:docMk/>
            <pc:sldMk cId="14037145" sldId="261"/>
            <ac:spMk id="52" creationId="{4DE208E7-0098-F3B7-8B8D-48EC67DCF407}"/>
          </ac:spMkLst>
        </pc:spChg>
        <pc:spChg chg="mod">
          <ac:chgData name="Lucie Fontaine" userId="2c6b0298-177f-4237-a83e-8637e19304d5" providerId="ADAL" clId="{38FDF7CA-A37A-44C1-A812-A8007AC22127}" dt="2026-04-16T08:01:41.455" v="6834"/>
          <ac:spMkLst>
            <pc:docMk/>
            <pc:sldMk cId="14037145" sldId="261"/>
            <ac:spMk id="54" creationId="{117DD928-DF82-970C-60C4-3B5E56DCDA2E}"/>
          </ac:spMkLst>
        </pc:spChg>
        <pc:spChg chg="add del mod">
          <ac:chgData name="Lucie Fontaine" userId="2c6b0298-177f-4237-a83e-8637e19304d5" providerId="ADAL" clId="{38FDF7CA-A37A-44C1-A812-A8007AC22127}" dt="2026-04-16T08:07:40.336" v="6918" actId="21"/>
          <ac:spMkLst>
            <pc:docMk/>
            <pc:sldMk cId="14037145" sldId="261"/>
            <ac:spMk id="56" creationId="{656E56EB-C40F-7B28-C321-A78F30A8F815}"/>
          </ac:spMkLst>
        </pc:spChg>
        <pc:spChg chg="add del mod">
          <ac:chgData name="Lucie Fontaine" userId="2c6b0298-177f-4237-a83e-8637e19304d5" providerId="ADAL" clId="{38FDF7CA-A37A-44C1-A812-A8007AC22127}" dt="2026-04-16T08:07:40.336" v="6918" actId="21"/>
          <ac:spMkLst>
            <pc:docMk/>
            <pc:sldMk cId="14037145" sldId="261"/>
            <ac:spMk id="57" creationId="{1AD24BDF-B0B7-5CFB-FCD7-28A35661DDDD}"/>
          </ac:spMkLst>
        </pc:spChg>
        <pc:spChg chg="add del mod">
          <ac:chgData name="Lucie Fontaine" userId="2c6b0298-177f-4237-a83e-8637e19304d5" providerId="ADAL" clId="{38FDF7CA-A37A-44C1-A812-A8007AC22127}" dt="2026-04-16T08:11:39.443" v="7007" actId="478"/>
          <ac:spMkLst>
            <pc:docMk/>
            <pc:sldMk cId="14037145" sldId="261"/>
            <ac:spMk id="67" creationId="{656E56EB-C40F-7B28-C321-A78F30A8F815}"/>
          </ac:spMkLst>
        </pc:spChg>
        <pc:spChg chg="add del mod">
          <ac:chgData name="Lucie Fontaine" userId="2c6b0298-177f-4237-a83e-8637e19304d5" providerId="ADAL" clId="{38FDF7CA-A37A-44C1-A812-A8007AC22127}" dt="2026-04-16T08:11:39.443" v="7007" actId="478"/>
          <ac:spMkLst>
            <pc:docMk/>
            <pc:sldMk cId="14037145" sldId="261"/>
            <ac:spMk id="68" creationId="{1AD24BDF-B0B7-5CFB-FCD7-28A35661DDDD}"/>
          </ac:spMkLst>
        </pc:spChg>
        <pc:spChg chg="mod">
          <ac:chgData name="Lucie Fontaine" userId="2c6b0298-177f-4237-a83e-8637e19304d5" providerId="ADAL" clId="{38FDF7CA-A37A-44C1-A812-A8007AC22127}" dt="2026-04-16T08:07:41.809" v="6920"/>
          <ac:spMkLst>
            <pc:docMk/>
            <pc:sldMk cId="14037145" sldId="261"/>
            <ac:spMk id="75" creationId="{F90CF65C-9F17-DAFC-CEC5-B10576148F5A}"/>
          </ac:spMkLst>
        </pc:spChg>
        <pc:spChg chg="mod">
          <ac:chgData name="Lucie Fontaine" userId="2c6b0298-177f-4237-a83e-8637e19304d5" providerId="ADAL" clId="{38FDF7CA-A37A-44C1-A812-A8007AC22127}" dt="2026-04-16T08:07:41.809" v="6920"/>
          <ac:spMkLst>
            <pc:docMk/>
            <pc:sldMk cId="14037145" sldId="261"/>
            <ac:spMk id="76" creationId="{ACD6548A-B028-248B-7A06-0E856DCB79E2}"/>
          </ac:spMkLst>
        </pc:spChg>
        <pc:spChg chg="mod">
          <ac:chgData name="Lucie Fontaine" userId="2c6b0298-177f-4237-a83e-8637e19304d5" providerId="ADAL" clId="{38FDF7CA-A37A-44C1-A812-A8007AC22127}" dt="2026-04-16T08:07:41.809" v="6920"/>
          <ac:spMkLst>
            <pc:docMk/>
            <pc:sldMk cId="14037145" sldId="261"/>
            <ac:spMk id="77" creationId="{126C621A-611B-BA7E-303D-08E1021DC312}"/>
          </ac:spMkLst>
        </pc:spChg>
        <pc:spChg chg="mod">
          <ac:chgData name="Lucie Fontaine" userId="2c6b0298-177f-4237-a83e-8637e19304d5" providerId="ADAL" clId="{38FDF7CA-A37A-44C1-A812-A8007AC22127}" dt="2026-04-16T08:07:41.809" v="6920"/>
          <ac:spMkLst>
            <pc:docMk/>
            <pc:sldMk cId="14037145" sldId="261"/>
            <ac:spMk id="78" creationId="{D11244F0-2C2E-8867-815C-B9F0AB801B4C}"/>
          </ac:spMkLst>
        </pc:spChg>
        <pc:spChg chg="mod">
          <ac:chgData name="Lucie Fontaine" userId="2c6b0298-177f-4237-a83e-8637e19304d5" providerId="ADAL" clId="{38FDF7CA-A37A-44C1-A812-A8007AC22127}" dt="2026-04-16T08:07:41.809" v="6920"/>
          <ac:spMkLst>
            <pc:docMk/>
            <pc:sldMk cId="14037145" sldId="261"/>
            <ac:spMk id="79" creationId="{D656B0BA-2DA3-9EA4-92F1-768C84719564}"/>
          </ac:spMkLst>
        </pc:spChg>
        <pc:spChg chg="mod">
          <ac:chgData name="Lucie Fontaine" userId="2c6b0298-177f-4237-a83e-8637e19304d5" providerId="ADAL" clId="{38FDF7CA-A37A-44C1-A812-A8007AC22127}" dt="2026-04-16T08:07:41.809" v="6920"/>
          <ac:spMkLst>
            <pc:docMk/>
            <pc:sldMk cId="14037145" sldId="261"/>
            <ac:spMk id="80" creationId="{C3473040-9591-5AF8-D6AF-B8D61BA99169}"/>
          </ac:spMkLst>
        </pc:spChg>
        <pc:spChg chg="mod">
          <ac:chgData name="Lucie Fontaine" userId="2c6b0298-177f-4237-a83e-8637e19304d5" providerId="ADAL" clId="{38FDF7CA-A37A-44C1-A812-A8007AC22127}" dt="2026-04-16T08:16:06" v="7047" actId="1076"/>
          <ac:spMkLst>
            <pc:docMk/>
            <pc:sldMk cId="14037145" sldId="261"/>
            <ac:spMk id="91" creationId="{4DE208E7-0098-F3B7-8B8D-48EC67DCF407}"/>
          </ac:spMkLst>
        </pc:spChg>
        <pc:spChg chg="mod">
          <ac:chgData name="Lucie Fontaine" userId="2c6b0298-177f-4237-a83e-8637e19304d5" providerId="ADAL" clId="{38FDF7CA-A37A-44C1-A812-A8007AC22127}" dt="2026-04-16T08:16:06" v="7047" actId="1076"/>
          <ac:spMkLst>
            <pc:docMk/>
            <pc:sldMk cId="14037145" sldId="261"/>
            <ac:spMk id="93" creationId="{117DD928-DF82-970C-60C4-3B5E56DCDA2E}"/>
          </ac:spMkLst>
        </pc:spChg>
        <pc:spChg chg="add del mod">
          <ac:chgData name="Lucie Fontaine" userId="2c6b0298-177f-4237-a83e-8637e19304d5" providerId="ADAL" clId="{38FDF7CA-A37A-44C1-A812-A8007AC22127}" dt="2026-04-16T08:09:32.109" v="7001" actId="478"/>
          <ac:spMkLst>
            <pc:docMk/>
            <pc:sldMk cId="14037145" sldId="261"/>
            <ac:spMk id="95" creationId="{818C67B4-986A-E2C5-83A5-3B7414A49B47}"/>
          </ac:spMkLst>
        </pc:spChg>
        <pc:spChg chg="mod">
          <ac:chgData name="Lucie Fontaine" userId="2c6b0298-177f-4237-a83e-8637e19304d5" providerId="ADAL" clId="{38FDF7CA-A37A-44C1-A812-A8007AC22127}" dt="2026-04-16T08:11:03.934" v="7002"/>
          <ac:spMkLst>
            <pc:docMk/>
            <pc:sldMk cId="14037145" sldId="261"/>
            <ac:spMk id="97" creationId="{0E6E6135-EC7F-B018-4816-FDAC524EBC9E}"/>
          </ac:spMkLst>
        </pc:spChg>
        <pc:spChg chg="mod">
          <ac:chgData name="Lucie Fontaine" userId="2c6b0298-177f-4237-a83e-8637e19304d5" providerId="ADAL" clId="{38FDF7CA-A37A-44C1-A812-A8007AC22127}" dt="2026-04-16T08:11:03.934" v="7002"/>
          <ac:spMkLst>
            <pc:docMk/>
            <pc:sldMk cId="14037145" sldId="261"/>
            <ac:spMk id="98" creationId="{EE7064BA-D766-D308-8931-244541D8283F}"/>
          </ac:spMkLst>
        </pc:spChg>
        <pc:spChg chg="mod">
          <ac:chgData name="Lucie Fontaine" userId="2c6b0298-177f-4237-a83e-8637e19304d5" providerId="ADAL" clId="{38FDF7CA-A37A-44C1-A812-A8007AC22127}" dt="2026-04-16T08:11:03.934" v="7002"/>
          <ac:spMkLst>
            <pc:docMk/>
            <pc:sldMk cId="14037145" sldId="261"/>
            <ac:spMk id="99" creationId="{96A54D58-EC17-6FA1-31A4-3FA5E6635959}"/>
          </ac:spMkLst>
        </pc:spChg>
        <pc:spChg chg="mod">
          <ac:chgData name="Lucie Fontaine" userId="2c6b0298-177f-4237-a83e-8637e19304d5" providerId="ADAL" clId="{38FDF7CA-A37A-44C1-A812-A8007AC22127}" dt="2026-04-16T08:11:03.934" v="7002"/>
          <ac:spMkLst>
            <pc:docMk/>
            <pc:sldMk cId="14037145" sldId="261"/>
            <ac:spMk id="100" creationId="{0DCD59ED-1253-97FA-2924-A567E95E114E}"/>
          </ac:spMkLst>
        </pc:spChg>
        <pc:spChg chg="mod">
          <ac:chgData name="Lucie Fontaine" userId="2c6b0298-177f-4237-a83e-8637e19304d5" providerId="ADAL" clId="{38FDF7CA-A37A-44C1-A812-A8007AC22127}" dt="2026-04-16T08:11:03.934" v="7002"/>
          <ac:spMkLst>
            <pc:docMk/>
            <pc:sldMk cId="14037145" sldId="261"/>
            <ac:spMk id="106" creationId="{069151E0-6149-F78D-7E24-152B68782D0A}"/>
          </ac:spMkLst>
        </pc:spChg>
        <pc:spChg chg="mod">
          <ac:chgData name="Lucie Fontaine" userId="2c6b0298-177f-4237-a83e-8637e19304d5" providerId="ADAL" clId="{38FDF7CA-A37A-44C1-A812-A8007AC22127}" dt="2026-04-16T08:11:03.934" v="7002"/>
          <ac:spMkLst>
            <pc:docMk/>
            <pc:sldMk cId="14037145" sldId="261"/>
            <ac:spMk id="109" creationId="{3F3FB8BC-0817-55AC-1672-93EEAC3D1083}"/>
          </ac:spMkLst>
        </pc:spChg>
        <pc:spChg chg="mod">
          <ac:chgData name="Lucie Fontaine" userId="2c6b0298-177f-4237-a83e-8637e19304d5" providerId="ADAL" clId="{38FDF7CA-A37A-44C1-A812-A8007AC22127}" dt="2026-04-16T08:11:03.934" v="7002"/>
          <ac:spMkLst>
            <pc:docMk/>
            <pc:sldMk cId="14037145" sldId="261"/>
            <ac:spMk id="113" creationId="{1E7AFE28-F3E7-36A1-1BC3-9477D0922877}"/>
          </ac:spMkLst>
        </pc:spChg>
        <pc:spChg chg="mod">
          <ac:chgData name="Lucie Fontaine" userId="2c6b0298-177f-4237-a83e-8637e19304d5" providerId="ADAL" clId="{38FDF7CA-A37A-44C1-A812-A8007AC22127}" dt="2026-04-16T08:11:03.934" v="7002"/>
          <ac:spMkLst>
            <pc:docMk/>
            <pc:sldMk cId="14037145" sldId="261"/>
            <ac:spMk id="114" creationId="{61255D36-3A6B-CF62-B898-6E6A1A719465}"/>
          </ac:spMkLst>
        </pc:spChg>
        <pc:spChg chg="mod">
          <ac:chgData name="Lucie Fontaine" userId="2c6b0298-177f-4237-a83e-8637e19304d5" providerId="ADAL" clId="{38FDF7CA-A37A-44C1-A812-A8007AC22127}" dt="2026-04-16T08:11:03.934" v="7002"/>
          <ac:spMkLst>
            <pc:docMk/>
            <pc:sldMk cId="14037145" sldId="261"/>
            <ac:spMk id="115" creationId="{C51A6B7B-30B2-439F-8376-5ED1D64C1430}"/>
          </ac:spMkLst>
        </pc:spChg>
        <pc:spChg chg="mod">
          <ac:chgData name="Lucie Fontaine" userId="2c6b0298-177f-4237-a83e-8637e19304d5" providerId="ADAL" clId="{38FDF7CA-A37A-44C1-A812-A8007AC22127}" dt="2026-04-16T08:11:03.934" v="7002"/>
          <ac:spMkLst>
            <pc:docMk/>
            <pc:sldMk cId="14037145" sldId="261"/>
            <ac:spMk id="116" creationId="{7A334253-D363-BE19-8236-DBC4A8DCBB51}"/>
          </ac:spMkLst>
        </pc:spChg>
        <pc:spChg chg="mod">
          <ac:chgData name="Lucie Fontaine" userId="2c6b0298-177f-4237-a83e-8637e19304d5" providerId="ADAL" clId="{38FDF7CA-A37A-44C1-A812-A8007AC22127}" dt="2026-04-16T08:11:03.934" v="7002"/>
          <ac:spMkLst>
            <pc:docMk/>
            <pc:sldMk cId="14037145" sldId="261"/>
            <ac:spMk id="117" creationId="{C81AC940-D39D-5BEA-64BD-F277C3A39EAB}"/>
          </ac:spMkLst>
        </pc:spChg>
        <pc:spChg chg="mod">
          <ac:chgData name="Lucie Fontaine" userId="2c6b0298-177f-4237-a83e-8637e19304d5" providerId="ADAL" clId="{38FDF7CA-A37A-44C1-A812-A8007AC22127}" dt="2026-04-16T08:11:03.934" v="7002"/>
          <ac:spMkLst>
            <pc:docMk/>
            <pc:sldMk cId="14037145" sldId="261"/>
            <ac:spMk id="118" creationId="{2C7E8083-3E6A-83DC-2D4D-42C6B94AB4CA}"/>
          </ac:spMkLst>
        </pc:spChg>
        <pc:spChg chg="mod">
          <ac:chgData name="Lucie Fontaine" userId="2c6b0298-177f-4237-a83e-8637e19304d5" providerId="ADAL" clId="{38FDF7CA-A37A-44C1-A812-A8007AC22127}" dt="2026-04-16T08:11:03.934" v="7002"/>
          <ac:spMkLst>
            <pc:docMk/>
            <pc:sldMk cId="14037145" sldId="261"/>
            <ac:spMk id="119" creationId="{61F0FD62-CEDB-0D1F-1CF7-DE215C23C20A}"/>
          </ac:spMkLst>
        </pc:spChg>
        <pc:spChg chg="mod">
          <ac:chgData name="Lucie Fontaine" userId="2c6b0298-177f-4237-a83e-8637e19304d5" providerId="ADAL" clId="{38FDF7CA-A37A-44C1-A812-A8007AC22127}" dt="2026-04-16T08:11:03.934" v="7002"/>
          <ac:spMkLst>
            <pc:docMk/>
            <pc:sldMk cId="14037145" sldId="261"/>
            <ac:spMk id="120" creationId="{F93F7687-4345-10DD-0022-789D92870B34}"/>
          </ac:spMkLst>
        </pc:spChg>
        <pc:spChg chg="mod">
          <ac:chgData name="Lucie Fontaine" userId="2c6b0298-177f-4237-a83e-8637e19304d5" providerId="ADAL" clId="{38FDF7CA-A37A-44C1-A812-A8007AC22127}" dt="2026-04-16T08:11:03.934" v="7002"/>
          <ac:spMkLst>
            <pc:docMk/>
            <pc:sldMk cId="14037145" sldId="261"/>
            <ac:spMk id="121" creationId="{6024AB38-D95F-D1C7-5647-2A11AF6F2F7E}"/>
          </ac:spMkLst>
        </pc:spChg>
        <pc:spChg chg="mod">
          <ac:chgData name="Lucie Fontaine" userId="2c6b0298-177f-4237-a83e-8637e19304d5" providerId="ADAL" clId="{38FDF7CA-A37A-44C1-A812-A8007AC22127}" dt="2026-04-16T08:11:03.934" v="7002"/>
          <ac:spMkLst>
            <pc:docMk/>
            <pc:sldMk cId="14037145" sldId="261"/>
            <ac:spMk id="124" creationId="{0E4605B1-2985-E769-5E1A-6241AE6F56D8}"/>
          </ac:spMkLst>
        </pc:spChg>
        <pc:spChg chg="mod">
          <ac:chgData name="Lucie Fontaine" userId="2c6b0298-177f-4237-a83e-8637e19304d5" providerId="ADAL" clId="{38FDF7CA-A37A-44C1-A812-A8007AC22127}" dt="2026-04-16T08:11:03.934" v="7002"/>
          <ac:spMkLst>
            <pc:docMk/>
            <pc:sldMk cId="14037145" sldId="261"/>
            <ac:spMk id="125" creationId="{E04B14C5-5BDE-F81C-895F-FEB56B50F589}"/>
          </ac:spMkLst>
        </pc:spChg>
        <pc:spChg chg="mod">
          <ac:chgData name="Lucie Fontaine" userId="2c6b0298-177f-4237-a83e-8637e19304d5" providerId="ADAL" clId="{38FDF7CA-A37A-44C1-A812-A8007AC22127}" dt="2026-04-16T08:11:03.934" v="7002"/>
          <ac:spMkLst>
            <pc:docMk/>
            <pc:sldMk cId="14037145" sldId="261"/>
            <ac:spMk id="126" creationId="{25CA7481-28E9-1960-3D2D-E94D9518B453}"/>
          </ac:spMkLst>
        </pc:spChg>
        <pc:grpChg chg="add mod">
          <ac:chgData name="Lucie Fontaine" userId="2c6b0298-177f-4237-a83e-8637e19304d5" providerId="ADAL" clId="{38FDF7CA-A37A-44C1-A812-A8007AC22127}" dt="2026-04-23T08:41:12.379" v="18942" actId="164"/>
          <ac:grpSpMkLst>
            <pc:docMk/>
            <pc:sldMk cId="14037145" sldId="261"/>
            <ac:grpSpMk id="3" creationId="{973C77A5-950E-72FC-62A5-A400B1367EA0}"/>
          </ac:grpSpMkLst>
        </pc:grpChg>
        <pc:grpChg chg="add mod">
          <ac:chgData name="Lucie Fontaine" userId="2c6b0298-177f-4237-a83e-8637e19304d5" providerId="ADAL" clId="{38FDF7CA-A37A-44C1-A812-A8007AC22127}" dt="2026-04-16T08:01:38.577" v="6832"/>
          <ac:grpSpMkLst>
            <pc:docMk/>
            <pc:sldMk cId="14037145" sldId="261"/>
            <ac:grpSpMk id="6" creationId="{73A94431-D8F5-FCD8-6AA6-30565DF9C9A9}"/>
          </ac:grpSpMkLst>
        </pc:grpChg>
        <pc:grpChg chg="mod">
          <ac:chgData name="Lucie Fontaine" userId="2c6b0298-177f-4237-a83e-8637e19304d5" providerId="ADAL" clId="{38FDF7CA-A37A-44C1-A812-A8007AC22127}" dt="2026-04-16T08:01:38.577" v="6832"/>
          <ac:grpSpMkLst>
            <pc:docMk/>
            <pc:sldMk cId="14037145" sldId="261"/>
            <ac:grpSpMk id="7" creationId="{1B86E367-BDB5-82A4-1726-616003F04CF6}"/>
          </ac:grpSpMkLst>
        </pc:grpChg>
        <pc:grpChg chg="add mod">
          <ac:chgData name="Lucie Fontaine" userId="2c6b0298-177f-4237-a83e-8637e19304d5" providerId="ADAL" clId="{38FDF7CA-A37A-44C1-A812-A8007AC22127}" dt="2026-04-23T08:41:45.672" v="18947" actId="1076"/>
          <ac:grpSpMkLst>
            <pc:docMk/>
            <pc:sldMk cId="14037145" sldId="261"/>
            <ac:grpSpMk id="7" creationId="{BFFB4658-F29F-A363-11D4-2DBF06C7E4D2}"/>
          </ac:grpSpMkLst>
        </pc:grpChg>
        <pc:grpChg chg="add del mod">
          <ac:chgData name="Lucie Fontaine" userId="2c6b0298-177f-4237-a83e-8637e19304d5" providerId="ADAL" clId="{38FDF7CA-A37A-44C1-A812-A8007AC22127}" dt="2026-04-16T08:07:37.662" v="6917" actId="164"/>
          <ac:grpSpMkLst>
            <pc:docMk/>
            <pc:sldMk cId="14037145" sldId="261"/>
            <ac:grpSpMk id="31" creationId="{02BA23B9-ACE3-BB29-6760-149BF39747EB}"/>
          </ac:grpSpMkLst>
        </pc:grpChg>
        <pc:grpChg chg="mod">
          <ac:chgData name="Lucie Fontaine" userId="2c6b0298-177f-4237-a83e-8637e19304d5" providerId="ADAL" clId="{38FDF7CA-A37A-44C1-A812-A8007AC22127}" dt="2026-04-16T08:01:41.455" v="6834"/>
          <ac:grpSpMkLst>
            <pc:docMk/>
            <pc:sldMk cId="14037145" sldId="261"/>
            <ac:grpSpMk id="32" creationId="{B9BA1CB2-5E6F-07D5-F612-27DC505143E6}"/>
          </ac:grpSpMkLst>
        </pc:grpChg>
        <pc:grpChg chg="add del mod">
          <ac:chgData name="Lucie Fontaine" userId="2c6b0298-177f-4237-a83e-8637e19304d5" providerId="ADAL" clId="{38FDF7CA-A37A-44C1-A812-A8007AC22127}" dt="2026-04-16T08:07:40.336" v="6918" actId="21"/>
          <ac:grpSpMkLst>
            <pc:docMk/>
            <pc:sldMk cId="14037145" sldId="261"/>
            <ac:grpSpMk id="66" creationId="{8815DBDD-5AA7-06EB-75CC-5260C6ED5706}"/>
          </ac:grpSpMkLst>
        </pc:grpChg>
        <pc:grpChg chg="add mod">
          <ac:chgData name="Lucie Fontaine" userId="2c6b0298-177f-4237-a83e-8637e19304d5" providerId="ADAL" clId="{38FDF7CA-A37A-44C1-A812-A8007AC22127}" dt="2026-04-22T09:45:12.748" v="16155" actId="164"/>
          <ac:grpSpMkLst>
            <pc:docMk/>
            <pc:sldMk cId="14037145" sldId="261"/>
            <ac:grpSpMk id="69" creationId="{8815DBDD-5AA7-06EB-75CC-5260C6ED5706}"/>
          </ac:grpSpMkLst>
        </pc:grpChg>
        <pc:grpChg chg="del mod">
          <ac:chgData name="Lucie Fontaine" userId="2c6b0298-177f-4237-a83e-8637e19304d5" providerId="ADAL" clId="{38FDF7CA-A37A-44C1-A812-A8007AC22127}" dt="2026-04-16T13:44:09.052" v="8450" actId="478"/>
          <ac:grpSpMkLst>
            <pc:docMk/>
            <pc:sldMk cId="14037145" sldId="261"/>
            <ac:grpSpMk id="70" creationId="{02BA23B9-ACE3-BB29-6760-149BF39747EB}"/>
          </ac:grpSpMkLst>
        </pc:grpChg>
        <pc:grpChg chg="mod">
          <ac:chgData name="Lucie Fontaine" userId="2c6b0298-177f-4237-a83e-8637e19304d5" providerId="ADAL" clId="{38FDF7CA-A37A-44C1-A812-A8007AC22127}" dt="2026-04-16T08:07:41.809" v="6920"/>
          <ac:grpSpMkLst>
            <pc:docMk/>
            <pc:sldMk cId="14037145" sldId="261"/>
            <ac:grpSpMk id="72" creationId="{B9BA1CB2-5E6F-07D5-F612-27DC505143E6}"/>
          </ac:grpSpMkLst>
        </pc:grpChg>
        <pc:grpChg chg="add mod">
          <ac:chgData name="Lucie Fontaine" userId="2c6b0298-177f-4237-a83e-8637e19304d5" providerId="ADAL" clId="{38FDF7CA-A37A-44C1-A812-A8007AC22127}" dt="2026-04-16T08:11:24.868" v="7004" actId="1076"/>
          <ac:grpSpMkLst>
            <pc:docMk/>
            <pc:sldMk cId="14037145" sldId="261"/>
            <ac:grpSpMk id="96" creationId="{A03E80D7-4E67-06EA-B21F-B3AEB62734B7}"/>
          </ac:grpSpMkLst>
        </pc:grpChg>
        <pc:cxnChg chg="mod">
          <ac:chgData name="Lucie Fontaine" userId="2c6b0298-177f-4237-a83e-8637e19304d5" providerId="ADAL" clId="{38FDF7CA-A37A-44C1-A812-A8007AC22127}" dt="2026-04-16T08:01:38.577" v="6832"/>
          <ac:cxnSpMkLst>
            <pc:docMk/>
            <pc:sldMk cId="14037145" sldId="261"/>
            <ac:cxnSpMk id="8" creationId="{9081FB41-C6E3-93E3-FE49-818439F33445}"/>
          </ac:cxnSpMkLst>
        </pc:cxnChg>
        <pc:cxnChg chg="mod">
          <ac:chgData name="Lucie Fontaine" userId="2c6b0298-177f-4237-a83e-8637e19304d5" providerId="ADAL" clId="{38FDF7CA-A37A-44C1-A812-A8007AC22127}" dt="2026-04-16T08:01:38.577" v="6832"/>
          <ac:cxnSpMkLst>
            <pc:docMk/>
            <pc:sldMk cId="14037145" sldId="261"/>
            <ac:cxnSpMk id="9" creationId="{97B2C6CC-8098-8A3D-B533-A47B4BC0900F}"/>
          </ac:cxnSpMkLst>
        </pc:cxnChg>
        <pc:cxnChg chg="mod">
          <ac:chgData name="Lucie Fontaine" userId="2c6b0298-177f-4237-a83e-8637e19304d5" providerId="ADAL" clId="{38FDF7CA-A37A-44C1-A812-A8007AC22127}" dt="2026-04-16T08:01:38.577" v="6832"/>
          <ac:cxnSpMkLst>
            <pc:docMk/>
            <pc:sldMk cId="14037145" sldId="261"/>
            <ac:cxnSpMk id="16" creationId="{C476E899-6C12-45F7-0EDE-57CE111598A4}"/>
          </ac:cxnSpMkLst>
        </pc:cxnChg>
        <pc:cxnChg chg="mod">
          <ac:chgData name="Lucie Fontaine" userId="2c6b0298-177f-4237-a83e-8637e19304d5" providerId="ADAL" clId="{38FDF7CA-A37A-44C1-A812-A8007AC22127}" dt="2026-04-16T08:01:38.577" v="6832"/>
          <ac:cxnSpMkLst>
            <pc:docMk/>
            <pc:sldMk cId="14037145" sldId="261"/>
            <ac:cxnSpMk id="17" creationId="{2BD4E752-95D7-87ED-F2C8-1F384E8A7063}"/>
          </ac:cxnSpMkLst>
        </pc:cxnChg>
        <pc:cxnChg chg="mod">
          <ac:chgData name="Lucie Fontaine" userId="2c6b0298-177f-4237-a83e-8637e19304d5" providerId="ADAL" clId="{38FDF7CA-A37A-44C1-A812-A8007AC22127}" dt="2026-04-16T08:01:38.577" v="6832"/>
          <ac:cxnSpMkLst>
            <pc:docMk/>
            <pc:sldMk cId="14037145" sldId="261"/>
            <ac:cxnSpMk id="18" creationId="{7F74E86B-FB9D-00C1-664C-5473FD1C68EA}"/>
          </ac:cxnSpMkLst>
        </pc:cxnChg>
        <pc:cxnChg chg="mod">
          <ac:chgData name="Lucie Fontaine" userId="2c6b0298-177f-4237-a83e-8637e19304d5" providerId="ADAL" clId="{38FDF7CA-A37A-44C1-A812-A8007AC22127}" dt="2026-04-16T08:01:38.577" v="6832"/>
          <ac:cxnSpMkLst>
            <pc:docMk/>
            <pc:sldMk cId="14037145" sldId="261"/>
            <ac:cxnSpMk id="19" creationId="{A09B3DDF-89F0-D5EA-2AA6-D9A0ACBF118E}"/>
          </ac:cxnSpMkLst>
        </pc:cxnChg>
        <pc:cxnChg chg="mod">
          <ac:chgData name="Lucie Fontaine" userId="2c6b0298-177f-4237-a83e-8637e19304d5" providerId="ADAL" clId="{38FDF7CA-A37A-44C1-A812-A8007AC22127}" dt="2026-04-16T08:01:38.577" v="6832"/>
          <ac:cxnSpMkLst>
            <pc:docMk/>
            <pc:sldMk cId="14037145" sldId="261"/>
            <ac:cxnSpMk id="20" creationId="{6678D81A-247C-AD95-9E15-D326AF0D8453}"/>
          </ac:cxnSpMkLst>
        </pc:cxnChg>
        <pc:cxnChg chg="mod">
          <ac:chgData name="Lucie Fontaine" userId="2c6b0298-177f-4237-a83e-8637e19304d5" providerId="ADAL" clId="{38FDF7CA-A37A-44C1-A812-A8007AC22127}" dt="2026-04-16T08:01:38.577" v="6832"/>
          <ac:cxnSpMkLst>
            <pc:docMk/>
            <pc:sldMk cId="14037145" sldId="261"/>
            <ac:cxnSpMk id="21" creationId="{54AB0EAB-DF72-1ED8-CF77-341DF4E2577E}"/>
          </ac:cxnSpMkLst>
        </pc:cxnChg>
        <pc:cxnChg chg="mod">
          <ac:chgData name="Lucie Fontaine" userId="2c6b0298-177f-4237-a83e-8637e19304d5" providerId="ADAL" clId="{38FDF7CA-A37A-44C1-A812-A8007AC22127}" dt="2026-04-16T08:01:38.577" v="6832"/>
          <ac:cxnSpMkLst>
            <pc:docMk/>
            <pc:sldMk cId="14037145" sldId="261"/>
            <ac:cxnSpMk id="22" creationId="{29D6D82D-B4A4-93BC-9CC5-E6E8DBBF27F5}"/>
          </ac:cxnSpMkLst>
        </pc:cxnChg>
        <pc:cxnChg chg="mod">
          <ac:chgData name="Lucie Fontaine" userId="2c6b0298-177f-4237-a83e-8637e19304d5" providerId="ADAL" clId="{38FDF7CA-A37A-44C1-A812-A8007AC22127}" dt="2026-04-16T08:01:38.577" v="6832"/>
          <ac:cxnSpMkLst>
            <pc:docMk/>
            <pc:sldMk cId="14037145" sldId="261"/>
            <ac:cxnSpMk id="23" creationId="{2D202BA0-BBE1-5C25-2812-080B61B340B2}"/>
          </ac:cxnSpMkLst>
        </pc:cxnChg>
        <pc:cxnChg chg="mod">
          <ac:chgData name="Lucie Fontaine" userId="2c6b0298-177f-4237-a83e-8637e19304d5" providerId="ADAL" clId="{38FDF7CA-A37A-44C1-A812-A8007AC22127}" dt="2026-04-16T08:01:38.577" v="6832"/>
          <ac:cxnSpMkLst>
            <pc:docMk/>
            <pc:sldMk cId="14037145" sldId="261"/>
            <ac:cxnSpMk id="24" creationId="{A76C4A2C-EC8F-F893-EA92-A43E6A32C6DE}"/>
          </ac:cxnSpMkLst>
        </pc:cxnChg>
        <pc:cxnChg chg="mod">
          <ac:chgData name="Lucie Fontaine" userId="2c6b0298-177f-4237-a83e-8637e19304d5" providerId="ADAL" clId="{38FDF7CA-A37A-44C1-A812-A8007AC22127}" dt="2026-04-16T08:01:38.577" v="6832"/>
          <ac:cxnSpMkLst>
            <pc:docMk/>
            <pc:sldMk cId="14037145" sldId="261"/>
            <ac:cxnSpMk id="25" creationId="{AF771CB3-9795-B6EC-900E-031DA2E46718}"/>
          </ac:cxnSpMkLst>
        </pc:cxnChg>
        <pc:cxnChg chg="mod">
          <ac:chgData name="Lucie Fontaine" userId="2c6b0298-177f-4237-a83e-8637e19304d5" providerId="ADAL" clId="{38FDF7CA-A37A-44C1-A812-A8007AC22127}" dt="2026-04-16T08:01:38.577" v="6832"/>
          <ac:cxnSpMkLst>
            <pc:docMk/>
            <pc:sldMk cId="14037145" sldId="261"/>
            <ac:cxnSpMk id="26" creationId="{2779FA33-F012-C236-794B-34C6CDC6D203}"/>
          </ac:cxnSpMkLst>
        </pc:cxnChg>
        <pc:cxnChg chg="mod">
          <ac:chgData name="Lucie Fontaine" userId="2c6b0298-177f-4237-a83e-8637e19304d5" providerId="ADAL" clId="{38FDF7CA-A37A-44C1-A812-A8007AC22127}" dt="2026-04-16T08:01:38.577" v="6832"/>
          <ac:cxnSpMkLst>
            <pc:docMk/>
            <pc:sldMk cId="14037145" sldId="261"/>
            <ac:cxnSpMk id="28" creationId="{53706F5A-62A8-A81F-536E-CE8625B80944}"/>
          </ac:cxnSpMkLst>
        </pc:cxnChg>
        <pc:cxnChg chg="mod">
          <ac:chgData name="Lucie Fontaine" userId="2c6b0298-177f-4237-a83e-8637e19304d5" providerId="ADAL" clId="{38FDF7CA-A37A-44C1-A812-A8007AC22127}" dt="2026-04-16T08:01:38.577" v="6832"/>
          <ac:cxnSpMkLst>
            <pc:docMk/>
            <pc:sldMk cId="14037145" sldId="261"/>
            <ac:cxnSpMk id="30" creationId="{C03573C8-6713-5332-CDB7-080B8B6909F5}"/>
          </ac:cxnSpMkLst>
        </pc:cxnChg>
        <pc:cxnChg chg="mod">
          <ac:chgData name="Lucie Fontaine" userId="2c6b0298-177f-4237-a83e-8637e19304d5" providerId="ADAL" clId="{38FDF7CA-A37A-44C1-A812-A8007AC22127}" dt="2026-04-16T08:01:41.455" v="6834"/>
          <ac:cxnSpMkLst>
            <pc:docMk/>
            <pc:sldMk cId="14037145" sldId="261"/>
            <ac:cxnSpMk id="33" creationId="{4506BD31-6CDE-981A-8D09-733B0A1EE7AF}"/>
          </ac:cxnSpMkLst>
        </pc:cxnChg>
        <pc:cxnChg chg="mod">
          <ac:chgData name="Lucie Fontaine" userId="2c6b0298-177f-4237-a83e-8637e19304d5" providerId="ADAL" clId="{38FDF7CA-A37A-44C1-A812-A8007AC22127}" dt="2026-04-16T08:01:41.455" v="6834"/>
          <ac:cxnSpMkLst>
            <pc:docMk/>
            <pc:sldMk cId="14037145" sldId="261"/>
            <ac:cxnSpMk id="34" creationId="{72BB4197-BF8B-EF4B-FBAF-0368FA21D626}"/>
          </ac:cxnSpMkLst>
        </pc:cxnChg>
        <pc:cxnChg chg="mod">
          <ac:chgData name="Lucie Fontaine" userId="2c6b0298-177f-4237-a83e-8637e19304d5" providerId="ADAL" clId="{38FDF7CA-A37A-44C1-A812-A8007AC22127}" dt="2026-04-16T08:01:41.455" v="6834"/>
          <ac:cxnSpMkLst>
            <pc:docMk/>
            <pc:sldMk cId="14037145" sldId="261"/>
            <ac:cxnSpMk id="41" creationId="{04656704-2A97-6132-BBD5-BFC66C573C4D}"/>
          </ac:cxnSpMkLst>
        </pc:cxnChg>
        <pc:cxnChg chg="mod">
          <ac:chgData name="Lucie Fontaine" userId="2c6b0298-177f-4237-a83e-8637e19304d5" providerId="ADAL" clId="{38FDF7CA-A37A-44C1-A812-A8007AC22127}" dt="2026-04-16T08:07:40.336" v="6918" actId="21"/>
          <ac:cxnSpMkLst>
            <pc:docMk/>
            <pc:sldMk cId="14037145" sldId="261"/>
            <ac:cxnSpMk id="42" creationId="{4B091118-522E-FD1D-984F-E599BABA97CB}"/>
          </ac:cxnSpMkLst>
        </pc:cxnChg>
        <pc:cxnChg chg="mod">
          <ac:chgData name="Lucie Fontaine" userId="2c6b0298-177f-4237-a83e-8637e19304d5" providerId="ADAL" clId="{38FDF7CA-A37A-44C1-A812-A8007AC22127}" dt="2026-04-16T08:01:41.455" v="6834"/>
          <ac:cxnSpMkLst>
            <pc:docMk/>
            <pc:sldMk cId="14037145" sldId="261"/>
            <ac:cxnSpMk id="43" creationId="{186269BC-1673-05C7-F63B-2D74CDFC76D6}"/>
          </ac:cxnSpMkLst>
        </pc:cxnChg>
        <pc:cxnChg chg="mod">
          <ac:chgData name="Lucie Fontaine" userId="2c6b0298-177f-4237-a83e-8637e19304d5" providerId="ADAL" clId="{38FDF7CA-A37A-44C1-A812-A8007AC22127}" dt="2026-04-16T08:01:41.455" v="6834"/>
          <ac:cxnSpMkLst>
            <pc:docMk/>
            <pc:sldMk cId="14037145" sldId="261"/>
            <ac:cxnSpMk id="44" creationId="{775FA2E3-67B9-65AA-B398-894EDBC8EA11}"/>
          </ac:cxnSpMkLst>
        </pc:cxnChg>
        <pc:cxnChg chg="mod">
          <ac:chgData name="Lucie Fontaine" userId="2c6b0298-177f-4237-a83e-8637e19304d5" providerId="ADAL" clId="{38FDF7CA-A37A-44C1-A812-A8007AC22127}" dt="2026-04-16T08:07:40.336" v="6918" actId="21"/>
          <ac:cxnSpMkLst>
            <pc:docMk/>
            <pc:sldMk cId="14037145" sldId="261"/>
            <ac:cxnSpMk id="45" creationId="{E8003B4D-25DC-2C78-4DD3-38D2A34C6D7D}"/>
          </ac:cxnSpMkLst>
        </pc:cxnChg>
        <pc:cxnChg chg="mod">
          <ac:chgData name="Lucie Fontaine" userId="2c6b0298-177f-4237-a83e-8637e19304d5" providerId="ADAL" clId="{38FDF7CA-A37A-44C1-A812-A8007AC22127}" dt="2026-04-16T08:07:40.336" v="6918" actId="21"/>
          <ac:cxnSpMkLst>
            <pc:docMk/>
            <pc:sldMk cId="14037145" sldId="261"/>
            <ac:cxnSpMk id="46" creationId="{7EE6A3C8-B8F3-F4BC-2846-7E7EFACA57DD}"/>
          </ac:cxnSpMkLst>
        </pc:cxnChg>
        <pc:cxnChg chg="mod">
          <ac:chgData name="Lucie Fontaine" userId="2c6b0298-177f-4237-a83e-8637e19304d5" providerId="ADAL" clId="{38FDF7CA-A37A-44C1-A812-A8007AC22127}" dt="2026-04-16T08:07:40.336" v="6918" actId="21"/>
          <ac:cxnSpMkLst>
            <pc:docMk/>
            <pc:sldMk cId="14037145" sldId="261"/>
            <ac:cxnSpMk id="47" creationId="{0B43FE13-3C58-A94B-50E8-7CE91EFBEA28}"/>
          </ac:cxnSpMkLst>
        </pc:cxnChg>
        <pc:cxnChg chg="mod">
          <ac:chgData name="Lucie Fontaine" userId="2c6b0298-177f-4237-a83e-8637e19304d5" providerId="ADAL" clId="{38FDF7CA-A37A-44C1-A812-A8007AC22127}" dt="2026-04-16T08:07:40.336" v="6918" actId="21"/>
          <ac:cxnSpMkLst>
            <pc:docMk/>
            <pc:sldMk cId="14037145" sldId="261"/>
            <ac:cxnSpMk id="48" creationId="{5DF02A83-80C1-9EC7-9639-5045EB153D28}"/>
          </ac:cxnSpMkLst>
        </pc:cxnChg>
        <pc:cxnChg chg="mod">
          <ac:chgData name="Lucie Fontaine" userId="2c6b0298-177f-4237-a83e-8637e19304d5" providerId="ADAL" clId="{38FDF7CA-A37A-44C1-A812-A8007AC22127}" dt="2026-04-16T08:01:41.455" v="6834"/>
          <ac:cxnSpMkLst>
            <pc:docMk/>
            <pc:sldMk cId="14037145" sldId="261"/>
            <ac:cxnSpMk id="49" creationId="{31F15CDD-9362-8874-59AF-F5D8C9F206C5}"/>
          </ac:cxnSpMkLst>
        </pc:cxnChg>
        <pc:cxnChg chg="del mod">
          <ac:chgData name="Lucie Fontaine" userId="2c6b0298-177f-4237-a83e-8637e19304d5" providerId="ADAL" clId="{38FDF7CA-A37A-44C1-A812-A8007AC22127}" dt="2026-04-16T08:02:13.428" v="6836" actId="478"/>
          <ac:cxnSpMkLst>
            <pc:docMk/>
            <pc:sldMk cId="14037145" sldId="261"/>
            <ac:cxnSpMk id="50" creationId="{4B734D2A-BB0F-3A87-8EEA-CA403C8418AD}"/>
          </ac:cxnSpMkLst>
        </pc:cxnChg>
        <pc:cxnChg chg="mod">
          <ac:chgData name="Lucie Fontaine" userId="2c6b0298-177f-4237-a83e-8637e19304d5" providerId="ADAL" clId="{38FDF7CA-A37A-44C1-A812-A8007AC22127}" dt="2026-04-16T08:01:41.455" v="6834"/>
          <ac:cxnSpMkLst>
            <pc:docMk/>
            <pc:sldMk cId="14037145" sldId="261"/>
            <ac:cxnSpMk id="51" creationId="{556C1A8D-FB99-1493-9000-4BE78D13527B}"/>
          </ac:cxnSpMkLst>
        </pc:cxnChg>
        <pc:cxnChg chg="mod">
          <ac:chgData name="Lucie Fontaine" userId="2c6b0298-177f-4237-a83e-8637e19304d5" providerId="ADAL" clId="{38FDF7CA-A37A-44C1-A812-A8007AC22127}" dt="2026-04-16T08:01:41.455" v="6834"/>
          <ac:cxnSpMkLst>
            <pc:docMk/>
            <pc:sldMk cId="14037145" sldId="261"/>
            <ac:cxnSpMk id="53" creationId="{B851D47E-1C9F-12D8-FD67-D1496F9FC382}"/>
          </ac:cxnSpMkLst>
        </pc:cxnChg>
        <pc:cxnChg chg="mod">
          <ac:chgData name="Lucie Fontaine" userId="2c6b0298-177f-4237-a83e-8637e19304d5" providerId="ADAL" clId="{38FDF7CA-A37A-44C1-A812-A8007AC22127}" dt="2026-04-16T08:01:41.455" v="6834"/>
          <ac:cxnSpMkLst>
            <pc:docMk/>
            <pc:sldMk cId="14037145" sldId="261"/>
            <ac:cxnSpMk id="55" creationId="{CA14F4E1-E21A-EE95-5B82-21844532E770}"/>
          </ac:cxnSpMkLst>
        </pc:cxnChg>
        <pc:cxnChg chg="add mod">
          <ac:chgData name="Lucie Fontaine" userId="2c6b0298-177f-4237-a83e-8637e19304d5" providerId="ADAL" clId="{38FDF7CA-A37A-44C1-A812-A8007AC22127}" dt="2026-04-16T08:07:40.336" v="6918" actId="21"/>
          <ac:cxnSpMkLst>
            <pc:docMk/>
            <pc:sldMk cId="14037145" sldId="261"/>
            <ac:cxnSpMk id="59" creationId="{BFFE29E7-6C98-6254-F675-0AD5A901FC2D}"/>
          </ac:cxnSpMkLst>
        </pc:cxnChg>
        <pc:cxnChg chg="mod">
          <ac:chgData name="Lucie Fontaine" userId="2c6b0298-177f-4237-a83e-8637e19304d5" providerId="ADAL" clId="{38FDF7CA-A37A-44C1-A812-A8007AC22127}" dt="2026-04-22T09:46:21.698" v="16165" actId="1582"/>
          <ac:cxnSpMkLst>
            <pc:docMk/>
            <pc:sldMk cId="14037145" sldId="261"/>
            <ac:cxnSpMk id="71" creationId="{BFFE29E7-6C98-6254-F675-0AD5A901FC2D}"/>
          </ac:cxnSpMkLst>
        </pc:cxnChg>
        <pc:cxnChg chg="del mod">
          <ac:chgData name="Lucie Fontaine" userId="2c6b0298-177f-4237-a83e-8637e19304d5" providerId="ADAL" clId="{38FDF7CA-A37A-44C1-A812-A8007AC22127}" dt="2026-04-16T13:44:09.052" v="8450" actId="478"/>
          <ac:cxnSpMkLst>
            <pc:docMk/>
            <pc:sldMk cId="14037145" sldId="261"/>
            <ac:cxnSpMk id="73" creationId="{4506BD31-6CDE-981A-8D09-733B0A1EE7AF}"/>
          </ac:cxnSpMkLst>
        </pc:cxnChg>
        <pc:cxnChg chg="del mod">
          <ac:chgData name="Lucie Fontaine" userId="2c6b0298-177f-4237-a83e-8637e19304d5" providerId="ADAL" clId="{38FDF7CA-A37A-44C1-A812-A8007AC22127}" dt="2026-04-16T13:44:09.052" v="8450" actId="478"/>
          <ac:cxnSpMkLst>
            <pc:docMk/>
            <pc:sldMk cId="14037145" sldId="261"/>
            <ac:cxnSpMk id="74" creationId="{72BB4197-BF8B-EF4B-FBAF-0368FA21D626}"/>
          </ac:cxnSpMkLst>
        </pc:cxnChg>
        <pc:cxnChg chg="mod">
          <ac:chgData name="Lucie Fontaine" userId="2c6b0298-177f-4237-a83e-8637e19304d5" providerId="ADAL" clId="{38FDF7CA-A37A-44C1-A812-A8007AC22127}" dt="2026-04-16T08:07:41.809" v="6920"/>
          <ac:cxnSpMkLst>
            <pc:docMk/>
            <pc:sldMk cId="14037145" sldId="261"/>
            <ac:cxnSpMk id="81" creationId="{04656704-2A97-6132-BBD5-BFC66C573C4D}"/>
          </ac:cxnSpMkLst>
        </pc:cxnChg>
        <pc:cxnChg chg="mod">
          <ac:chgData name="Lucie Fontaine" userId="2c6b0298-177f-4237-a83e-8637e19304d5" providerId="ADAL" clId="{38FDF7CA-A37A-44C1-A812-A8007AC22127}" dt="2026-04-16T08:07:41.809" v="6920"/>
          <ac:cxnSpMkLst>
            <pc:docMk/>
            <pc:sldMk cId="14037145" sldId="261"/>
            <ac:cxnSpMk id="82" creationId="{4B091118-522E-FD1D-984F-E599BABA97CB}"/>
          </ac:cxnSpMkLst>
        </pc:cxnChg>
        <pc:cxnChg chg="mod">
          <ac:chgData name="Lucie Fontaine" userId="2c6b0298-177f-4237-a83e-8637e19304d5" providerId="ADAL" clId="{38FDF7CA-A37A-44C1-A812-A8007AC22127}" dt="2026-04-16T08:07:41.809" v="6920"/>
          <ac:cxnSpMkLst>
            <pc:docMk/>
            <pc:sldMk cId="14037145" sldId="261"/>
            <ac:cxnSpMk id="83" creationId="{186269BC-1673-05C7-F63B-2D74CDFC76D6}"/>
          </ac:cxnSpMkLst>
        </pc:cxnChg>
        <pc:cxnChg chg="mod">
          <ac:chgData name="Lucie Fontaine" userId="2c6b0298-177f-4237-a83e-8637e19304d5" providerId="ADAL" clId="{38FDF7CA-A37A-44C1-A812-A8007AC22127}" dt="2026-04-16T08:07:41.809" v="6920"/>
          <ac:cxnSpMkLst>
            <pc:docMk/>
            <pc:sldMk cId="14037145" sldId="261"/>
            <ac:cxnSpMk id="84" creationId="{775FA2E3-67B9-65AA-B398-894EDBC8EA11}"/>
          </ac:cxnSpMkLst>
        </pc:cxnChg>
        <pc:cxnChg chg="mod">
          <ac:chgData name="Lucie Fontaine" userId="2c6b0298-177f-4237-a83e-8637e19304d5" providerId="ADAL" clId="{38FDF7CA-A37A-44C1-A812-A8007AC22127}" dt="2026-04-16T08:07:41.809" v="6920"/>
          <ac:cxnSpMkLst>
            <pc:docMk/>
            <pc:sldMk cId="14037145" sldId="261"/>
            <ac:cxnSpMk id="85" creationId="{E8003B4D-25DC-2C78-4DD3-38D2A34C6D7D}"/>
          </ac:cxnSpMkLst>
        </pc:cxnChg>
        <pc:cxnChg chg="mod">
          <ac:chgData name="Lucie Fontaine" userId="2c6b0298-177f-4237-a83e-8637e19304d5" providerId="ADAL" clId="{38FDF7CA-A37A-44C1-A812-A8007AC22127}" dt="2026-04-16T08:07:41.809" v="6920"/>
          <ac:cxnSpMkLst>
            <pc:docMk/>
            <pc:sldMk cId="14037145" sldId="261"/>
            <ac:cxnSpMk id="86" creationId="{7EE6A3C8-B8F3-F4BC-2846-7E7EFACA57DD}"/>
          </ac:cxnSpMkLst>
        </pc:cxnChg>
        <pc:cxnChg chg="mod">
          <ac:chgData name="Lucie Fontaine" userId="2c6b0298-177f-4237-a83e-8637e19304d5" providerId="ADAL" clId="{38FDF7CA-A37A-44C1-A812-A8007AC22127}" dt="2026-04-16T08:07:41.809" v="6920"/>
          <ac:cxnSpMkLst>
            <pc:docMk/>
            <pc:sldMk cId="14037145" sldId="261"/>
            <ac:cxnSpMk id="87" creationId="{0B43FE13-3C58-A94B-50E8-7CE91EFBEA28}"/>
          </ac:cxnSpMkLst>
        </pc:cxnChg>
        <pc:cxnChg chg="mod">
          <ac:chgData name="Lucie Fontaine" userId="2c6b0298-177f-4237-a83e-8637e19304d5" providerId="ADAL" clId="{38FDF7CA-A37A-44C1-A812-A8007AC22127}" dt="2026-04-16T08:07:41.809" v="6920"/>
          <ac:cxnSpMkLst>
            <pc:docMk/>
            <pc:sldMk cId="14037145" sldId="261"/>
            <ac:cxnSpMk id="88" creationId="{5DF02A83-80C1-9EC7-9639-5045EB153D28}"/>
          </ac:cxnSpMkLst>
        </pc:cxnChg>
        <pc:cxnChg chg="mod">
          <ac:chgData name="Lucie Fontaine" userId="2c6b0298-177f-4237-a83e-8637e19304d5" providerId="ADAL" clId="{38FDF7CA-A37A-44C1-A812-A8007AC22127}" dt="2026-04-23T08:41:50.492" v="18948" actId="693"/>
          <ac:cxnSpMkLst>
            <pc:docMk/>
            <pc:sldMk cId="14037145" sldId="261"/>
            <ac:cxnSpMk id="89" creationId="{31F15CDD-9362-8874-59AF-F5D8C9F206C5}"/>
          </ac:cxnSpMkLst>
        </pc:cxnChg>
        <pc:cxnChg chg="mod">
          <ac:chgData name="Lucie Fontaine" userId="2c6b0298-177f-4237-a83e-8637e19304d5" providerId="ADAL" clId="{38FDF7CA-A37A-44C1-A812-A8007AC22127}" dt="2026-04-16T08:16:21.789" v="7051" actId="1035"/>
          <ac:cxnSpMkLst>
            <pc:docMk/>
            <pc:sldMk cId="14037145" sldId="261"/>
            <ac:cxnSpMk id="90" creationId="{556C1A8D-FB99-1493-9000-4BE78D13527B}"/>
          </ac:cxnSpMkLst>
        </pc:cxnChg>
        <pc:cxnChg chg="mod">
          <ac:chgData name="Lucie Fontaine" userId="2c6b0298-177f-4237-a83e-8637e19304d5" providerId="ADAL" clId="{38FDF7CA-A37A-44C1-A812-A8007AC22127}" dt="2026-04-16T08:16:06" v="7047" actId="1076"/>
          <ac:cxnSpMkLst>
            <pc:docMk/>
            <pc:sldMk cId="14037145" sldId="261"/>
            <ac:cxnSpMk id="92" creationId="{B851D47E-1C9F-12D8-FD67-D1496F9FC382}"/>
          </ac:cxnSpMkLst>
        </pc:cxnChg>
        <pc:cxnChg chg="mod">
          <ac:chgData name="Lucie Fontaine" userId="2c6b0298-177f-4237-a83e-8637e19304d5" providerId="ADAL" clId="{38FDF7CA-A37A-44C1-A812-A8007AC22127}" dt="2026-04-16T08:16:06" v="7047" actId="1076"/>
          <ac:cxnSpMkLst>
            <pc:docMk/>
            <pc:sldMk cId="14037145" sldId="261"/>
            <ac:cxnSpMk id="94" creationId="{CA14F4E1-E21A-EE95-5B82-21844532E770}"/>
          </ac:cxnSpMkLst>
        </pc:cxnChg>
        <pc:cxnChg chg="mod">
          <ac:chgData name="Lucie Fontaine" userId="2c6b0298-177f-4237-a83e-8637e19304d5" providerId="ADAL" clId="{38FDF7CA-A37A-44C1-A812-A8007AC22127}" dt="2026-04-16T08:11:03.934" v="7002"/>
          <ac:cxnSpMkLst>
            <pc:docMk/>
            <pc:sldMk cId="14037145" sldId="261"/>
            <ac:cxnSpMk id="101" creationId="{5740806B-E3C0-1AAB-CD7F-6A4F4E5577E6}"/>
          </ac:cxnSpMkLst>
        </pc:cxnChg>
        <pc:cxnChg chg="mod">
          <ac:chgData name="Lucie Fontaine" userId="2c6b0298-177f-4237-a83e-8637e19304d5" providerId="ADAL" clId="{38FDF7CA-A37A-44C1-A812-A8007AC22127}" dt="2026-04-16T08:11:03.934" v="7002"/>
          <ac:cxnSpMkLst>
            <pc:docMk/>
            <pc:sldMk cId="14037145" sldId="261"/>
            <ac:cxnSpMk id="102" creationId="{2F924E95-894F-766C-3B2C-A4700646F9FD}"/>
          </ac:cxnSpMkLst>
        </pc:cxnChg>
        <pc:cxnChg chg="mod">
          <ac:chgData name="Lucie Fontaine" userId="2c6b0298-177f-4237-a83e-8637e19304d5" providerId="ADAL" clId="{38FDF7CA-A37A-44C1-A812-A8007AC22127}" dt="2026-04-16T08:11:03.934" v="7002"/>
          <ac:cxnSpMkLst>
            <pc:docMk/>
            <pc:sldMk cId="14037145" sldId="261"/>
            <ac:cxnSpMk id="103" creationId="{04917004-F5F8-D8A1-4E87-8DC46D870EFD}"/>
          </ac:cxnSpMkLst>
        </pc:cxnChg>
        <pc:cxnChg chg="mod">
          <ac:chgData name="Lucie Fontaine" userId="2c6b0298-177f-4237-a83e-8637e19304d5" providerId="ADAL" clId="{38FDF7CA-A37A-44C1-A812-A8007AC22127}" dt="2026-04-16T08:11:03.934" v="7002"/>
          <ac:cxnSpMkLst>
            <pc:docMk/>
            <pc:sldMk cId="14037145" sldId="261"/>
            <ac:cxnSpMk id="104" creationId="{0A2F863C-9E16-65D7-0AC5-3EB86A0E588D}"/>
          </ac:cxnSpMkLst>
        </pc:cxnChg>
        <pc:cxnChg chg="mod">
          <ac:chgData name="Lucie Fontaine" userId="2c6b0298-177f-4237-a83e-8637e19304d5" providerId="ADAL" clId="{38FDF7CA-A37A-44C1-A812-A8007AC22127}" dt="2026-04-16T08:11:03.934" v="7002"/>
          <ac:cxnSpMkLst>
            <pc:docMk/>
            <pc:sldMk cId="14037145" sldId="261"/>
            <ac:cxnSpMk id="105" creationId="{361D2E1B-4A8C-230E-51F9-F69B296C7F1D}"/>
          </ac:cxnSpMkLst>
        </pc:cxnChg>
        <pc:cxnChg chg="mod">
          <ac:chgData name="Lucie Fontaine" userId="2c6b0298-177f-4237-a83e-8637e19304d5" providerId="ADAL" clId="{38FDF7CA-A37A-44C1-A812-A8007AC22127}" dt="2026-04-16T08:11:03.934" v="7002"/>
          <ac:cxnSpMkLst>
            <pc:docMk/>
            <pc:sldMk cId="14037145" sldId="261"/>
            <ac:cxnSpMk id="107" creationId="{DCCDC499-769E-E3CB-2E57-5ADAAD50E3C3}"/>
          </ac:cxnSpMkLst>
        </pc:cxnChg>
        <pc:cxnChg chg="mod">
          <ac:chgData name="Lucie Fontaine" userId="2c6b0298-177f-4237-a83e-8637e19304d5" providerId="ADAL" clId="{38FDF7CA-A37A-44C1-A812-A8007AC22127}" dt="2026-04-16T08:11:03.934" v="7002"/>
          <ac:cxnSpMkLst>
            <pc:docMk/>
            <pc:sldMk cId="14037145" sldId="261"/>
            <ac:cxnSpMk id="108" creationId="{379257F3-547D-69C1-629C-9A18A68A2702}"/>
          </ac:cxnSpMkLst>
        </pc:cxnChg>
        <pc:cxnChg chg="mod">
          <ac:chgData name="Lucie Fontaine" userId="2c6b0298-177f-4237-a83e-8637e19304d5" providerId="ADAL" clId="{38FDF7CA-A37A-44C1-A812-A8007AC22127}" dt="2026-04-16T08:11:03.934" v="7002"/>
          <ac:cxnSpMkLst>
            <pc:docMk/>
            <pc:sldMk cId="14037145" sldId="261"/>
            <ac:cxnSpMk id="110" creationId="{D3FF3A34-71DB-B2CD-B60F-E092D1F3DFC4}"/>
          </ac:cxnSpMkLst>
        </pc:cxnChg>
        <pc:cxnChg chg="mod">
          <ac:chgData name="Lucie Fontaine" userId="2c6b0298-177f-4237-a83e-8637e19304d5" providerId="ADAL" clId="{38FDF7CA-A37A-44C1-A812-A8007AC22127}" dt="2026-04-16T08:11:03.934" v="7002"/>
          <ac:cxnSpMkLst>
            <pc:docMk/>
            <pc:sldMk cId="14037145" sldId="261"/>
            <ac:cxnSpMk id="111" creationId="{6C34CBA8-A33E-83D0-715A-523A334E6307}"/>
          </ac:cxnSpMkLst>
        </pc:cxnChg>
        <pc:cxnChg chg="mod">
          <ac:chgData name="Lucie Fontaine" userId="2c6b0298-177f-4237-a83e-8637e19304d5" providerId="ADAL" clId="{38FDF7CA-A37A-44C1-A812-A8007AC22127}" dt="2026-04-16T08:11:03.934" v="7002"/>
          <ac:cxnSpMkLst>
            <pc:docMk/>
            <pc:sldMk cId="14037145" sldId="261"/>
            <ac:cxnSpMk id="112" creationId="{75E377FF-F329-6725-DE62-692CD582489F}"/>
          </ac:cxnSpMkLst>
        </pc:cxnChg>
        <pc:cxnChg chg="mod">
          <ac:chgData name="Lucie Fontaine" userId="2c6b0298-177f-4237-a83e-8637e19304d5" providerId="ADAL" clId="{38FDF7CA-A37A-44C1-A812-A8007AC22127}" dt="2026-04-16T08:11:03.934" v="7002"/>
          <ac:cxnSpMkLst>
            <pc:docMk/>
            <pc:sldMk cId="14037145" sldId="261"/>
            <ac:cxnSpMk id="122" creationId="{94B70AA2-16D2-2E06-F21A-5452FED8CCF2}"/>
          </ac:cxnSpMkLst>
        </pc:cxnChg>
        <pc:cxnChg chg="mod">
          <ac:chgData name="Lucie Fontaine" userId="2c6b0298-177f-4237-a83e-8637e19304d5" providerId="ADAL" clId="{38FDF7CA-A37A-44C1-A812-A8007AC22127}" dt="2026-04-16T08:11:03.934" v="7002"/>
          <ac:cxnSpMkLst>
            <pc:docMk/>
            <pc:sldMk cId="14037145" sldId="261"/>
            <ac:cxnSpMk id="123" creationId="{67918C55-1E2E-9432-F7D0-905F6A174706}"/>
          </ac:cxnSpMkLst>
        </pc:cxnChg>
        <pc:cxnChg chg="add mod">
          <ac:chgData name="Lucie Fontaine" userId="2c6b0298-177f-4237-a83e-8637e19304d5" providerId="ADAL" clId="{38FDF7CA-A37A-44C1-A812-A8007AC22127}" dt="2026-04-23T08:41:12.379" v="18942" actId="164"/>
          <ac:cxnSpMkLst>
            <pc:docMk/>
            <pc:sldMk cId="14037145" sldId="261"/>
            <ac:cxnSpMk id="127" creationId="{1FC718FF-2277-B10F-3663-837EC8D9368D}"/>
          </ac:cxnSpMkLst>
        </pc:cxnChg>
        <pc:cxnChg chg="add mod">
          <ac:chgData name="Lucie Fontaine" userId="2c6b0298-177f-4237-a83e-8637e19304d5" providerId="ADAL" clId="{38FDF7CA-A37A-44C1-A812-A8007AC22127}" dt="2026-04-22T09:45:12.748" v="16155" actId="164"/>
          <ac:cxnSpMkLst>
            <pc:docMk/>
            <pc:sldMk cId="14037145" sldId="261"/>
            <ac:cxnSpMk id="128" creationId="{564DF90B-5A1A-F162-BC50-CF10C335ED69}"/>
          </ac:cxnSpMkLst>
        </pc:cxnChg>
      </pc:sldChg>
      <pc:sldChg chg="addSp delSp modSp del mod">
        <pc:chgData name="Lucie Fontaine" userId="2c6b0298-177f-4237-a83e-8637e19304d5" providerId="ADAL" clId="{38FDF7CA-A37A-44C1-A812-A8007AC22127}" dt="2026-04-20T15:16:32.316" v="12565" actId="2696"/>
        <pc:sldMkLst>
          <pc:docMk/>
          <pc:sldMk cId="73023149" sldId="262"/>
        </pc:sldMkLst>
        <pc:spChg chg="mod">
          <ac:chgData name="Lucie Fontaine" userId="2c6b0298-177f-4237-a83e-8637e19304d5" providerId="ADAL" clId="{38FDF7CA-A37A-44C1-A812-A8007AC22127}" dt="2026-04-13T06:49:44.514" v="21" actId="20577"/>
          <ac:spMkLst>
            <pc:docMk/>
            <pc:sldMk cId="73023149" sldId="262"/>
            <ac:spMk id="2" creationId="{90CFC288-6727-A403-1771-8B967E3D2CAB}"/>
          </ac:spMkLst>
        </pc:spChg>
        <pc:spChg chg="add del">
          <ac:chgData name="Lucie Fontaine" userId="2c6b0298-177f-4237-a83e-8637e19304d5" providerId="ADAL" clId="{38FDF7CA-A37A-44C1-A812-A8007AC22127}" dt="2026-04-17T09:16:28.876" v="10664" actId="22"/>
          <ac:spMkLst>
            <pc:docMk/>
            <pc:sldMk cId="73023149" sldId="262"/>
            <ac:spMk id="5" creationId="{B9DFC38E-04E1-E053-66A8-C5C1C83C7AF1}"/>
          </ac:spMkLst>
        </pc:spChg>
        <pc:spChg chg="mod">
          <ac:chgData name="Lucie Fontaine" userId="2c6b0298-177f-4237-a83e-8637e19304d5" providerId="ADAL" clId="{38FDF7CA-A37A-44C1-A812-A8007AC22127}" dt="2026-04-17T09:16:35.021" v="10665"/>
          <ac:spMkLst>
            <pc:docMk/>
            <pc:sldMk cId="73023149" sldId="262"/>
            <ac:spMk id="7" creationId="{6E11BB3D-105E-DE87-0AA8-0F1BBC550E3E}"/>
          </ac:spMkLst>
        </pc:spChg>
        <pc:spChg chg="mod">
          <ac:chgData name="Lucie Fontaine" userId="2c6b0298-177f-4237-a83e-8637e19304d5" providerId="ADAL" clId="{38FDF7CA-A37A-44C1-A812-A8007AC22127}" dt="2026-04-17T09:16:35.021" v="10665"/>
          <ac:spMkLst>
            <pc:docMk/>
            <pc:sldMk cId="73023149" sldId="262"/>
            <ac:spMk id="8" creationId="{BDF4E57A-9628-F3EA-7FF6-981356D8C04F}"/>
          </ac:spMkLst>
        </pc:spChg>
        <pc:spChg chg="mod">
          <ac:chgData name="Lucie Fontaine" userId="2c6b0298-177f-4237-a83e-8637e19304d5" providerId="ADAL" clId="{38FDF7CA-A37A-44C1-A812-A8007AC22127}" dt="2026-04-17T09:16:35.021" v="10665"/>
          <ac:spMkLst>
            <pc:docMk/>
            <pc:sldMk cId="73023149" sldId="262"/>
            <ac:spMk id="12" creationId="{A49CFCE1-C537-94DB-27FC-D4CCD4F9168C}"/>
          </ac:spMkLst>
        </pc:spChg>
        <pc:spChg chg="mod">
          <ac:chgData name="Lucie Fontaine" userId="2c6b0298-177f-4237-a83e-8637e19304d5" providerId="ADAL" clId="{38FDF7CA-A37A-44C1-A812-A8007AC22127}" dt="2026-04-17T09:16:35.021" v="10665"/>
          <ac:spMkLst>
            <pc:docMk/>
            <pc:sldMk cId="73023149" sldId="262"/>
            <ac:spMk id="14" creationId="{662495C9-487F-985F-59EA-02CE66916502}"/>
          </ac:spMkLst>
        </pc:spChg>
        <pc:spChg chg="mod">
          <ac:chgData name="Lucie Fontaine" userId="2c6b0298-177f-4237-a83e-8637e19304d5" providerId="ADAL" clId="{38FDF7CA-A37A-44C1-A812-A8007AC22127}" dt="2026-04-17T09:16:35.021" v="10665"/>
          <ac:spMkLst>
            <pc:docMk/>
            <pc:sldMk cId="73023149" sldId="262"/>
            <ac:spMk id="21" creationId="{5D4EEA52-E6B8-2858-0D97-A3FBA4E0DCB9}"/>
          </ac:spMkLst>
        </pc:spChg>
        <pc:spChg chg="mod">
          <ac:chgData name="Lucie Fontaine" userId="2c6b0298-177f-4237-a83e-8637e19304d5" providerId="ADAL" clId="{38FDF7CA-A37A-44C1-A812-A8007AC22127}" dt="2026-04-17T09:16:35.021" v="10665"/>
          <ac:spMkLst>
            <pc:docMk/>
            <pc:sldMk cId="73023149" sldId="262"/>
            <ac:spMk id="22" creationId="{5617F386-6FA3-1A9F-97F6-70B27526F095}"/>
          </ac:spMkLst>
        </pc:spChg>
        <pc:spChg chg="mod">
          <ac:chgData name="Lucie Fontaine" userId="2c6b0298-177f-4237-a83e-8637e19304d5" providerId="ADAL" clId="{38FDF7CA-A37A-44C1-A812-A8007AC22127}" dt="2026-04-17T09:16:35.021" v="10665"/>
          <ac:spMkLst>
            <pc:docMk/>
            <pc:sldMk cId="73023149" sldId="262"/>
            <ac:spMk id="23" creationId="{A0F9B1FA-0897-E11D-A330-83566B582FE9}"/>
          </ac:spMkLst>
        </pc:spChg>
        <pc:spChg chg="mod">
          <ac:chgData name="Lucie Fontaine" userId="2c6b0298-177f-4237-a83e-8637e19304d5" providerId="ADAL" clId="{38FDF7CA-A37A-44C1-A812-A8007AC22127}" dt="2026-04-17T09:16:35.021" v="10665"/>
          <ac:spMkLst>
            <pc:docMk/>
            <pc:sldMk cId="73023149" sldId="262"/>
            <ac:spMk id="24" creationId="{779F047C-2C80-1F13-09B9-5FF0163B97A8}"/>
          </ac:spMkLst>
        </pc:spChg>
        <pc:spChg chg="mod">
          <ac:chgData name="Lucie Fontaine" userId="2c6b0298-177f-4237-a83e-8637e19304d5" providerId="ADAL" clId="{38FDF7CA-A37A-44C1-A812-A8007AC22127}" dt="2026-04-17T09:16:35.021" v="10665"/>
          <ac:spMkLst>
            <pc:docMk/>
            <pc:sldMk cId="73023149" sldId="262"/>
            <ac:spMk id="25" creationId="{77F543C2-C237-5384-5753-1AA663B46708}"/>
          </ac:spMkLst>
        </pc:spChg>
        <pc:spChg chg="mod">
          <ac:chgData name="Lucie Fontaine" userId="2c6b0298-177f-4237-a83e-8637e19304d5" providerId="ADAL" clId="{38FDF7CA-A37A-44C1-A812-A8007AC22127}" dt="2026-04-17T09:16:35.021" v="10665"/>
          <ac:spMkLst>
            <pc:docMk/>
            <pc:sldMk cId="73023149" sldId="262"/>
            <ac:spMk id="26" creationId="{28BF4B36-7C18-DBE8-244C-760BC2F64E6C}"/>
          </ac:spMkLst>
        </pc:spChg>
        <pc:grpChg chg="add mod">
          <ac:chgData name="Lucie Fontaine" userId="2c6b0298-177f-4237-a83e-8637e19304d5" providerId="ADAL" clId="{38FDF7CA-A37A-44C1-A812-A8007AC22127}" dt="2026-04-17T09:16:35.021" v="10665"/>
          <ac:grpSpMkLst>
            <pc:docMk/>
            <pc:sldMk cId="73023149" sldId="262"/>
            <ac:grpSpMk id="6" creationId="{C5BF8284-56CB-4A8E-C728-1E2C0A7AA12F}"/>
          </ac:grpSpMkLst>
        </pc:grpChg>
        <pc:grpChg chg="mod">
          <ac:chgData name="Lucie Fontaine" userId="2c6b0298-177f-4237-a83e-8637e19304d5" providerId="ADAL" clId="{38FDF7CA-A37A-44C1-A812-A8007AC22127}" dt="2026-04-17T09:16:35.021" v="10665"/>
          <ac:grpSpMkLst>
            <pc:docMk/>
            <pc:sldMk cId="73023149" sldId="262"/>
            <ac:grpSpMk id="9" creationId="{A9CC55B9-BD30-5512-E522-6E22B3CA6B2D}"/>
          </ac:grpSpMkLst>
        </pc:grpChg>
        <pc:grpChg chg="mod">
          <ac:chgData name="Lucie Fontaine" userId="2c6b0298-177f-4237-a83e-8637e19304d5" providerId="ADAL" clId="{38FDF7CA-A37A-44C1-A812-A8007AC22127}" dt="2026-04-17T09:16:35.021" v="10665"/>
          <ac:grpSpMkLst>
            <pc:docMk/>
            <pc:sldMk cId="73023149" sldId="262"/>
            <ac:grpSpMk id="10" creationId="{AF931447-BCFC-4056-33F3-25CEE43AC3C7}"/>
          </ac:grpSpMkLst>
        </pc:grpChg>
        <pc:grpChg chg="mod">
          <ac:chgData name="Lucie Fontaine" userId="2c6b0298-177f-4237-a83e-8637e19304d5" providerId="ADAL" clId="{38FDF7CA-A37A-44C1-A812-A8007AC22127}" dt="2026-04-17T09:16:35.021" v="10665"/>
          <ac:grpSpMkLst>
            <pc:docMk/>
            <pc:sldMk cId="73023149" sldId="262"/>
            <ac:grpSpMk id="16" creationId="{F7140BC4-A858-8CFD-09E8-93373CE27637}"/>
          </ac:grpSpMkLst>
        </pc:grpChg>
        <pc:grpChg chg="mod">
          <ac:chgData name="Lucie Fontaine" userId="2c6b0298-177f-4237-a83e-8637e19304d5" providerId="ADAL" clId="{38FDF7CA-A37A-44C1-A812-A8007AC22127}" dt="2026-04-17T09:16:35.021" v="10665"/>
          <ac:grpSpMkLst>
            <pc:docMk/>
            <pc:sldMk cId="73023149" sldId="262"/>
            <ac:grpSpMk id="18" creationId="{FFCA4D91-5577-6EF0-4D44-ABDC41955652}"/>
          </ac:grpSpMkLst>
        </pc:grpChg>
        <pc:cxnChg chg="mod">
          <ac:chgData name="Lucie Fontaine" userId="2c6b0298-177f-4237-a83e-8637e19304d5" providerId="ADAL" clId="{38FDF7CA-A37A-44C1-A812-A8007AC22127}" dt="2026-04-17T09:16:35.021" v="10665"/>
          <ac:cxnSpMkLst>
            <pc:docMk/>
            <pc:sldMk cId="73023149" sldId="262"/>
            <ac:cxnSpMk id="11" creationId="{84A9722E-3EF9-DDCB-9F23-3DBD5171D73D}"/>
          </ac:cxnSpMkLst>
        </pc:cxnChg>
        <pc:cxnChg chg="mod">
          <ac:chgData name="Lucie Fontaine" userId="2c6b0298-177f-4237-a83e-8637e19304d5" providerId="ADAL" clId="{38FDF7CA-A37A-44C1-A812-A8007AC22127}" dt="2026-04-17T09:16:35.021" v="10665"/>
          <ac:cxnSpMkLst>
            <pc:docMk/>
            <pc:sldMk cId="73023149" sldId="262"/>
            <ac:cxnSpMk id="13" creationId="{68571197-FD66-BAB0-6412-2F1FDB9B118B}"/>
          </ac:cxnSpMkLst>
        </pc:cxnChg>
        <pc:cxnChg chg="mod">
          <ac:chgData name="Lucie Fontaine" userId="2c6b0298-177f-4237-a83e-8637e19304d5" providerId="ADAL" clId="{38FDF7CA-A37A-44C1-A812-A8007AC22127}" dt="2026-04-17T09:16:35.021" v="10665"/>
          <ac:cxnSpMkLst>
            <pc:docMk/>
            <pc:sldMk cId="73023149" sldId="262"/>
            <ac:cxnSpMk id="15" creationId="{A69AB2DC-2218-C9DF-5901-BA9EF34A33ED}"/>
          </ac:cxnSpMkLst>
        </pc:cxnChg>
        <pc:cxnChg chg="mod">
          <ac:chgData name="Lucie Fontaine" userId="2c6b0298-177f-4237-a83e-8637e19304d5" providerId="ADAL" clId="{38FDF7CA-A37A-44C1-A812-A8007AC22127}" dt="2026-04-17T09:16:35.021" v="10665"/>
          <ac:cxnSpMkLst>
            <pc:docMk/>
            <pc:sldMk cId="73023149" sldId="262"/>
            <ac:cxnSpMk id="17" creationId="{553FE411-0CFB-051F-A657-F84E83BB73DC}"/>
          </ac:cxnSpMkLst>
        </pc:cxnChg>
        <pc:cxnChg chg="mod">
          <ac:chgData name="Lucie Fontaine" userId="2c6b0298-177f-4237-a83e-8637e19304d5" providerId="ADAL" clId="{38FDF7CA-A37A-44C1-A812-A8007AC22127}" dt="2026-04-17T09:16:35.021" v="10665"/>
          <ac:cxnSpMkLst>
            <pc:docMk/>
            <pc:sldMk cId="73023149" sldId="262"/>
            <ac:cxnSpMk id="19" creationId="{76D8929C-2F62-C2D8-24F8-72C1C318A534}"/>
          </ac:cxnSpMkLst>
        </pc:cxnChg>
        <pc:cxnChg chg="mod">
          <ac:chgData name="Lucie Fontaine" userId="2c6b0298-177f-4237-a83e-8637e19304d5" providerId="ADAL" clId="{38FDF7CA-A37A-44C1-A812-A8007AC22127}" dt="2026-04-17T09:16:35.021" v="10665"/>
          <ac:cxnSpMkLst>
            <pc:docMk/>
            <pc:sldMk cId="73023149" sldId="262"/>
            <ac:cxnSpMk id="20" creationId="{9FF18512-E6DE-B80D-8947-595E2F3AB444}"/>
          </ac:cxnSpMkLst>
        </pc:cxnChg>
        <pc:cxnChg chg="mod">
          <ac:chgData name="Lucie Fontaine" userId="2c6b0298-177f-4237-a83e-8637e19304d5" providerId="ADAL" clId="{38FDF7CA-A37A-44C1-A812-A8007AC22127}" dt="2026-04-17T09:16:35.021" v="10665"/>
          <ac:cxnSpMkLst>
            <pc:docMk/>
            <pc:sldMk cId="73023149" sldId="262"/>
            <ac:cxnSpMk id="27" creationId="{18BEB470-BC08-CCAC-079A-45C671EBCD1D}"/>
          </ac:cxnSpMkLst>
        </pc:cxnChg>
        <pc:cxnChg chg="mod">
          <ac:chgData name="Lucie Fontaine" userId="2c6b0298-177f-4237-a83e-8637e19304d5" providerId="ADAL" clId="{38FDF7CA-A37A-44C1-A812-A8007AC22127}" dt="2026-04-17T09:16:35.021" v="10665"/>
          <ac:cxnSpMkLst>
            <pc:docMk/>
            <pc:sldMk cId="73023149" sldId="262"/>
            <ac:cxnSpMk id="28" creationId="{F65C0B2B-88A7-E260-CAF9-EF44C3DDCEB7}"/>
          </ac:cxnSpMkLst>
        </pc:cxnChg>
        <pc:cxnChg chg="mod">
          <ac:chgData name="Lucie Fontaine" userId="2c6b0298-177f-4237-a83e-8637e19304d5" providerId="ADAL" clId="{38FDF7CA-A37A-44C1-A812-A8007AC22127}" dt="2026-04-17T09:16:35.021" v="10665"/>
          <ac:cxnSpMkLst>
            <pc:docMk/>
            <pc:sldMk cId="73023149" sldId="262"/>
            <ac:cxnSpMk id="29" creationId="{2C934240-572B-750A-21C9-1882D0EE1601}"/>
          </ac:cxnSpMkLst>
        </pc:cxnChg>
        <pc:cxnChg chg="mod">
          <ac:chgData name="Lucie Fontaine" userId="2c6b0298-177f-4237-a83e-8637e19304d5" providerId="ADAL" clId="{38FDF7CA-A37A-44C1-A812-A8007AC22127}" dt="2026-04-17T09:16:35.021" v="10665"/>
          <ac:cxnSpMkLst>
            <pc:docMk/>
            <pc:sldMk cId="73023149" sldId="262"/>
            <ac:cxnSpMk id="30" creationId="{C85B0B46-A376-FED6-ADEE-A4A1788C0174}"/>
          </ac:cxnSpMkLst>
        </pc:cxnChg>
        <pc:cxnChg chg="mod">
          <ac:chgData name="Lucie Fontaine" userId="2c6b0298-177f-4237-a83e-8637e19304d5" providerId="ADAL" clId="{38FDF7CA-A37A-44C1-A812-A8007AC22127}" dt="2026-04-17T09:16:35.021" v="10665"/>
          <ac:cxnSpMkLst>
            <pc:docMk/>
            <pc:sldMk cId="73023149" sldId="262"/>
            <ac:cxnSpMk id="31" creationId="{99EA2E51-1384-10CC-E752-C3142F5C17C5}"/>
          </ac:cxnSpMkLst>
        </pc:cxnChg>
        <pc:cxnChg chg="mod">
          <ac:chgData name="Lucie Fontaine" userId="2c6b0298-177f-4237-a83e-8637e19304d5" providerId="ADAL" clId="{38FDF7CA-A37A-44C1-A812-A8007AC22127}" dt="2026-04-17T09:16:35.021" v="10665"/>
          <ac:cxnSpMkLst>
            <pc:docMk/>
            <pc:sldMk cId="73023149" sldId="262"/>
            <ac:cxnSpMk id="32" creationId="{5D5E289A-CDDF-1394-64FC-FE1A70D82E05}"/>
          </ac:cxnSpMkLst>
        </pc:cxnChg>
        <pc:cxnChg chg="mod">
          <ac:chgData name="Lucie Fontaine" userId="2c6b0298-177f-4237-a83e-8637e19304d5" providerId="ADAL" clId="{38FDF7CA-A37A-44C1-A812-A8007AC22127}" dt="2026-04-17T09:16:35.021" v="10665"/>
          <ac:cxnSpMkLst>
            <pc:docMk/>
            <pc:sldMk cId="73023149" sldId="262"/>
            <ac:cxnSpMk id="33" creationId="{DFAEB56D-2A52-C70D-4376-C35AE121ABEE}"/>
          </ac:cxnSpMkLst>
        </pc:cxnChg>
        <pc:cxnChg chg="mod">
          <ac:chgData name="Lucie Fontaine" userId="2c6b0298-177f-4237-a83e-8637e19304d5" providerId="ADAL" clId="{38FDF7CA-A37A-44C1-A812-A8007AC22127}" dt="2026-04-17T09:16:35.021" v="10665"/>
          <ac:cxnSpMkLst>
            <pc:docMk/>
            <pc:sldMk cId="73023149" sldId="262"/>
            <ac:cxnSpMk id="34" creationId="{2EED03EF-F0E8-53EA-4B6D-0A05C6B87F0F}"/>
          </ac:cxnSpMkLst>
        </pc:cxnChg>
        <pc:cxnChg chg="del mod">
          <ac:chgData name="Lucie Fontaine" userId="2c6b0298-177f-4237-a83e-8637e19304d5" providerId="ADAL" clId="{38FDF7CA-A37A-44C1-A812-A8007AC22127}" dt="2026-04-17T09:16:39.189" v="10666" actId="478"/>
          <ac:cxnSpMkLst>
            <pc:docMk/>
            <pc:sldMk cId="73023149" sldId="262"/>
            <ac:cxnSpMk id="35" creationId="{E89C4883-5A3A-CC81-B364-E9C096727F13}"/>
          </ac:cxnSpMkLst>
        </pc:cxnChg>
      </pc:sldChg>
      <pc:sldChg chg="modSp new del mod">
        <pc:chgData name="Lucie Fontaine" userId="2c6b0298-177f-4237-a83e-8637e19304d5" providerId="ADAL" clId="{38FDF7CA-A37A-44C1-A812-A8007AC22127}" dt="2026-04-20T15:16:43.977" v="12566" actId="2696"/>
        <pc:sldMkLst>
          <pc:docMk/>
          <pc:sldMk cId="2025843471" sldId="263"/>
        </pc:sldMkLst>
        <pc:spChg chg="mod">
          <ac:chgData name="Lucie Fontaine" userId="2c6b0298-177f-4237-a83e-8637e19304d5" providerId="ADAL" clId="{38FDF7CA-A37A-44C1-A812-A8007AC22127}" dt="2026-04-13T06:49:51.655" v="32" actId="20577"/>
          <ac:spMkLst>
            <pc:docMk/>
            <pc:sldMk cId="2025843471" sldId="263"/>
            <ac:spMk id="2" creationId="{BDB892DD-84CA-7202-827A-4551F4068E7A}"/>
          </ac:spMkLst>
        </pc:spChg>
      </pc:sldChg>
      <pc:sldChg chg="addSp delSp modSp add mod modClrScheme modAnim chgLayout modNotesTx">
        <pc:chgData name="Lucie Fontaine" userId="2c6b0298-177f-4237-a83e-8637e19304d5" providerId="ADAL" clId="{38FDF7CA-A37A-44C1-A812-A8007AC22127}" dt="2026-04-28T14:14:41.396" v="22887" actId="20577"/>
        <pc:sldMkLst>
          <pc:docMk/>
          <pc:sldMk cId="1326655574" sldId="264"/>
        </pc:sldMkLst>
        <pc:spChg chg="mod ord">
          <ac:chgData name="Lucie Fontaine" userId="2c6b0298-177f-4237-a83e-8637e19304d5" providerId="ADAL" clId="{38FDF7CA-A37A-44C1-A812-A8007AC22127}" dt="2026-04-13T13:09:47.713" v="2139" actId="113"/>
          <ac:spMkLst>
            <pc:docMk/>
            <pc:sldMk cId="1326655574" sldId="264"/>
            <ac:spMk id="2" creationId="{B76AC0D6-5EF9-8D68-69B0-4C9D40832462}"/>
          </ac:spMkLst>
        </pc:spChg>
        <pc:spChg chg="del mod">
          <ac:chgData name="Lucie Fontaine" userId="2c6b0298-177f-4237-a83e-8637e19304d5" providerId="ADAL" clId="{38FDF7CA-A37A-44C1-A812-A8007AC22127}" dt="2026-04-13T07:15:54.767" v="133"/>
          <ac:spMkLst>
            <pc:docMk/>
            <pc:sldMk cId="1326655574" sldId="264"/>
            <ac:spMk id="3" creationId="{6DDE3F71-0B63-1635-D5A8-0CAB9FD27BB8}"/>
          </ac:spMkLst>
        </pc:spChg>
        <pc:spChg chg="add del mod ord">
          <ac:chgData name="Lucie Fontaine" userId="2c6b0298-177f-4237-a83e-8637e19304d5" providerId="ADAL" clId="{38FDF7CA-A37A-44C1-A812-A8007AC22127}" dt="2026-04-13T07:36:00.255" v="204" actId="700"/>
          <ac:spMkLst>
            <pc:docMk/>
            <pc:sldMk cId="1326655574" sldId="264"/>
            <ac:spMk id="4" creationId="{5E056EA2-C020-5669-CF8B-79D5405E1C0F}"/>
          </ac:spMkLst>
        </pc:spChg>
        <pc:spChg chg="add del mod ord">
          <ac:chgData name="Lucie Fontaine" userId="2c6b0298-177f-4237-a83e-8637e19304d5" providerId="ADAL" clId="{38FDF7CA-A37A-44C1-A812-A8007AC22127}" dt="2026-04-13T07:55:06.009" v="611" actId="700"/>
          <ac:spMkLst>
            <pc:docMk/>
            <pc:sldMk cId="1326655574" sldId="264"/>
            <ac:spMk id="5" creationId="{3C698243-0C76-F2B9-8A31-A3DD3D34ADA7}"/>
          </ac:spMkLst>
        </pc:spChg>
        <pc:spChg chg="add del mod ord">
          <ac:chgData name="Lucie Fontaine" userId="2c6b0298-177f-4237-a83e-8637e19304d5" providerId="ADAL" clId="{38FDF7CA-A37A-44C1-A812-A8007AC22127}" dt="2026-04-13T07:55:06.009" v="611" actId="700"/>
          <ac:spMkLst>
            <pc:docMk/>
            <pc:sldMk cId="1326655574" sldId="264"/>
            <ac:spMk id="6" creationId="{071031EB-5502-DE7F-C313-B05869D19826}"/>
          </ac:spMkLst>
        </pc:spChg>
        <pc:spChg chg="add del mod ord">
          <ac:chgData name="Lucie Fontaine" userId="2c6b0298-177f-4237-a83e-8637e19304d5" providerId="ADAL" clId="{38FDF7CA-A37A-44C1-A812-A8007AC22127}" dt="2026-04-13T07:55:06.009" v="611" actId="700"/>
          <ac:spMkLst>
            <pc:docMk/>
            <pc:sldMk cId="1326655574" sldId="264"/>
            <ac:spMk id="7" creationId="{3BD8FF72-21FD-940E-9517-57B9BC74C14F}"/>
          </ac:spMkLst>
        </pc:spChg>
        <pc:spChg chg="add mod">
          <ac:chgData name="Lucie Fontaine" userId="2c6b0298-177f-4237-a83e-8637e19304d5" providerId="ADAL" clId="{38FDF7CA-A37A-44C1-A812-A8007AC22127}" dt="2026-04-13T13:09:47.713" v="2139" actId="113"/>
          <ac:spMkLst>
            <pc:docMk/>
            <pc:sldMk cId="1326655574" sldId="264"/>
            <ac:spMk id="8" creationId="{DE75020D-B8DB-2A89-5519-CDA81F26A0F2}"/>
          </ac:spMkLst>
        </pc:spChg>
        <pc:spChg chg="add del mod">
          <ac:chgData name="Lucie Fontaine" userId="2c6b0298-177f-4237-a83e-8637e19304d5" providerId="ADAL" clId="{38FDF7CA-A37A-44C1-A812-A8007AC22127}" dt="2026-04-13T07:39:50.541" v="295" actId="478"/>
          <ac:spMkLst>
            <pc:docMk/>
            <pc:sldMk cId="1326655574" sldId="264"/>
            <ac:spMk id="9" creationId="{BB15969A-C178-6790-C540-80C14F80B864}"/>
          </ac:spMkLst>
        </pc:spChg>
        <pc:spChg chg="add mod">
          <ac:chgData name="Lucie Fontaine" userId="2c6b0298-177f-4237-a83e-8637e19304d5" providerId="ADAL" clId="{38FDF7CA-A37A-44C1-A812-A8007AC22127}" dt="2026-04-13T07:43:03.242" v="353" actId="1582"/>
          <ac:spMkLst>
            <pc:docMk/>
            <pc:sldMk cId="1326655574" sldId="264"/>
            <ac:spMk id="10" creationId="{6CEFF3C1-3962-B13F-70EA-8326C876039E}"/>
          </ac:spMkLst>
        </pc:spChg>
        <pc:spChg chg="add del mod">
          <ac:chgData name="Lucie Fontaine" userId="2c6b0298-177f-4237-a83e-8637e19304d5" providerId="ADAL" clId="{38FDF7CA-A37A-44C1-A812-A8007AC22127}" dt="2026-04-13T07:41:39.841" v="336"/>
          <ac:spMkLst>
            <pc:docMk/>
            <pc:sldMk cId="1326655574" sldId="264"/>
            <ac:spMk id="11" creationId="{56E007EB-EFAF-CA89-3B40-E3EC66F7546C}"/>
          </ac:spMkLst>
        </pc:spChg>
        <pc:spChg chg="add mod">
          <ac:chgData name="Lucie Fontaine" userId="2c6b0298-177f-4237-a83e-8637e19304d5" providerId="ADAL" clId="{38FDF7CA-A37A-44C1-A812-A8007AC22127}" dt="2026-04-13T07:42:51.155" v="350" actId="164"/>
          <ac:spMkLst>
            <pc:docMk/>
            <pc:sldMk cId="1326655574" sldId="264"/>
            <ac:spMk id="12" creationId="{46C66B7D-0C2F-1A34-B8EC-5E2F8068182A}"/>
          </ac:spMkLst>
        </pc:spChg>
        <pc:spChg chg="add mod">
          <ac:chgData name="Lucie Fontaine" userId="2c6b0298-177f-4237-a83e-8637e19304d5" providerId="ADAL" clId="{38FDF7CA-A37A-44C1-A812-A8007AC22127}" dt="2026-04-13T07:40:30.766" v="311" actId="767"/>
          <ac:spMkLst>
            <pc:docMk/>
            <pc:sldMk cId="1326655574" sldId="264"/>
            <ac:spMk id="13" creationId="{6A2CB1BC-F92E-DCC3-2B10-FB00AAFC711E}"/>
          </ac:spMkLst>
        </pc:spChg>
        <pc:spChg chg="add mod">
          <ac:chgData name="Lucie Fontaine" userId="2c6b0298-177f-4237-a83e-8637e19304d5" providerId="ADAL" clId="{38FDF7CA-A37A-44C1-A812-A8007AC22127}" dt="2026-04-13T07:43:18.645" v="355" actId="1582"/>
          <ac:spMkLst>
            <pc:docMk/>
            <pc:sldMk cId="1326655574" sldId="264"/>
            <ac:spMk id="14" creationId="{79B77FB3-2122-A3FA-6D69-2A97CF2270A4}"/>
          </ac:spMkLst>
        </pc:spChg>
        <pc:spChg chg="add mod">
          <ac:chgData name="Lucie Fontaine" userId="2c6b0298-177f-4237-a83e-8637e19304d5" providerId="ADAL" clId="{38FDF7CA-A37A-44C1-A812-A8007AC22127}" dt="2026-04-13T07:42:51.155" v="350" actId="164"/>
          <ac:spMkLst>
            <pc:docMk/>
            <pc:sldMk cId="1326655574" sldId="264"/>
            <ac:spMk id="16" creationId="{CA7CE86F-4C06-B41F-E746-E407D0AE5EA5}"/>
          </ac:spMkLst>
        </pc:spChg>
        <pc:spChg chg="add mod ord">
          <ac:chgData name="Lucie Fontaine" userId="2c6b0298-177f-4237-a83e-8637e19304d5" providerId="ADAL" clId="{38FDF7CA-A37A-44C1-A812-A8007AC22127}" dt="2026-04-13T13:09:47.713" v="2139" actId="113"/>
          <ac:spMkLst>
            <pc:docMk/>
            <pc:sldMk cId="1326655574" sldId="264"/>
            <ac:spMk id="22" creationId="{F899D85A-25C9-F9AB-86DC-2259FFC5A86D}"/>
          </ac:spMkLst>
        </pc:spChg>
        <pc:spChg chg="mod">
          <ac:chgData name="Lucie Fontaine" userId="2c6b0298-177f-4237-a83e-8637e19304d5" providerId="ADAL" clId="{38FDF7CA-A37A-44C1-A812-A8007AC22127}" dt="2026-04-13T07:56:23.047" v="635"/>
          <ac:spMkLst>
            <pc:docMk/>
            <pc:sldMk cId="1326655574" sldId="264"/>
            <ac:spMk id="26" creationId="{B07F787C-13FD-E821-963F-13BDFFE28B66}"/>
          </ac:spMkLst>
        </pc:spChg>
        <pc:spChg chg="add mod">
          <ac:chgData name="Lucie Fontaine" userId="2c6b0298-177f-4237-a83e-8637e19304d5" providerId="ADAL" clId="{38FDF7CA-A37A-44C1-A812-A8007AC22127}" dt="2026-04-13T13:09:52.558" v="2141" actId="113"/>
          <ac:spMkLst>
            <pc:docMk/>
            <pc:sldMk cId="1326655574" sldId="264"/>
            <ac:spMk id="35" creationId="{74971AA3-42E7-951E-981E-897CECA2B1F6}"/>
          </ac:spMkLst>
        </pc:spChg>
        <pc:grpChg chg="add mod">
          <ac:chgData name="Lucie Fontaine" userId="2c6b0298-177f-4237-a83e-8637e19304d5" providerId="ADAL" clId="{38FDF7CA-A37A-44C1-A812-A8007AC22127}" dt="2026-04-13T07:55:17.047" v="612" actId="164"/>
          <ac:grpSpMkLst>
            <pc:docMk/>
            <pc:sldMk cId="1326655574" sldId="264"/>
            <ac:grpSpMk id="15" creationId="{87F9993F-4416-E14F-149A-655FC9C076CC}"/>
          </ac:grpSpMkLst>
        </pc:grpChg>
        <pc:grpChg chg="add mod">
          <ac:chgData name="Lucie Fontaine" userId="2c6b0298-177f-4237-a83e-8637e19304d5" providerId="ADAL" clId="{38FDF7CA-A37A-44C1-A812-A8007AC22127}" dt="2026-04-13T07:55:17.047" v="612" actId="164"/>
          <ac:grpSpMkLst>
            <pc:docMk/>
            <pc:sldMk cId="1326655574" sldId="264"/>
            <ac:grpSpMk id="17" creationId="{B4087DB6-A7FC-9D03-C1DF-33F7DABDF999}"/>
          </ac:grpSpMkLst>
        </pc:grpChg>
        <pc:grpChg chg="add del mod">
          <ac:chgData name="Lucie Fontaine" userId="2c6b0298-177f-4237-a83e-8637e19304d5" providerId="ADAL" clId="{38FDF7CA-A37A-44C1-A812-A8007AC22127}" dt="2026-04-13T08:08:18.144" v="709" actId="478"/>
          <ac:grpSpMkLst>
            <pc:docMk/>
            <pc:sldMk cId="1326655574" sldId="264"/>
            <ac:grpSpMk id="23" creationId="{52979A9C-2BC6-D040-09F4-7F40EAA77CC9}"/>
          </ac:grpSpMkLst>
        </pc:grpChg>
        <pc:grpChg chg="add mod">
          <ac:chgData name="Lucie Fontaine" userId="2c6b0298-177f-4237-a83e-8637e19304d5" providerId="ADAL" clId="{38FDF7CA-A37A-44C1-A812-A8007AC22127}" dt="2026-04-13T07:56:23.047" v="635"/>
          <ac:grpSpMkLst>
            <pc:docMk/>
            <pc:sldMk cId="1326655574" sldId="264"/>
            <ac:grpSpMk id="24" creationId="{C93B8989-C6E2-5E57-70FD-F5C515413CEE}"/>
          </ac:grpSpMkLst>
        </pc:grpChg>
        <pc:picChg chg="add mod ord modCrop">
          <ac:chgData name="Lucie Fontaine" userId="2c6b0298-177f-4237-a83e-8637e19304d5" providerId="ADAL" clId="{38FDF7CA-A37A-44C1-A812-A8007AC22127}" dt="2026-04-13T08:08:04.019" v="708" actId="1076"/>
          <ac:picMkLst>
            <pc:docMk/>
            <pc:sldMk cId="1326655574" sldId="264"/>
            <ac:picMk id="21" creationId="{9C4E527F-30D8-C0A5-4833-C1170C1F54AB}"/>
          </ac:picMkLst>
        </pc:picChg>
        <pc:picChg chg="mod">
          <ac:chgData name="Lucie Fontaine" userId="2c6b0298-177f-4237-a83e-8637e19304d5" providerId="ADAL" clId="{38FDF7CA-A37A-44C1-A812-A8007AC22127}" dt="2026-04-13T07:56:23.047" v="635"/>
          <ac:picMkLst>
            <pc:docMk/>
            <pc:sldMk cId="1326655574" sldId="264"/>
            <ac:picMk id="25" creationId="{1D3B1C66-B0A3-6073-DCEF-1E96B0C1EAFB}"/>
          </ac:picMkLst>
        </pc:picChg>
        <pc:picChg chg="add mod ord">
          <ac:chgData name="Lucie Fontaine" userId="2c6b0298-177f-4237-a83e-8637e19304d5" providerId="ADAL" clId="{38FDF7CA-A37A-44C1-A812-A8007AC22127}" dt="2026-04-13T13:09:47.713" v="2139" actId="113"/>
          <ac:picMkLst>
            <pc:docMk/>
            <pc:sldMk cId="1326655574" sldId="264"/>
            <ac:picMk id="27" creationId="{1A1A0D20-A9C1-9332-7EC1-1AA5A614DF2A}"/>
          </ac:picMkLst>
        </pc:picChg>
        <pc:picChg chg="add mod ord">
          <ac:chgData name="Lucie Fontaine" userId="2c6b0298-177f-4237-a83e-8637e19304d5" providerId="ADAL" clId="{38FDF7CA-A37A-44C1-A812-A8007AC22127}" dt="2026-04-13T13:09:47.713" v="2139" actId="113"/>
          <ac:picMkLst>
            <pc:docMk/>
            <pc:sldMk cId="1326655574" sldId="264"/>
            <ac:picMk id="1026" creationId="{9DC79B4B-3BE6-0BFE-E5AC-53C5EDEDF4DA}"/>
          </ac:picMkLst>
        </pc:picChg>
        <pc:cxnChg chg="add mod">
          <ac:chgData name="Lucie Fontaine" userId="2c6b0298-177f-4237-a83e-8637e19304d5" providerId="ADAL" clId="{38FDF7CA-A37A-44C1-A812-A8007AC22127}" dt="2026-04-13T08:08:18.144" v="709" actId="478"/>
          <ac:cxnSpMkLst>
            <pc:docMk/>
            <pc:sldMk cId="1326655574" sldId="264"/>
            <ac:cxnSpMk id="19" creationId="{EF52DD76-DF92-8C2C-CBA7-6706F5ECE4EF}"/>
          </ac:cxnSpMkLst>
        </pc:cxnChg>
        <pc:cxnChg chg="add mod">
          <ac:chgData name="Lucie Fontaine" userId="2c6b0298-177f-4237-a83e-8637e19304d5" providerId="ADAL" clId="{38FDF7CA-A37A-44C1-A812-A8007AC22127}" dt="2026-04-13T13:09:47.713" v="2139" actId="113"/>
          <ac:cxnSpMkLst>
            <pc:docMk/>
            <pc:sldMk cId="1326655574" sldId="264"/>
            <ac:cxnSpMk id="29" creationId="{F4717CD0-A136-C4BC-3E80-8BDAD63F54A9}"/>
          </ac:cxnSpMkLst>
        </pc:cxnChg>
      </pc:sldChg>
      <pc:sldChg chg="addSp delSp modSp new mod modClrScheme chgLayout">
        <pc:chgData name="Lucie Fontaine" userId="2c6b0298-177f-4237-a83e-8637e19304d5" providerId="ADAL" clId="{38FDF7CA-A37A-44C1-A812-A8007AC22127}" dt="2026-04-15T14:45:37.336" v="5986" actId="478"/>
        <pc:sldMkLst>
          <pc:docMk/>
          <pc:sldMk cId="446709553" sldId="265"/>
        </pc:sldMkLst>
        <pc:spChg chg="mod ord">
          <ac:chgData name="Lucie Fontaine" userId="2c6b0298-177f-4237-a83e-8637e19304d5" providerId="ADAL" clId="{38FDF7CA-A37A-44C1-A812-A8007AC22127}" dt="2026-04-15T14:17:47.389" v="5896" actId="700"/>
          <ac:spMkLst>
            <pc:docMk/>
            <pc:sldMk cId="446709553" sldId="265"/>
            <ac:spMk id="2" creationId="{4E786ECA-3994-6B6E-5B82-29F90D159897}"/>
          </ac:spMkLst>
        </pc:spChg>
        <pc:spChg chg="del mod">
          <ac:chgData name="Lucie Fontaine" userId="2c6b0298-177f-4237-a83e-8637e19304d5" providerId="ADAL" clId="{38FDF7CA-A37A-44C1-A812-A8007AC22127}" dt="2026-04-15T14:15:39.844" v="5876" actId="22"/>
          <ac:spMkLst>
            <pc:docMk/>
            <pc:sldMk cId="446709553" sldId="265"/>
            <ac:spMk id="3" creationId="{A11366AD-47D3-DA26-22C6-C4C6625280A7}"/>
          </ac:spMkLst>
        </pc:spChg>
        <pc:spChg chg="add del mod ord">
          <ac:chgData name="Lucie Fontaine" userId="2c6b0298-177f-4237-a83e-8637e19304d5" providerId="ADAL" clId="{38FDF7CA-A37A-44C1-A812-A8007AC22127}" dt="2026-04-15T14:17:28.354" v="5888" actId="700"/>
          <ac:spMkLst>
            <pc:docMk/>
            <pc:sldMk cId="446709553" sldId="265"/>
            <ac:spMk id="6" creationId="{C532C9A3-65B3-22A5-D972-03E2A6C56FE5}"/>
          </ac:spMkLst>
        </pc:spChg>
        <pc:spChg chg="add del mod ord">
          <ac:chgData name="Lucie Fontaine" userId="2c6b0298-177f-4237-a83e-8637e19304d5" providerId="ADAL" clId="{38FDF7CA-A37A-44C1-A812-A8007AC22127}" dt="2026-04-15T14:17:39.962" v="5893" actId="700"/>
          <ac:spMkLst>
            <pc:docMk/>
            <pc:sldMk cId="446709553" sldId="265"/>
            <ac:spMk id="7" creationId="{5B49FC2C-B009-B6E0-E623-60054357ECB7}"/>
          </ac:spMkLst>
        </pc:spChg>
        <pc:spChg chg="add del mod ord">
          <ac:chgData name="Lucie Fontaine" userId="2c6b0298-177f-4237-a83e-8637e19304d5" providerId="ADAL" clId="{38FDF7CA-A37A-44C1-A812-A8007AC22127}" dt="2026-04-15T14:17:47.389" v="5896" actId="700"/>
          <ac:spMkLst>
            <pc:docMk/>
            <pc:sldMk cId="446709553" sldId="265"/>
            <ac:spMk id="9" creationId="{F725B325-3D62-3228-D21E-5ED6A5205CBA}"/>
          </ac:spMkLst>
        </pc:spChg>
        <pc:spChg chg="add del mod ord">
          <ac:chgData name="Lucie Fontaine" userId="2c6b0298-177f-4237-a83e-8637e19304d5" providerId="ADAL" clId="{38FDF7CA-A37A-44C1-A812-A8007AC22127}" dt="2026-04-15T14:17:51.002" v="5898"/>
          <ac:spMkLst>
            <pc:docMk/>
            <pc:sldMk cId="446709553" sldId="265"/>
            <ac:spMk id="10" creationId="{790E9F0C-921C-EADB-DB62-E4F062868F48}"/>
          </ac:spMkLst>
        </pc:spChg>
        <pc:spChg chg="add del mod ord">
          <ac:chgData name="Lucie Fontaine" userId="2c6b0298-177f-4237-a83e-8637e19304d5" providerId="ADAL" clId="{38FDF7CA-A37A-44C1-A812-A8007AC22127}" dt="2026-04-15T14:25:04.092" v="5958" actId="931"/>
          <ac:spMkLst>
            <pc:docMk/>
            <pc:sldMk cId="446709553" sldId="265"/>
            <ac:spMk id="11" creationId="{B551B939-5EF1-414B-F1AF-8433219F486C}"/>
          </ac:spMkLst>
        </pc:spChg>
        <pc:spChg chg="add del mod">
          <ac:chgData name="Lucie Fontaine" userId="2c6b0298-177f-4237-a83e-8637e19304d5" providerId="ADAL" clId="{38FDF7CA-A37A-44C1-A812-A8007AC22127}" dt="2026-04-15T14:29:06.922" v="5960" actId="478"/>
          <ac:spMkLst>
            <pc:docMk/>
            <pc:sldMk cId="446709553" sldId="265"/>
            <ac:spMk id="13" creationId="{7FFEC176-360A-7DC5-ECC5-83516DD7B739}"/>
          </ac:spMkLst>
        </pc:spChg>
        <pc:spChg chg="add del mod">
          <ac:chgData name="Lucie Fontaine" userId="2c6b0298-177f-4237-a83e-8637e19304d5" providerId="ADAL" clId="{38FDF7CA-A37A-44C1-A812-A8007AC22127}" dt="2026-04-15T14:29:06.922" v="5960" actId="478"/>
          <ac:spMkLst>
            <pc:docMk/>
            <pc:sldMk cId="446709553" sldId="265"/>
            <ac:spMk id="14" creationId="{8AF534AD-7563-153B-B1DE-4FA5B10915C0}"/>
          </ac:spMkLst>
        </pc:spChg>
        <pc:spChg chg="add del mod">
          <ac:chgData name="Lucie Fontaine" userId="2c6b0298-177f-4237-a83e-8637e19304d5" providerId="ADAL" clId="{38FDF7CA-A37A-44C1-A812-A8007AC22127}" dt="2026-04-15T14:25:46.432" v="5959" actId="478"/>
          <ac:spMkLst>
            <pc:docMk/>
            <pc:sldMk cId="446709553" sldId="265"/>
            <ac:spMk id="15" creationId="{2170F0A7-C0A0-1D8F-D1A6-0F67646226A4}"/>
          </ac:spMkLst>
        </pc:spChg>
        <pc:spChg chg="add del mod">
          <ac:chgData name="Lucie Fontaine" userId="2c6b0298-177f-4237-a83e-8637e19304d5" providerId="ADAL" clId="{38FDF7CA-A37A-44C1-A812-A8007AC22127}" dt="2026-04-15T14:29:09.321" v="5962"/>
          <ac:spMkLst>
            <pc:docMk/>
            <pc:sldMk cId="446709553" sldId="265"/>
            <ac:spMk id="19" creationId="{1A9ABB74-A41E-10D7-EC8E-C99934359FFA}"/>
          </ac:spMkLst>
        </pc:spChg>
        <pc:spChg chg="add del mod">
          <ac:chgData name="Lucie Fontaine" userId="2c6b0298-177f-4237-a83e-8637e19304d5" providerId="ADAL" clId="{38FDF7CA-A37A-44C1-A812-A8007AC22127}" dt="2026-04-15T14:29:46.970" v="5964"/>
          <ac:spMkLst>
            <pc:docMk/>
            <pc:sldMk cId="446709553" sldId="265"/>
            <ac:spMk id="21" creationId="{DA093E9C-46D5-ED01-1E40-FC5077F2A1BB}"/>
          </ac:spMkLst>
        </pc:spChg>
        <pc:spChg chg="add del mod">
          <ac:chgData name="Lucie Fontaine" userId="2c6b0298-177f-4237-a83e-8637e19304d5" providerId="ADAL" clId="{38FDF7CA-A37A-44C1-A812-A8007AC22127}" dt="2026-04-15T14:45:21.518" v="5982" actId="478"/>
          <ac:spMkLst>
            <pc:docMk/>
            <pc:sldMk cId="446709553" sldId="265"/>
            <ac:spMk id="25" creationId="{63BC7C33-D825-DD66-D9AE-330B77849911}"/>
          </ac:spMkLst>
        </pc:spChg>
        <pc:spChg chg="add del mod">
          <ac:chgData name="Lucie Fontaine" userId="2c6b0298-177f-4237-a83e-8637e19304d5" providerId="ADAL" clId="{38FDF7CA-A37A-44C1-A812-A8007AC22127}" dt="2026-04-15T14:45:37.336" v="5986" actId="478"/>
          <ac:spMkLst>
            <pc:docMk/>
            <pc:sldMk cId="446709553" sldId="265"/>
            <ac:spMk id="26" creationId="{CDCAE617-5D49-C2C7-DB81-8825C28184C9}"/>
          </ac:spMkLst>
        </pc:spChg>
        <pc:spChg chg="add mod">
          <ac:chgData name="Lucie Fontaine" userId="2c6b0298-177f-4237-a83e-8637e19304d5" providerId="ADAL" clId="{38FDF7CA-A37A-44C1-A812-A8007AC22127}" dt="2026-04-15T14:45:32.722" v="5985" actId="5793"/>
          <ac:spMkLst>
            <pc:docMk/>
            <pc:sldMk cId="446709553" sldId="265"/>
            <ac:spMk id="30" creationId="{C2BFC988-B413-992B-48B9-1C4ACEA8699B}"/>
          </ac:spMkLst>
        </pc:spChg>
        <pc:picChg chg="add del mod ord modCrop">
          <ac:chgData name="Lucie Fontaine" userId="2c6b0298-177f-4237-a83e-8637e19304d5" providerId="ADAL" clId="{38FDF7CA-A37A-44C1-A812-A8007AC22127}" dt="2026-04-15T14:17:42.949" v="5895" actId="21"/>
          <ac:picMkLst>
            <pc:docMk/>
            <pc:sldMk cId="446709553" sldId="265"/>
            <ac:picMk id="5" creationId="{8EBCCDEF-6341-F1D6-9124-24C0CDD22F68}"/>
          </ac:picMkLst>
        </pc:picChg>
        <pc:picChg chg="add del mod">
          <ac:chgData name="Lucie Fontaine" userId="2c6b0298-177f-4237-a83e-8637e19304d5" providerId="ADAL" clId="{38FDF7CA-A37A-44C1-A812-A8007AC22127}" dt="2026-04-15T14:29:06.922" v="5960" actId="478"/>
          <ac:picMkLst>
            <pc:docMk/>
            <pc:sldMk cId="446709553" sldId="265"/>
            <ac:picMk id="12" creationId="{8EBCCDEF-6341-F1D6-9124-24C0CDD22F68}"/>
          </ac:picMkLst>
        </pc:picChg>
        <pc:picChg chg="add del mod">
          <ac:chgData name="Lucie Fontaine" userId="2c6b0298-177f-4237-a83e-8637e19304d5" providerId="ADAL" clId="{38FDF7CA-A37A-44C1-A812-A8007AC22127}" dt="2026-04-15T14:29:08.424" v="5961" actId="21"/>
          <ac:picMkLst>
            <pc:docMk/>
            <pc:sldMk cId="446709553" sldId="265"/>
            <ac:picMk id="17" creationId="{03F5BCED-96AE-C79B-76BD-431595B8B5B7}"/>
          </ac:picMkLst>
        </pc:picChg>
        <pc:picChg chg="add mod">
          <ac:chgData name="Lucie Fontaine" userId="2c6b0298-177f-4237-a83e-8637e19304d5" providerId="ADAL" clId="{38FDF7CA-A37A-44C1-A812-A8007AC22127}" dt="2026-04-15T14:29:09.321" v="5962"/>
          <ac:picMkLst>
            <pc:docMk/>
            <pc:sldMk cId="446709553" sldId="265"/>
            <ac:picMk id="22" creationId="{03F5BCED-96AE-C79B-76BD-431595B8B5B7}"/>
          </ac:picMkLst>
        </pc:picChg>
        <pc:picChg chg="add del mod">
          <ac:chgData name="Lucie Fontaine" userId="2c6b0298-177f-4237-a83e-8637e19304d5" providerId="ADAL" clId="{38FDF7CA-A37A-44C1-A812-A8007AC22127}" dt="2026-04-15T14:45:24.069" v="5984" actId="478"/>
          <ac:picMkLst>
            <pc:docMk/>
            <pc:sldMk cId="446709553" sldId="265"/>
            <ac:picMk id="24" creationId="{3E459420-25E7-87C4-AB99-386290339DE3}"/>
          </ac:picMkLst>
        </pc:picChg>
        <pc:cxnChg chg="add del mod">
          <ac:chgData name="Lucie Fontaine" userId="2c6b0298-177f-4237-a83e-8637e19304d5" providerId="ADAL" clId="{38FDF7CA-A37A-44C1-A812-A8007AC22127}" dt="2026-04-15T14:45:22.522" v="5983" actId="478"/>
          <ac:cxnSpMkLst>
            <pc:docMk/>
            <pc:sldMk cId="446709553" sldId="265"/>
            <ac:cxnSpMk id="28" creationId="{F90E02DA-D010-3D28-6A90-C88D1323011D}"/>
          </ac:cxnSpMkLst>
        </pc:cxnChg>
      </pc:sldChg>
      <pc:sldChg chg="addSp delSp modSp new del mod modClrScheme chgLayout">
        <pc:chgData name="Lucie Fontaine" userId="2c6b0298-177f-4237-a83e-8637e19304d5" providerId="ADAL" clId="{38FDF7CA-A37A-44C1-A812-A8007AC22127}" dt="2026-04-13T13:11:45.567" v="2180" actId="2696"/>
        <pc:sldMkLst>
          <pc:docMk/>
          <pc:sldMk cId="1136964702" sldId="266"/>
        </pc:sldMkLst>
        <pc:spChg chg="mod ord">
          <ac:chgData name="Lucie Fontaine" userId="2c6b0298-177f-4237-a83e-8637e19304d5" providerId="ADAL" clId="{38FDF7CA-A37A-44C1-A812-A8007AC22127}" dt="2026-04-13T09:28:45.449" v="773" actId="700"/>
          <ac:spMkLst>
            <pc:docMk/>
            <pc:sldMk cId="1136964702" sldId="266"/>
            <ac:spMk id="2" creationId="{B8C5D6BD-E813-A588-E68B-3F1FA80821BC}"/>
          </ac:spMkLst>
        </pc:spChg>
        <pc:spChg chg="del mod">
          <ac:chgData name="Lucie Fontaine" userId="2c6b0298-177f-4237-a83e-8637e19304d5" providerId="ADAL" clId="{38FDF7CA-A37A-44C1-A812-A8007AC22127}" dt="2026-04-13T07:57:23.403" v="699" actId="700"/>
          <ac:spMkLst>
            <pc:docMk/>
            <pc:sldMk cId="1136964702" sldId="266"/>
            <ac:spMk id="3" creationId="{5F1DEBC2-B617-22B1-C525-8A0E2D932ECB}"/>
          </ac:spMkLst>
        </pc:spChg>
        <pc:spChg chg="del mod ord">
          <ac:chgData name="Lucie Fontaine" userId="2c6b0298-177f-4237-a83e-8637e19304d5" providerId="ADAL" clId="{38FDF7CA-A37A-44C1-A812-A8007AC22127}" dt="2026-04-13T07:57:23.403" v="699" actId="700"/>
          <ac:spMkLst>
            <pc:docMk/>
            <pc:sldMk cId="1136964702" sldId="266"/>
            <ac:spMk id="4" creationId="{2DC86269-0970-524A-597E-DE48872F5638}"/>
          </ac:spMkLst>
        </pc:spChg>
        <pc:spChg chg="del mod">
          <ac:chgData name="Lucie Fontaine" userId="2c6b0298-177f-4237-a83e-8637e19304d5" providerId="ADAL" clId="{38FDF7CA-A37A-44C1-A812-A8007AC22127}" dt="2026-04-13T07:57:23.403" v="699" actId="700"/>
          <ac:spMkLst>
            <pc:docMk/>
            <pc:sldMk cId="1136964702" sldId="266"/>
            <ac:spMk id="5" creationId="{47E7C353-0A9A-16D3-0255-F3A8E245390B}"/>
          </ac:spMkLst>
        </pc:spChg>
        <pc:spChg chg="del mod ord">
          <ac:chgData name="Lucie Fontaine" userId="2c6b0298-177f-4237-a83e-8637e19304d5" providerId="ADAL" clId="{38FDF7CA-A37A-44C1-A812-A8007AC22127}" dt="2026-04-13T07:57:23.403" v="699" actId="700"/>
          <ac:spMkLst>
            <pc:docMk/>
            <pc:sldMk cId="1136964702" sldId="266"/>
            <ac:spMk id="6" creationId="{0594252B-F828-5875-3028-5D71A24B5392}"/>
          </ac:spMkLst>
        </pc:spChg>
        <pc:spChg chg="add del mod ord">
          <ac:chgData name="Lucie Fontaine" userId="2c6b0298-177f-4237-a83e-8637e19304d5" providerId="ADAL" clId="{38FDF7CA-A37A-44C1-A812-A8007AC22127}" dt="2026-04-13T09:07:01.042" v="751" actId="700"/>
          <ac:spMkLst>
            <pc:docMk/>
            <pc:sldMk cId="1136964702" sldId="266"/>
            <ac:spMk id="7" creationId="{14A1888A-39BF-2C06-7030-A1972581F581}"/>
          </ac:spMkLst>
        </pc:spChg>
        <pc:spChg chg="add del mod ord">
          <ac:chgData name="Lucie Fontaine" userId="2c6b0298-177f-4237-a83e-8637e19304d5" providerId="ADAL" clId="{38FDF7CA-A37A-44C1-A812-A8007AC22127}" dt="2026-04-13T09:07:01.042" v="751" actId="700"/>
          <ac:spMkLst>
            <pc:docMk/>
            <pc:sldMk cId="1136964702" sldId="266"/>
            <ac:spMk id="8" creationId="{30DA85EB-7E69-56BD-8768-F6382519B6F2}"/>
          </ac:spMkLst>
        </pc:spChg>
        <pc:spChg chg="add del mod ord">
          <ac:chgData name="Lucie Fontaine" userId="2c6b0298-177f-4237-a83e-8637e19304d5" providerId="ADAL" clId="{38FDF7CA-A37A-44C1-A812-A8007AC22127}" dt="2026-04-13T09:28:45.449" v="773" actId="700"/>
          <ac:spMkLst>
            <pc:docMk/>
            <pc:sldMk cId="1136964702" sldId="266"/>
            <ac:spMk id="9" creationId="{1E4E6709-98A8-3E7F-13EC-1213A1354D68}"/>
          </ac:spMkLst>
        </pc:spChg>
        <pc:spChg chg="add del mod ord">
          <ac:chgData name="Lucie Fontaine" userId="2c6b0298-177f-4237-a83e-8637e19304d5" providerId="ADAL" clId="{38FDF7CA-A37A-44C1-A812-A8007AC22127}" dt="2026-04-13T09:28:45.449" v="773" actId="700"/>
          <ac:spMkLst>
            <pc:docMk/>
            <pc:sldMk cId="1136964702" sldId="266"/>
            <ac:spMk id="10" creationId="{C2273361-35CF-46D7-1B6C-AF1EDC388D0B}"/>
          </ac:spMkLst>
        </pc:spChg>
        <pc:spChg chg="add del mod ord">
          <ac:chgData name="Lucie Fontaine" userId="2c6b0298-177f-4237-a83e-8637e19304d5" providerId="ADAL" clId="{38FDF7CA-A37A-44C1-A812-A8007AC22127}" dt="2026-04-13T09:28:45.449" v="773" actId="700"/>
          <ac:spMkLst>
            <pc:docMk/>
            <pc:sldMk cId="1136964702" sldId="266"/>
            <ac:spMk id="11" creationId="{0E8E4D51-1ACF-3E5A-2F97-7620CC47A1A5}"/>
          </ac:spMkLst>
        </pc:spChg>
        <pc:spChg chg="add del mod ord">
          <ac:chgData name="Lucie Fontaine" userId="2c6b0298-177f-4237-a83e-8637e19304d5" providerId="ADAL" clId="{38FDF7CA-A37A-44C1-A812-A8007AC22127}" dt="2026-04-13T09:28:45.449" v="773" actId="700"/>
          <ac:spMkLst>
            <pc:docMk/>
            <pc:sldMk cId="1136964702" sldId="266"/>
            <ac:spMk id="12" creationId="{76236B49-5B74-8215-8143-1002FED6DB23}"/>
          </ac:spMkLst>
        </pc:spChg>
        <pc:spChg chg="add mod ord">
          <ac:chgData name="Lucie Fontaine" userId="2c6b0298-177f-4237-a83e-8637e19304d5" providerId="ADAL" clId="{38FDF7CA-A37A-44C1-A812-A8007AC22127}" dt="2026-04-13T09:44:13.839" v="914" actId="20577"/>
          <ac:spMkLst>
            <pc:docMk/>
            <pc:sldMk cId="1136964702" sldId="266"/>
            <ac:spMk id="13" creationId="{4ADB608E-56B1-82D9-68EF-B478A430985F}"/>
          </ac:spMkLst>
        </pc:spChg>
        <pc:spChg chg="add del mod">
          <ac:chgData name="Lucie Fontaine" userId="2c6b0298-177f-4237-a83e-8637e19304d5" providerId="ADAL" clId="{38FDF7CA-A37A-44C1-A812-A8007AC22127}" dt="2026-04-13T12:31:34.411" v="1334" actId="478"/>
          <ac:spMkLst>
            <pc:docMk/>
            <pc:sldMk cId="1136964702" sldId="266"/>
            <ac:spMk id="20" creationId="{A45ED142-84A9-6303-8C2D-36E86E2A685D}"/>
          </ac:spMkLst>
        </pc:spChg>
        <pc:spChg chg="add del mod">
          <ac:chgData name="Lucie Fontaine" userId="2c6b0298-177f-4237-a83e-8637e19304d5" providerId="ADAL" clId="{38FDF7CA-A37A-44C1-A812-A8007AC22127}" dt="2026-04-13T12:31:33.182" v="1333" actId="478"/>
          <ac:spMkLst>
            <pc:docMk/>
            <pc:sldMk cId="1136964702" sldId="266"/>
            <ac:spMk id="21" creationId="{1DF35AF4-C6A8-F412-0CA9-01FE3020A1B5}"/>
          </ac:spMkLst>
        </pc:spChg>
        <pc:spChg chg="add del mod">
          <ac:chgData name="Lucie Fontaine" userId="2c6b0298-177f-4237-a83e-8637e19304d5" providerId="ADAL" clId="{38FDF7CA-A37A-44C1-A812-A8007AC22127}" dt="2026-04-13T12:31:32.088" v="1332" actId="478"/>
          <ac:spMkLst>
            <pc:docMk/>
            <pc:sldMk cId="1136964702" sldId="266"/>
            <ac:spMk id="22" creationId="{B0A2EE14-884D-335E-2704-F7C9ECB34864}"/>
          </ac:spMkLst>
        </pc:spChg>
        <pc:spChg chg="add mod">
          <ac:chgData name="Lucie Fontaine" userId="2c6b0298-177f-4237-a83e-8637e19304d5" providerId="ADAL" clId="{38FDF7CA-A37A-44C1-A812-A8007AC22127}" dt="2026-04-13T12:34:47.188" v="1379" actId="1076"/>
          <ac:spMkLst>
            <pc:docMk/>
            <pc:sldMk cId="1136964702" sldId="266"/>
            <ac:spMk id="25" creationId="{A989F1D3-ECCB-0021-7ECB-EF57357F9610}"/>
          </ac:spMkLst>
        </pc:spChg>
        <pc:spChg chg="add mod">
          <ac:chgData name="Lucie Fontaine" userId="2c6b0298-177f-4237-a83e-8637e19304d5" providerId="ADAL" clId="{38FDF7CA-A37A-44C1-A812-A8007AC22127}" dt="2026-04-13T12:34:47.188" v="1379" actId="1076"/>
          <ac:spMkLst>
            <pc:docMk/>
            <pc:sldMk cId="1136964702" sldId="266"/>
            <ac:spMk id="26" creationId="{40F071F1-15F5-CC87-18F9-92538963156C}"/>
          </ac:spMkLst>
        </pc:spChg>
        <pc:spChg chg="add mod">
          <ac:chgData name="Lucie Fontaine" userId="2c6b0298-177f-4237-a83e-8637e19304d5" providerId="ADAL" clId="{38FDF7CA-A37A-44C1-A812-A8007AC22127}" dt="2026-04-13T12:34:47.188" v="1379" actId="1076"/>
          <ac:spMkLst>
            <pc:docMk/>
            <pc:sldMk cId="1136964702" sldId="266"/>
            <ac:spMk id="27" creationId="{FCC81F2B-E8FE-593F-3825-E0311F8B753B}"/>
          </ac:spMkLst>
        </pc:spChg>
        <pc:spChg chg="add mod">
          <ac:chgData name="Lucie Fontaine" userId="2c6b0298-177f-4237-a83e-8637e19304d5" providerId="ADAL" clId="{38FDF7CA-A37A-44C1-A812-A8007AC22127}" dt="2026-04-13T12:40:59.107" v="1529" actId="1076"/>
          <ac:spMkLst>
            <pc:docMk/>
            <pc:sldMk cId="1136964702" sldId="266"/>
            <ac:spMk id="30" creationId="{5335AA82-5B78-67DB-2B6A-723D27002897}"/>
          </ac:spMkLst>
        </pc:spChg>
        <pc:graphicFrameChg chg="add del mod modGraphic">
          <ac:chgData name="Lucie Fontaine" userId="2c6b0298-177f-4237-a83e-8637e19304d5" providerId="ADAL" clId="{38FDF7CA-A37A-44C1-A812-A8007AC22127}" dt="2026-04-13T09:57:17.994" v="993" actId="478"/>
          <ac:graphicFrameMkLst>
            <pc:docMk/>
            <pc:sldMk cId="1136964702" sldId="266"/>
            <ac:graphicFrameMk id="14" creationId="{08470497-4795-BBEB-380B-26036585AF31}"/>
          </ac:graphicFrameMkLst>
        </pc:graphicFrameChg>
        <pc:graphicFrameChg chg="add del mod modGraphic">
          <ac:chgData name="Lucie Fontaine" userId="2c6b0298-177f-4237-a83e-8637e19304d5" providerId="ADAL" clId="{38FDF7CA-A37A-44C1-A812-A8007AC22127}" dt="2026-04-13T09:56:00.154" v="954" actId="3680"/>
          <ac:graphicFrameMkLst>
            <pc:docMk/>
            <pc:sldMk cId="1136964702" sldId="266"/>
            <ac:graphicFrameMk id="15" creationId="{96FC20DA-1D11-A8B9-36AD-9189AE3B757B}"/>
          </ac:graphicFrameMkLst>
        </pc:graphicFrameChg>
        <pc:graphicFrameChg chg="add del mod modGraphic">
          <ac:chgData name="Lucie Fontaine" userId="2c6b0298-177f-4237-a83e-8637e19304d5" providerId="ADAL" clId="{38FDF7CA-A37A-44C1-A812-A8007AC22127}" dt="2026-04-13T12:34:47.188" v="1379" actId="1076"/>
          <ac:graphicFrameMkLst>
            <pc:docMk/>
            <pc:sldMk cId="1136964702" sldId="266"/>
            <ac:graphicFrameMk id="16" creationId="{4CB65932-5443-3CB0-FBEC-9FB9AFAD243F}"/>
          </ac:graphicFrameMkLst>
        </pc:graphicFrameChg>
        <pc:picChg chg="add del mod">
          <ac:chgData name="Lucie Fontaine" userId="2c6b0298-177f-4237-a83e-8637e19304d5" providerId="ADAL" clId="{38FDF7CA-A37A-44C1-A812-A8007AC22127}" dt="2026-04-13T12:39:21.859" v="1451" actId="478"/>
          <ac:picMkLst>
            <pc:docMk/>
            <pc:sldMk cId="1136964702" sldId="266"/>
            <ac:picMk id="24" creationId="{AADEAC2F-DD23-886B-BCC3-4128DB2EEE7C}"/>
          </ac:picMkLst>
        </pc:picChg>
        <pc:picChg chg="add mod">
          <ac:chgData name="Lucie Fontaine" userId="2c6b0298-177f-4237-a83e-8637e19304d5" providerId="ADAL" clId="{38FDF7CA-A37A-44C1-A812-A8007AC22127}" dt="2026-04-13T12:39:28.672" v="1456" actId="1076"/>
          <ac:picMkLst>
            <pc:docMk/>
            <pc:sldMk cId="1136964702" sldId="266"/>
            <ac:picMk id="29" creationId="{4190D7C6-1356-5C7B-0CA2-3E050E62CCD2}"/>
          </ac:picMkLst>
        </pc:picChg>
        <pc:cxnChg chg="add del mod">
          <ac:chgData name="Lucie Fontaine" userId="2c6b0298-177f-4237-a83e-8637e19304d5" providerId="ADAL" clId="{38FDF7CA-A37A-44C1-A812-A8007AC22127}" dt="2026-04-13T12:24:20.599" v="1248" actId="478"/>
          <ac:cxnSpMkLst>
            <pc:docMk/>
            <pc:sldMk cId="1136964702" sldId="266"/>
            <ac:cxnSpMk id="18" creationId="{C19F91B1-2257-683E-A9A3-42E5F3624B6B}"/>
          </ac:cxnSpMkLst>
        </pc:cxnChg>
      </pc:sldChg>
      <pc:sldChg chg="addSp delSp modSp new del mod modClrScheme chgLayout">
        <pc:chgData name="Lucie Fontaine" userId="2c6b0298-177f-4237-a83e-8637e19304d5" providerId="ADAL" clId="{38FDF7CA-A37A-44C1-A812-A8007AC22127}" dt="2026-04-24T07:07:39.427" v="21949" actId="2696"/>
        <pc:sldMkLst>
          <pc:docMk/>
          <pc:sldMk cId="2876667077" sldId="267"/>
        </pc:sldMkLst>
        <pc:spChg chg="del mod ord">
          <ac:chgData name="Lucie Fontaine" userId="2c6b0298-177f-4237-a83e-8637e19304d5" providerId="ADAL" clId="{38FDF7CA-A37A-44C1-A812-A8007AC22127}" dt="2026-04-13T07:55:51.418" v="618" actId="700"/>
          <ac:spMkLst>
            <pc:docMk/>
            <pc:sldMk cId="2876667077" sldId="267"/>
            <ac:spMk id="2" creationId="{E722D0B2-57FA-9963-9020-E4F02BB1CACD}"/>
          </ac:spMkLst>
        </pc:spChg>
        <pc:spChg chg="del mod ord">
          <ac:chgData name="Lucie Fontaine" userId="2c6b0298-177f-4237-a83e-8637e19304d5" providerId="ADAL" clId="{38FDF7CA-A37A-44C1-A812-A8007AC22127}" dt="2026-04-13T07:55:51.418" v="618" actId="700"/>
          <ac:spMkLst>
            <pc:docMk/>
            <pc:sldMk cId="2876667077" sldId="267"/>
            <ac:spMk id="3" creationId="{24F09948-048D-D427-4506-A46412F8A1DF}"/>
          </ac:spMkLst>
        </pc:spChg>
        <pc:spChg chg="add mod ord">
          <ac:chgData name="Lucie Fontaine" userId="2c6b0298-177f-4237-a83e-8637e19304d5" providerId="ADAL" clId="{38FDF7CA-A37A-44C1-A812-A8007AC22127}" dt="2026-04-13T07:55:55.080" v="632" actId="20577"/>
          <ac:spMkLst>
            <pc:docMk/>
            <pc:sldMk cId="2876667077" sldId="267"/>
            <ac:spMk id="4" creationId="{05237235-55EE-08D0-8A9A-DAA1EA25860B}"/>
          </ac:spMkLst>
        </pc:spChg>
        <pc:spChg chg="add mod ord">
          <ac:chgData name="Lucie Fontaine" userId="2c6b0298-177f-4237-a83e-8637e19304d5" providerId="ADAL" clId="{38FDF7CA-A37A-44C1-A812-A8007AC22127}" dt="2026-04-13T07:55:51.418" v="618" actId="700"/>
          <ac:spMkLst>
            <pc:docMk/>
            <pc:sldMk cId="2876667077" sldId="267"/>
            <ac:spMk id="5" creationId="{8C2786FE-1FE2-C5A5-3485-5A83BAFD229D}"/>
          </ac:spMkLst>
        </pc:spChg>
      </pc:sldChg>
      <pc:sldChg chg="add del">
        <pc:chgData name="Lucie Fontaine" userId="2c6b0298-177f-4237-a83e-8637e19304d5" providerId="ADAL" clId="{38FDF7CA-A37A-44C1-A812-A8007AC22127}" dt="2026-04-13T07:55:45.470" v="616" actId="2696"/>
        <pc:sldMkLst>
          <pc:docMk/>
          <pc:sldMk cId="3844368418" sldId="267"/>
        </pc:sldMkLst>
      </pc:sldChg>
      <pc:sldChg chg="addSp delSp modSp add mod ord modClrScheme chgLayout">
        <pc:chgData name="Lucie Fontaine" userId="2c6b0298-177f-4237-a83e-8637e19304d5" providerId="ADAL" clId="{38FDF7CA-A37A-44C1-A812-A8007AC22127}" dt="2026-04-13T15:02:47.919" v="4121" actId="20577"/>
        <pc:sldMkLst>
          <pc:docMk/>
          <pc:sldMk cId="3143731828" sldId="268"/>
        </pc:sldMkLst>
        <pc:spChg chg="mod ord">
          <ac:chgData name="Lucie Fontaine" userId="2c6b0298-177f-4237-a83e-8637e19304d5" providerId="ADAL" clId="{38FDF7CA-A37A-44C1-A812-A8007AC22127}" dt="2026-04-13T15:02:47.919" v="4121" actId="20577"/>
          <ac:spMkLst>
            <pc:docMk/>
            <pc:sldMk cId="3143731828" sldId="268"/>
            <ac:spMk id="2" creationId="{B8C5D6BD-E813-A588-E68B-3F1FA80821BC}"/>
          </ac:spMkLst>
        </pc:spChg>
        <pc:spChg chg="add del mod">
          <ac:chgData name="Lucie Fontaine" userId="2c6b0298-177f-4237-a83e-8637e19304d5" providerId="ADAL" clId="{38FDF7CA-A37A-44C1-A812-A8007AC22127}" dt="2026-04-13T12:49:49.252" v="1546" actId="21"/>
          <ac:spMkLst>
            <pc:docMk/>
            <pc:sldMk cId="3143731828" sldId="268"/>
            <ac:spMk id="3" creationId="{464AD379-A85B-E3F9-F397-80AB76145F62}"/>
          </ac:spMkLst>
        </pc:spChg>
        <pc:spChg chg="add del mod ord">
          <ac:chgData name="Lucie Fontaine" userId="2c6b0298-177f-4237-a83e-8637e19304d5" providerId="ADAL" clId="{38FDF7CA-A37A-44C1-A812-A8007AC22127}" dt="2026-04-13T12:53:39.403" v="1727" actId="3680"/>
          <ac:spMkLst>
            <pc:docMk/>
            <pc:sldMk cId="3143731828" sldId="268"/>
            <ac:spMk id="4" creationId="{E7AE6F63-8A79-8B2F-5262-C38658E177D5}"/>
          </ac:spMkLst>
        </pc:spChg>
        <pc:spChg chg="add mod">
          <ac:chgData name="Lucie Fontaine" userId="2c6b0298-177f-4237-a83e-8637e19304d5" providerId="ADAL" clId="{38FDF7CA-A37A-44C1-A812-A8007AC22127}" dt="2026-04-13T12:49:50.963" v="1548"/>
          <ac:spMkLst>
            <pc:docMk/>
            <pc:sldMk cId="3143731828" sldId="268"/>
            <ac:spMk id="6" creationId="{464AD379-A85B-E3F9-F397-80AB76145F62}"/>
          </ac:spMkLst>
        </pc:spChg>
        <pc:spChg chg="add del mod">
          <ac:chgData name="Lucie Fontaine" userId="2c6b0298-177f-4237-a83e-8637e19304d5" providerId="ADAL" clId="{38FDF7CA-A37A-44C1-A812-A8007AC22127}" dt="2026-04-13T13:10:40.105" v="2174" actId="478"/>
          <ac:spMkLst>
            <pc:docMk/>
            <pc:sldMk cId="3143731828" sldId="268"/>
            <ac:spMk id="8" creationId="{FA111258-74B0-EE36-2CFC-8986BD960608}"/>
          </ac:spMkLst>
        </pc:spChg>
        <pc:spChg chg="add del mod">
          <ac:chgData name="Lucie Fontaine" userId="2c6b0298-177f-4237-a83e-8637e19304d5" providerId="ADAL" clId="{38FDF7CA-A37A-44C1-A812-A8007AC22127}" dt="2026-04-13T12:57:24.057" v="1966" actId="478"/>
          <ac:spMkLst>
            <pc:docMk/>
            <pc:sldMk cId="3143731828" sldId="268"/>
            <ac:spMk id="10" creationId="{04C7DD9D-E2BE-AC8D-B8E6-1044E45052EB}"/>
          </ac:spMkLst>
        </pc:spChg>
        <pc:spChg chg="add del mod">
          <ac:chgData name="Lucie Fontaine" userId="2c6b0298-177f-4237-a83e-8637e19304d5" providerId="ADAL" clId="{38FDF7CA-A37A-44C1-A812-A8007AC22127}" dt="2026-04-13T13:50:42.902" v="2706" actId="403"/>
          <ac:spMkLst>
            <pc:docMk/>
            <pc:sldMk cId="3143731828" sldId="268"/>
            <ac:spMk id="11" creationId="{32B51B3C-AEBC-FA72-1CC7-65EE9F62216C}"/>
          </ac:spMkLst>
        </pc:spChg>
        <pc:spChg chg="add del mod ord">
          <ac:chgData name="Lucie Fontaine" userId="2c6b0298-177f-4237-a83e-8637e19304d5" providerId="ADAL" clId="{38FDF7CA-A37A-44C1-A812-A8007AC22127}" dt="2026-04-13T13:09:31.147" v="2132" actId="700"/>
          <ac:spMkLst>
            <pc:docMk/>
            <pc:sldMk cId="3143731828" sldId="268"/>
            <ac:spMk id="12" creationId="{0FA81F4D-2FC3-149B-0276-CFF4E2934292}"/>
          </ac:spMkLst>
        </pc:spChg>
        <pc:spChg chg="del mod ord">
          <ac:chgData name="Lucie Fontaine" userId="2c6b0298-177f-4237-a83e-8637e19304d5" providerId="ADAL" clId="{38FDF7CA-A37A-44C1-A812-A8007AC22127}" dt="2026-04-13T12:57:10.146" v="1965" actId="478"/>
          <ac:spMkLst>
            <pc:docMk/>
            <pc:sldMk cId="3143731828" sldId="268"/>
            <ac:spMk id="13" creationId="{4ADB608E-56B1-82D9-68EF-B478A430985F}"/>
          </ac:spMkLst>
        </pc:spChg>
        <pc:spChg chg="add del mod ord">
          <ac:chgData name="Lucie Fontaine" userId="2c6b0298-177f-4237-a83e-8637e19304d5" providerId="ADAL" clId="{38FDF7CA-A37A-44C1-A812-A8007AC22127}" dt="2026-04-13T13:09:31.147" v="2132" actId="700"/>
          <ac:spMkLst>
            <pc:docMk/>
            <pc:sldMk cId="3143731828" sldId="268"/>
            <ac:spMk id="14" creationId="{F0BCEF79-2D0D-DDAA-B935-762487B4780A}"/>
          </ac:spMkLst>
        </pc:spChg>
        <pc:spChg chg="add del mod ord">
          <ac:chgData name="Lucie Fontaine" userId="2c6b0298-177f-4237-a83e-8637e19304d5" providerId="ADAL" clId="{38FDF7CA-A37A-44C1-A812-A8007AC22127}" dt="2026-04-13T13:09:31.147" v="2132" actId="700"/>
          <ac:spMkLst>
            <pc:docMk/>
            <pc:sldMk cId="3143731828" sldId="268"/>
            <ac:spMk id="15" creationId="{9004A3B9-47AE-E711-3EC4-DEB8F4B29860}"/>
          </ac:spMkLst>
        </pc:spChg>
        <pc:spChg chg="add del mod">
          <ac:chgData name="Lucie Fontaine" userId="2c6b0298-177f-4237-a83e-8637e19304d5" providerId="ADAL" clId="{38FDF7CA-A37A-44C1-A812-A8007AC22127}" dt="2026-04-13T13:10:55.209" v="2176" actId="478"/>
          <ac:spMkLst>
            <pc:docMk/>
            <pc:sldMk cId="3143731828" sldId="268"/>
            <ac:spMk id="18" creationId="{7F153611-8766-0F7F-7785-06556719F6A3}"/>
          </ac:spMkLst>
        </pc:spChg>
        <pc:spChg chg="del">
          <ac:chgData name="Lucie Fontaine" userId="2c6b0298-177f-4237-a83e-8637e19304d5" providerId="ADAL" clId="{38FDF7CA-A37A-44C1-A812-A8007AC22127}" dt="2026-04-13T12:49:33.439" v="1542" actId="478"/>
          <ac:spMkLst>
            <pc:docMk/>
            <pc:sldMk cId="3143731828" sldId="268"/>
            <ac:spMk id="25" creationId="{A989F1D3-ECCB-0021-7ECB-EF57357F9610}"/>
          </ac:spMkLst>
        </pc:spChg>
        <pc:spChg chg="del">
          <ac:chgData name="Lucie Fontaine" userId="2c6b0298-177f-4237-a83e-8637e19304d5" providerId="ADAL" clId="{38FDF7CA-A37A-44C1-A812-A8007AC22127}" dt="2026-04-13T12:49:33.439" v="1542" actId="478"/>
          <ac:spMkLst>
            <pc:docMk/>
            <pc:sldMk cId="3143731828" sldId="268"/>
            <ac:spMk id="26" creationId="{40F071F1-15F5-CC87-18F9-92538963156C}"/>
          </ac:spMkLst>
        </pc:spChg>
        <pc:spChg chg="del">
          <ac:chgData name="Lucie Fontaine" userId="2c6b0298-177f-4237-a83e-8637e19304d5" providerId="ADAL" clId="{38FDF7CA-A37A-44C1-A812-A8007AC22127}" dt="2026-04-13T12:49:33.439" v="1542" actId="478"/>
          <ac:spMkLst>
            <pc:docMk/>
            <pc:sldMk cId="3143731828" sldId="268"/>
            <ac:spMk id="27" creationId="{FCC81F2B-E8FE-593F-3825-E0311F8B753B}"/>
          </ac:spMkLst>
        </pc:spChg>
        <pc:graphicFrameChg chg="add del mod ord modGraphic">
          <ac:chgData name="Lucie Fontaine" userId="2c6b0298-177f-4237-a83e-8637e19304d5" providerId="ADAL" clId="{38FDF7CA-A37A-44C1-A812-A8007AC22127}" dt="2026-04-13T13:36:53.627" v="2444" actId="20577"/>
          <ac:graphicFrameMkLst>
            <pc:docMk/>
            <pc:sldMk cId="3143731828" sldId="268"/>
            <ac:graphicFrameMk id="7" creationId="{FA7D6DB2-CE89-3845-07E0-1D8DF63BDA08}"/>
          </ac:graphicFrameMkLst>
        </pc:graphicFrameChg>
        <pc:graphicFrameChg chg="del">
          <ac:chgData name="Lucie Fontaine" userId="2c6b0298-177f-4237-a83e-8637e19304d5" providerId="ADAL" clId="{38FDF7CA-A37A-44C1-A812-A8007AC22127}" dt="2026-04-13T12:49:33.439" v="1542" actId="478"/>
          <ac:graphicFrameMkLst>
            <pc:docMk/>
            <pc:sldMk cId="3143731828" sldId="268"/>
            <ac:graphicFrameMk id="16" creationId="{4CB65932-5443-3CB0-FBEC-9FB9AFAD243F}"/>
          </ac:graphicFrameMkLst>
        </pc:graphicFrameChg>
        <pc:picChg chg="add mod">
          <ac:chgData name="Lucie Fontaine" userId="2c6b0298-177f-4237-a83e-8637e19304d5" providerId="ADAL" clId="{38FDF7CA-A37A-44C1-A812-A8007AC22127}" dt="2026-04-13T12:49:50.963" v="1548"/>
          <ac:picMkLst>
            <pc:docMk/>
            <pc:sldMk cId="3143731828" sldId="268"/>
            <ac:picMk id="5" creationId="{AADEAC2F-DD23-886B-BCC3-4128DB2EEE7C}"/>
          </ac:picMkLst>
        </pc:picChg>
        <pc:picChg chg="del mod">
          <ac:chgData name="Lucie Fontaine" userId="2c6b0298-177f-4237-a83e-8637e19304d5" providerId="ADAL" clId="{38FDF7CA-A37A-44C1-A812-A8007AC22127}" dt="2026-04-13T12:49:49.252" v="1546" actId="21"/>
          <ac:picMkLst>
            <pc:docMk/>
            <pc:sldMk cId="3143731828" sldId="268"/>
            <ac:picMk id="24" creationId="{AADEAC2F-DD23-886B-BCC3-4128DB2EEE7C}"/>
          </ac:picMkLst>
        </pc:picChg>
      </pc:sldChg>
      <pc:sldChg chg="addSp delSp modSp add del mod">
        <pc:chgData name="Lucie Fontaine" userId="2c6b0298-177f-4237-a83e-8637e19304d5" providerId="ADAL" clId="{38FDF7CA-A37A-44C1-A812-A8007AC22127}" dt="2026-04-13T13:31:50.435" v="2337" actId="2696"/>
        <pc:sldMkLst>
          <pc:docMk/>
          <pc:sldMk cId="3072361598" sldId="269"/>
        </pc:sldMkLst>
        <pc:spChg chg="add mod">
          <ac:chgData name="Lucie Fontaine" userId="2c6b0298-177f-4237-a83e-8637e19304d5" providerId="ADAL" clId="{38FDF7CA-A37A-44C1-A812-A8007AC22127}" dt="2026-04-13T12:58:33.366" v="1996" actId="1037"/>
          <ac:spMkLst>
            <pc:docMk/>
            <pc:sldMk cId="3072361598" sldId="269"/>
            <ac:spMk id="4" creationId="{E5CD5030-4C7F-4F88-1FA5-87B92A905B0A}"/>
          </ac:spMkLst>
        </pc:spChg>
        <pc:spChg chg="del">
          <ac:chgData name="Lucie Fontaine" userId="2c6b0298-177f-4237-a83e-8637e19304d5" providerId="ADAL" clId="{38FDF7CA-A37A-44C1-A812-A8007AC22127}" dt="2026-04-13T12:58:11.338" v="1971" actId="478"/>
          <ac:spMkLst>
            <pc:docMk/>
            <pc:sldMk cId="3072361598" sldId="269"/>
            <ac:spMk id="6" creationId="{464AD379-A85B-E3F9-F397-80AB76145F62}"/>
          </ac:spMkLst>
        </pc:spChg>
        <pc:spChg chg="del mod">
          <ac:chgData name="Lucie Fontaine" userId="2c6b0298-177f-4237-a83e-8637e19304d5" providerId="ADAL" clId="{38FDF7CA-A37A-44C1-A812-A8007AC22127}" dt="2026-04-13T13:10:37.425" v="2173" actId="478"/>
          <ac:spMkLst>
            <pc:docMk/>
            <pc:sldMk cId="3072361598" sldId="269"/>
            <ac:spMk id="8" creationId="{FA111258-74B0-EE36-2CFC-8986BD960608}"/>
          </ac:spMkLst>
        </pc:spChg>
        <pc:spChg chg="add mod">
          <ac:chgData name="Lucie Fontaine" userId="2c6b0298-177f-4237-a83e-8637e19304d5" providerId="ADAL" clId="{38FDF7CA-A37A-44C1-A812-A8007AC22127}" dt="2026-04-13T13:11:06.287" v="2179" actId="1076"/>
          <ac:spMkLst>
            <pc:docMk/>
            <pc:sldMk cId="3072361598" sldId="269"/>
            <ac:spMk id="9" creationId="{D53E0A22-9D75-9DB8-0FA5-7E9E310F5915}"/>
          </ac:spMkLst>
        </pc:spChg>
        <pc:graphicFrameChg chg="mod modGraphic">
          <ac:chgData name="Lucie Fontaine" userId="2c6b0298-177f-4237-a83e-8637e19304d5" providerId="ADAL" clId="{38FDF7CA-A37A-44C1-A812-A8007AC22127}" dt="2026-04-13T12:58:50.859" v="1998" actId="20577"/>
          <ac:graphicFrameMkLst>
            <pc:docMk/>
            <pc:sldMk cId="3072361598" sldId="269"/>
            <ac:graphicFrameMk id="7" creationId="{FA7D6DB2-CE89-3845-07E0-1D8DF63BDA08}"/>
          </ac:graphicFrameMkLst>
        </pc:graphicFrameChg>
        <pc:picChg chg="add mod">
          <ac:chgData name="Lucie Fontaine" userId="2c6b0298-177f-4237-a83e-8637e19304d5" providerId="ADAL" clId="{38FDF7CA-A37A-44C1-A812-A8007AC22127}" dt="2026-04-13T12:58:33.366" v="1996" actId="1037"/>
          <ac:picMkLst>
            <pc:docMk/>
            <pc:sldMk cId="3072361598" sldId="269"/>
            <ac:picMk id="3" creationId="{96A57EE7-100B-3E8B-97C0-575BB8962AC6}"/>
          </ac:picMkLst>
        </pc:picChg>
        <pc:picChg chg="del">
          <ac:chgData name="Lucie Fontaine" userId="2c6b0298-177f-4237-a83e-8637e19304d5" providerId="ADAL" clId="{38FDF7CA-A37A-44C1-A812-A8007AC22127}" dt="2026-04-13T12:58:11.338" v="1971" actId="478"/>
          <ac:picMkLst>
            <pc:docMk/>
            <pc:sldMk cId="3072361598" sldId="269"/>
            <ac:picMk id="5" creationId="{AADEAC2F-DD23-886B-BCC3-4128DB2EEE7C}"/>
          </ac:picMkLst>
        </pc:picChg>
      </pc:sldChg>
      <pc:sldChg chg="addSp delSp modSp add del mod modClrScheme chgLayout">
        <pc:chgData name="Lucie Fontaine" userId="2c6b0298-177f-4237-a83e-8637e19304d5" providerId="ADAL" clId="{38FDF7CA-A37A-44C1-A812-A8007AC22127}" dt="2026-04-13T14:54:05.604" v="4120" actId="2696"/>
        <pc:sldMkLst>
          <pc:docMk/>
          <pc:sldMk cId="2870083902" sldId="270"/>
        </pc:sldMkLst>
        <pc:spChg chg="mod ord">
          <ac:chgData name="Lucie Fontaine" userId="2c6b0298-177f-4237-a83e-8637e19304d5" providerId="ADAL" clId="{38FDF7CA-A37A-44C1-A812-A8007AC22127}" dt="2026-04-13T14:40:42.607" v="3505" actId="700"/>
          <ac:spMkLst>
            <pc:docMk/>
            <pc:sldMk cId="2870083902" sldId="270"/>
            <ac:spMk id="2" creationId="{B8C5D6BD-E813-A588-E68B-3F1FA80821BC}"/>
          </ac:spMkLst>
        </pc:spChg>
        <pc:spChg chg="del">
          <ac:chgData name="Lucie Fontaine" userId="2c6b0298-177f-4237-a83e-8637e19304d5" providerId="ADAL" clId="{38FDF7CA-A37A-44C1-A812-A8007AC22127}" dt="2026-04-13T13:12:04.665" v="2186" actId="478"/>
          <ac:spMkLst>
            <pc:docMk/>
            <pc:sldMk cId="2870083902" sldId="270"/>
            <ac:spMk id="4" creationId="{E5CD5030-4C7F-4F88-1FA5-87B92A905B0A}"/>
          </ac:spMkLst>
        </pc:spChg>
        <pc:spChg chg="add mod ord">
          <ac:chgData name="Lucie Fontaine" userId="2c6b0298-177f-4237-a83e-8637e19304d5" providerId="ADAL" clId="{38FDF7CA-A37A-44C1-A812-A8007AC22127}" dt="2026-04-13T14:40:42.622" v="3506" actId="27636"/>
          <ac:spMkLst>
            <pc:docMk/>
            <pc:sldMk cId="2870083902" sldId="270"/>
            <ac:spMk id="5" creationId="{99E49A27-CC6F-5324-50C3-FA77D1B47081}"/>
          </ac:spMkLst>
        </pc:spChg>
        <pc:spChg chg="add mod ord">
          <ac:chgData name="Lucie Fontaine" userId="2c6b0298-177f-4237-a83e-8637e19304d5" providerId="ADAL" clId="{38FDF7CA-A37A-44C1-A812-A8007AC22127}" dt="2026-04-13T14:40:42.607" v="3505" actId="700"/>
          <ac:spMkLst>
            <pc:docMk/>
            <pc:sldMk cId="2870083902" sldId="270"/>
            <ac:spMk id="6" creationId="{2C31B506-EFE6-2B8C-15C3-390272EA01A2}"/>
          </ac:spMkLst>
        </pc:spChg>
        <pc:spChg chg="add del mod ord">
          <ac:chgData name="Lucie Fontaine" userId="2c6b0298-177f-4237-a83e-8637e19304d5" providerId="ADAL" clId="{38FDF7CA-A37A-44C1-A812-A8007AC22127}" dt="2026-04-13T14:37:13.418" v="3417" actId="22"/>
          <ac:spMkLst>
            <pc:docMk/>
            <pc:sldMk cId="2870083902" sldId="270"/>
            <ac:spMk id="8" creationId="{2D93FC5E-6696-E8C7-9110-E12A44DB647B}"/>
          </ac:spMkLst>
        </pc:spChg>
        <pc:spChg chg="del">
          <ac:chgData name="Lucie Fontaine" userId="2c6b0298-177f-4237-a83e-8637e19304d5" providerId="ADAL" clId="{38FDF7CA-A37A-44C1-A812-A8007AC22127}" dt="2026-04-13T13:12:00.841" v="2184" actId="478"/>
          <ac:spMkLst>
            <pc:docMk/>
            <pc:sldMk cId="2870083902" sldId="270"/>
            <ac:spMk id="9" creationId="{D53E0A22-9D75-9DB8-0FA5-7E9E310F5915}"/>
          </ac:spMkLst>
        </pc:spChg>
        <pc:spChg chg="add del mod">
          <ac:chgData name="Lucie Fontaine" userId="2c6b0298-177f-4237-a83e-8637e19304d5" providerId="ADAL" clId="{38FDF7CA-A37A-44C1-A812-A8007AC22127}" dt="2026-04-13T14:36:56.769" v="3415" actId="22"/>
          <ac:spMkLst>
            <pc:docMk/>
            <pc:sldMk cId="2870083902" sldId="270"/>
            <ac:spMk id="11" creationId="{1F3BC89A-4903-E47B-90D1-A709ED312958}"/>
          </ac:spMkLst>
        </pc:spChg>
        <pc:spChg chg="add mod">
          <ac:chgData name="Lucie Fontaine" userId="2c6b0298-177f-4237-a83e-8637e19304d5" providerId="ADAL" clId="{38FDF7CA-A37A-44C1-A812-A8007AC22127}" dt="2026-04-13T14:38:27.267" v="3493" actId="1076"/>
          <ac:spMkLst>
            <pc:docMk/>
            <pc:sldMk cId="2870083902" sldId="270"/>
            <ac:spMk id="19" creationId="{4D31B7A1-E75B-854C-0A46-8450CE594EB1}"/>
          </ac:spMkLst>
        </pc:spChg>
        <pc:spChg chg="add del mod">
          <ac:chgData name="Lucie Fontaine" userId="2c6b0298-177f-4237-a83e-8637e19304d5" providerId="ADAL" clId="{38FDF7CA-A37A-44C1-A812-A8007AC22127}" dt="2026-04-13T14:40:07.703" v="3502"/>
          <ac:spMkLst>
            <pc:docMk/>
            <pc:sldMk cId="2870083902" sldId="270"/>
            <ac:spMk id="20" creationId="{48CF0C8C-8300-EF59-1864-D092F1CA5BD0}"/>
          </ac:spMkLst>
        </pc:spChg>
        <pc:spChg chg="add del mod">
          <ac:chgData name="Lucie Fontaine" userId="2c6b0298-177f-4237-a83e-8637e19304d5" providerId="ADAL" clId="{38FDF7CA-A37A-44C1-A812-A8007AC22127}" dt="2026-04-13T14:42:19.859" v="3526" actId="478"/>
          <ac:spMkLst>
            <pc:docMk/>
            <pc:sldMk cId="2870083902" sldId="270"/>
            <ac:spMk id="21" creationId="{8C51666E-29E0-E218-4EBE-17048D6CADDC}"/>
          </ac:spMkLst>
        </pc:spChg>
        <pc:graphicFrameChg chg="del mod ord modGraphic">
          <ac:chgData name="Lucie Fontaine" userId="2c6b0298-177f-4237-a83e-8637e19304d5" providerId="ADAL" clId="{38FDF7CA-A37A-44C1-A812-A8007AC22127}" dt="2026-04-13T13:11:57.791" v="2183" actId="478"/>
          <ac:graphicFrameMkLst>
            <pc:docMk/>
            <pc:sldMk cId="2870083902" sldId="270"/>
            <ac:graphicFrameMk id="7" creationId="{FA7D6DB2-CE89-3845-07E0-1D8DF63BDA08}"/>
          </ac:graphicFrameMkLst>
        </pc:graphicFrameChg>
        <pc:picChg chg="del">
          <ac:chgData name="Lucie Fontaine" userId="2c6b0298-177f-4237-a83e-8637e19304d5" providerId="ADAL" clId="{38FDF7CA-A37A-44C1-A812-A8007AC22127}" dt="2026-04-13T13:12:01.865" v="2185" actId="478"/>
          <ac:picMkLst>
            <pc:docMk/>
            <pc:sldMk cId="2870083902" sldId="270"/>
            <ac:picMk id="3" creationId="{96A57EE7-100B-3E8B-97C0-575BB8962AC6}"/>
          </ac:picMkLst>
        </pc:picChg>
        <pc:picChg chg="add del mod">
          <ac:chgData name="Lucie Fontaine" userId="2c6b0298-177f-4237-a83e-8637e19304d5" providerId="ADAL" clId="{38FDF7CA-A37A-44C1-A812-A8007AC22127}" dt="2026-04-13T14:36:00.485" v="3413" actId="478"/>
          <ac:picMkLst>
            <pc:docMk/>
            <pc:sldMk cId="2870083902" sldId="270"/>
            <ac:picMk id="13" creationId="{4391024C-A76A-DF49-F6D7-2062E3AE921A}"/>
          </ac:picMkLst>
        </pc:picChg>
        <pc:picChg chg="add mod ord">
          <ac:chgData name="Lucie Fontaine" userId="2c6b0298-177f-4237-a83e-8637e19304d5" providerId="ADAL" clId="{38FDF7CA-A37A-44C1-A812-A8007AC22127}" dt="2026-04-13T14:42:14.915" v="3524" actId="1076"/>
          <ac:picMkLst>
            <pc:docMk/>
            <pc:sldMk cId="2870083902" sldId="270"/>
            <ac:picMk id="15" creationId="{B2D178BE-672C-8A95-124F-5D1CD73F2E3C}"/>
          </ac:picMkLst>
        </pc:picChg>
        <pc:picChg chg="add mod ord">
          <ac:chgData name="Lucie Fontaine" userId="2c6b0298-177f-4237-a83e-8637e19304d5" providerId="ADAL" clId="{38FDF7CA-A37A-44C1-A812-A8007AC22127}" dt="2026-04-13T14:40:42.607" v="3505" actId="700"/>
          <ac:picMkLst>
            <pc:docMk/>
            <pc:sldMk cId="2870083902" sldId="270"/>
            <ac:picMk id="17" creationId="{D8646C3F-FF25-897F-680D-533557AD7337}"/>
          </ac:picMkLst>
        </pc:picChg>
      </pc:sldChg>
      <pc:sldChg chg="new del">
        <pc:chgData name="Lucie Fontaine" userId="2c6b0298-177f-4237-a83e-8637e19304d5" providerId="ADAL" clId="{38FDF7CA-A37A-44C1-A812-A8007AC22127}" dt="2026-04-13T13:29:22.345" v="2282" actId="2696"/>
        <pc:sldMkLst>
          <pc:docMk/>
          <pc:sldMk cId="2943408630" sldId="271"/>
        </pc:sldMkLst>
      </pc:sldChg>
      <pc:sldChg chg="addSp delSp modSp add mod modClrScheme chgLayout">
        <pc:chgData name="Lucie Fontaine" userId="2c6b0298-177f-4237-a83e-8637e19304d5" providerId="ADAL" clId="{38FDF7CA-A37A-44C1-A812-A8007AC22127}" dt="2026-04-24T08:10:00.668" v="22040"/>
        <pc:sldMkLst>
          <pc:docMk/>
          <pc:sldMk cId="622908309" sldId="272"/>
        </pc:sldMkLst>
        <pc:spChg chg="mod ord">
          <ac:chgData name="Lucie Fontaine" userId="2c6b0298-177f-4237-a83e-8637e19304d5" providerId="ADAL" clId="{38FDF7CA-A37A-44C1-A812-A8007AC22127}" dt="2026-04-13T15:02:52.962" v="4123" actId="20577"/>
          <ac:spMkLst>
            <pc:docMk/>
            <pc:sldMk cId="622908309" sldId="272"/>
            <ac:spMk id="2" creationId="{B8C5D6BD-E813-A588-E68B-3F1FA80821BC}"/>
          </ac:spMkLst>
        </pc:spChg>
        <pc:spChg chg="add mod">
          <ac:chgData name="Lucie Fontaine" userId="2c6b0298-177f-4237-a83e-8637e19304d5" providerId="ADAL" clId="{38FDF7CA-A37A-44C1-A812-A8007AC22127}" dt="2026-04-24T08:10:00.668" v="22040"/>
          <ac:spMkLst>
            <pc:docMk/>
            <pc:sldMk cId="622908309" sldId="272"/>
            <ac:spMk id="4" creationId="{C485C8CA-DDF1-A829-E031-50E3D1CA2975}"/>
          </ac:spMkLst>
        </pc:spChg>
        <pc:spChg chg="del">
          <ac:chgData name="Lucie Fontaine" userId="2c6b0298-177f-4237-a83e-8637e19304d5" providerId="ADAL" clId="{38FDF7CA-A37A-44C1-A812-A8007AC22127}" dt="2026-04-13T13:34:39.295" v="2402" actId="478"/>
          <ac:spMkLst>
            <pc:docMk/>
            <pc:sldMk cId="622908309" sldId="272"/>
            <ac:spMk id="4" creationId="{E5CD5030-4C7F-4F88-1FA5-87B92A905B0A}"/>
          </ac:spMkLst>
        </pc:spChg>
        <pc:spChg chg="add del mod ord">
          <ac:chgData name="Lucie Fontaine" userId="2c6b0298-177f-4237-a83e-8637e19304d5" providerId="ADAL" clId="{38FDF7CA-A37A-44C1-A812-A8007AC22127}" dt="2026-04-13T13:33:27.137" v="2339" actId="700"/>
          <ac:spMkLst>
            <pc:docMk/>
            <pc:sldMk cId="622908309" sldId="272"/>
            <ac:spMk id="6" creationId="{6848ACAE-FE34-2A62-AABB-47D1F135B852}"/>
          </ac:spMkLst>
        </pc:spChg>
        <pc:spChg chg="add del mod ord">
          <ac:chgData name="Lucie Fontaine" userId="2c6b0298-177f-4237-a83e-8637e19304d5" providerId="ADAL" clId="{38FDF7CA-A37A-44C1-A812-A8007AC22127}" dt="2026-04-13T13:38:23.077" v="2467" actId="478"/>
          <ac:spMkLst>
            <pc:docMk/>
            <pc:sldMk cId="622908309" sldId="272"/>
            <ac:spMk id="8" creationId="{6576AEDC-7EC0-3A31-4873-FF2AC86674BA}"/>
          </ac:spMkLst>
        </pc:spChg>
        <pc:spChg chg="del mod">
          <ac:chgData name="Lucie Fontaine" userId="2c6b0298-177f-4237-a83e-8637e19304d5" providerId="ADAL" clId="{38FDF7CA-A37A-44C1-A812-A8007AC22127}" dt="2026-04-13T13:33:33.827" v="2341" actId="478"/>
          <ac:spMkLst>
            <pc:docMk/>
            <pc:sldMk cId="622908309" sldId="272"/>
            <ac:spMk id="9" creationId="{D53E0A22-9D75-9DB8-0FA5-7E9E310F5915}"/>
          </ac:spMkLst>
        </pc:spChg>
        <pc:spChg chg="add del mod ord">
          <ac:chgData name="Lucie Fontaine" userId="2c6b0298-177f-4237-a83e-8637e19304d5" providerId="ADAL" clId="{38FDF7CA-A37A-44C1-A812-A8007AC22127}" dt="2026-04-13T13:34:36.620" v="2401" actId="700"/>
          <ac:spMkLst>
            <pc:docMk/>
            <pc:sldMk cId="622908309" sldId="272"/>
            <ac:spMk id="10" creationId="{F6DF1A9D-7BD3-B230-B3ED-D0B1255C628D}"/>
          </ac:spMkLst>
        </pc:spChg>
        <pc:spChg chg="add del mod ord">
          <ac:chgData name="Lucie Fontaine" userId="2c6b0298-177f-4237-a83e-8637e19304d5" providerId="ADAL" clId="{38FDF7CA-A37A-44C1-A812-A8007AC22127}" dt="2026-04-13T13:34:36.620" v="2401" actId="700"/>
          <ac:spMkLst>
            <pc:docMk/>
            <pc:sldMk cId="622908309" sldId="272"/>
            <ac:spMk id="11" creationId="{D19F7FCA-14AE-B21F-C579-CCEC03BD4210}"/>
          </ac:spMkLst>
        </pc:spChg>
        <pc:spChg chg="add del mod ord">
          <ac:chgData name="Lucie Fontaine" userId="2c6b0298-177f-4237-a83e-8637e19304d5" providerId="ADAL" clId="{38FDF7CA-A37A-44C1-A812-A8007AC22127}" dt="2026-04-13T13:34:36.620" v="2401" actId="700"/>
          <ac:spMkLst>
            <pc:docMk/>
            <pc:sldMk cId="622908309" sldId="272"/>
            <ac:spMk id="12" creationId="{E3CDD82E-B12F-74AD-94B9-DE9214A36718}"/>
          </ac:spMkLst>
        </pc:spChg>
        <pc:spChg chg="add del mod topLvl">
          <ac:chgData name="Lucie Fontaine" userId="2c6b0298-177f-4237-a83e-8637e19304d5" providerId="ADAL" clId="{38FDF7CA-A37A-44C1-A812-A8007AC22127}" dt="2026-04-13T13:46:41.772" v="2669" actId="478"/>
          <ac:spMkLst>
            <pc:docMk/>
            <pc:sldMk cId="622908309" sldId="272"/>
            <ac:spMk id="14" creationId="{C06FECBE-C479-81CB-DA66-86D39394E7CD}"/>
          </ac:spMkLst>
        </pc:spChg>
        <pc:spChg chg="add del mod">
          <ac:chgData name="Lucie Fontaine" userId="2c6b0298-177f-4237-a83e-8637e19304d5" providerId="ADAL" clId="{38FDF7CA-A37A-44C1-A812-A8007AC22127}" dt="2026-04-13T13:43:54.978" v="2622" actId="478"/>
          <ac:spMkLst>
            <pc:docMk/>
            <pc:sldMk cId="622908309" sldId="272"/>
            <ac:spMk id="17" creationId="{1687DD02-E96D-96F1-FF98-BF2B9F5EC7FE}"/>
          </ac:spMkLst>
        </pc:spChg>
        <pc:spChg chg="add del mod topLvl">
          <ac:chgData name="Lucie Fontaine" userId="2c6b0298-177f-4237-a83e-8637e19304d5" providerId="ADAL" clId="{38FDF7CA-A37A-44C1-A812-A8007AC22127}" dt="2026-04-13T13:45:10.170" v="2652" actId="478"/>
          <ac:spMkLst>
            <pc:docMk/>
            <pc:sldMk cId="622908309" sldId="272"/>
            <ac:spMk id="19" creationId="{D5A9B7DA-DB2A-9909-C54A-B74F1168E07C}"/>
          </ac:spMkLst>
        </pc:spChg>
        <pc:spChg chg="add del mod topLvl">
          <ac:chgData name="Lucie Fontaine" userId="2c6b0298-177f-4237-a83e-8637e19304d5" providerId="ADAL" clId="{38FDF7CA-A37A-44C1-A812-A8007AC22127}" dt="2026-04-13T13:45:09.401" v="2651" actId="478"/>
          <ac:spMkLst>
            <pc:docMk/>
            <pc:sldMk cId="622908309" sldId="272"/>
            <ac:spMk id="21" creationId="{E929195C-A287-42BE-FC42-526AA2D104D0}"/>
          </ac:spMkLst>
        </pc:spChg>
        <pc:spChg chg="add del mod topLvl">
          <ac:chgData name="Lucie Fontaine" userId="2c6b0298-177f-4237-a83e-8637e19304d5" providerId="ADAL" clId="{38FDF7CA-A37A-44C1-A812-A8007AC22127}" dt="2026-04-13T13:45:08.804" v="2650" actId="478"/>
          <ac:spMkLst>
            <pc:docMk/>
            <pc:sldMk cId="622908309" sldId="272"/>
            <ac:spMk id="22" creationId="{BB69A59C-9510-3DE1-19E9-C2EB990CB947}"/>
          </ac:spMkLst>
        </pc:spChg>
        <pc:spChg chg="add del mod">
          <ac:chgData name="Lucie Fontaine" userId="2c6b0298-177f-4237-a83e-8637e19304d5" providerId="ADAL" clId="{38FDF7CA-A37A-44C1-A812-A8007AC22127}" dt="2026-04-13T13:38:23.078" v="2469"/>
          <ac:spMkLst>
            <pc:docMk/>
            <pc:sldMk cId="622908309" sldId="272"/>
            <ac:spMk id="24" creationId="{E42EAA03-9BD9-99EF-A7F7-487F215D5C91}"/>
          </ac:spMkLst>
        </pc:spChg>
        <pc:spChg chg="add del mod">
          <ac:chgData name="Lucie Fontaine" userId="2c6b0298-177f-4237-a83e-8637e19304d5" providerId="ADAL" clId="{38FDF7CA-A37A-44C1-A812-A8007AC22127}" dt="2026-04-13T13:38:26.664" v="2470" actId="478"/>
          <ac:spMkLst>
            <pc:docMk/>
            <pc:sldMk cId="622908309" sldId="272"/>
            <ac:spMk id="26" creationId="{E40C11A1-F23F-3628-EBE5-C44643FCE234}"/>
          </ac:spMkLst>
        </pc:spChg>
        <pc:spChg chg="add del mod">
          <ac:chgData name="Lucie Fontaine" userId="2c6b0298-177f-4237-a83e-8637e19304d5" providerId="ADAL" clId="{38FDF7CA-A37A-44C1-A812-A8007AC22127}" dt="2026-04-13T13:47:14.747" v="2691" actId="478"/>
          <ac:spMkLst>
            <pc:docMk/>
            <pc:sldMk cId="622908309" sldId="272"/>
            <ac:spMk id="27" creationId="{B27941AA-3493-7B45-6495-F44BFD32188B}"/>
          </ac:spMkLst>
        </pc:spChg>
        <pc:spChg chg="add del mod">
          <ac:chgData name="Lucie Fontaine" userId="2c6b0298-177f-4237-a83e-8637e19304d5" providerId="ADAL" clId="{38FDF7CA-A37A-44C1-A812-A8007AC22127}" dt="2026-04-13T13:40:44.176" v="2529" actId="478"/>
          <ac:spMkLst>
            <pc:docMk/>
            <pc:sldMk cId="622908309" sldId="272"/>
            <ac:spMk id="29" creationId="{B2320AA1-F58C-7ABA-586B-35A265C78651}"/>
          </ac:spMkLst>
        </pc:spChg>
        <pc:spChg chg="add del mod">
          <ac:chgData name="Lucie Fontaine" userId="2c6b0298-177f-4237-a83e-8637e19304d5" providerId="ADAL" clId="{38FDF7CA-A37A-44C1-A812-A8007AC22127}" dt="2026-04-13T13:40:44.178" v="2531"/>
          <ac:spMkLst>
            <pc:docMk/>
            <pc:sldMk cId="622908309" sldId="272"/>
            <ac:spMk id="30" creationId="{CD48F21F-4ED3-CD42-2F86-F51DFF048AA8}"/>
          </ac:spMkLst>
        </pc:spChg>
        <pc:spChg chg="add del mod">
          <ac:chgData name="Lucie Fontaine" userId="2c6b0298-177f-4237-a83e-8637e19304d5" providerId="ADAL" clId="{38FDF7CA-A37A-44C1-A812-A8007AC22127}" dt="2026-04-13T13:40:44.179" v="2533"/>
          <ac:spMkLst>
            <pc:docMk/>
            <pc:sldMk cId="622908309" sldId="272"/>
            <ac:spMk id="32" creationId="{2BC18766-957C-2D5D-ED55-395758B2AFDD}"/>
          </ac:spMkLst>
        </pc:spChg>
        <pc:spChg chg="add mod ord">
          <ac:chgData name="Lucie Fontaine" userId="2c6b0298-177f-4237-a83e-8637e19304d5" providerId="ADAL" clId="{38FDF7CA-A37A-44C1-A812-A8007AC22127}" dt="2026-04-13T13:50:54.544" v="2707" actId="122"/>
          <ac:spMkLst>
            <pc:docMk/>
            <pc:sldMk cId="622908309" sldId="272"/>
            <ac:spMk id="33" creationId="{7E7838DD-22B4-0773-CCB8-EAD360771E8E}"/>
          </ac:spMkLst>
        </pc:spChg>
        <pc:spChg chg="add mod ord">
          <ac:chgData name="Lucie Fontaine" userId="2c6b0298-177f-4237-a83e-8637e19304d5" providerId="ADAL" clId="{38FDF7CA-A37A-44C1-A812-A8007AC22127}" dt="2026-04-13T13:47:25.051" v="2701" actId="27636"/>
          <ac:spMkLst>
            <pc:docMk/>
            <pc:sldMk cId="622908309" sldId="272"/>
            <ac:spMk id="34" creationId="{2864F76B-FC53-E691-09B9-5646FD88BF8D}"/>
          </ac:spMkLst>
        </pc:spChg>
        <pc:spChg chg="add mod ord">
          <ac:chgData name="Lucie Fontaine" userId="2c6b0298-177f-4237-a83e-8637e19304d5" providerId="ADAL" clId="{38FDF7CA-A37A-44C1-A812-A8007AC22127}" dt="2026-04-13T13:50:57.384" v="2708" actId="122"/>
          <ac:spMkLst>
            <pc:docMk/>
            <pc:sldMk cId="622908309" sldId="272"/>
            <ac:spMk id="35" creationId="{7B1955F5-8E3F-0B94-9DC3-24B0FF549766}"/>
          </ac:spMkLst>
        </pc:spChg>
        <pc:spChg chg="add mod ord">
          <ac:chgData name="Lucie Fontaine" userId="2c6b0298-177f-4237-a83e-8637e19304d5" providerId="ADAL" clId="{38FDF7CA-A37A-44C1-A812-A8007AC22127}" dt="2026-04-13T13:47:25.052" v="2702" actId="27636"/>
          <ac:spMkLst>
            <pc:docMk/>
            <pc:sldMk cId="622908309" sldId="272"/>
            <ac:spMk id="36" creationId="{91A43931-024C-007C-BD37-E6A0E783B900}"/>
          </ac:spMkLst>
        </pc:spChg>
        <pc:grpChg chg="add del mod">
          <ac:chgData name="Lucie Fontaine" userId="2c6b0298-177f-4237-a83e-8637e19304d5" providerId="ADAL" clId="{38FDF7CA-A37A-44C1-A812-A8007AC22127}" dt="2026-04-13T13:44:56.387" v="2645" actId="165"/>
          <ac:grpSpMkLst>
            <pc:docMk/>
            <pc:sldMk cId="622908309" sldId="272"/>
            <ac:grpSpMk id="23" creationId="{0A3E1007-9A98-04EF-4123-F6E03AE96204}"/>
          </ac:grpSpMkLst>
        </pc:grpChg>
        <pc:graphicFrameChg chg="del">
          <ac:chgData name="Lucie Fontaine" userId="2c6b0298-177f-4237-a83e-8637e19304d5" providerId="ADAL" clId="{38FDF7CA-A37A-44C1-A812-A8007AC22127}" dt="2026-04-13T13:32:40.303" v="2338" actId="478"/>
          <ac:graphicFrameMkLst>
            <pc:docMk/>
            <pc:sldMk cId="622908309" sldId="272"/>
            <ac:graphicFrameMk id="7" creationId="{FA7D6DB2-CE89-3845-07E0-1D8DF63BDA08}"/>
          </ac:graphicFrameMkLst>
        </pc:graphicFrameChg>
        <pc:graphicFrameChg chg="add del mod">
          <ac:chgData name="Lucie Fontaine" userId="2c6b0298-177f-4237-a83e-8637e19304d5" providerId="ADAL" clId="{38FDF7CA-A37A-44C1-A812-A8007AC22127}" dt="2026-04-13T13:35:29.830" v="2411" actId="478"/>
          <ac:graphicFrameMkLst>
            <pc:docMk/>
            <pc:sldMk cId="622908309" sldId="272"/>
            <ac:graphicFrameMk id="15" creationId="{0B81C05B-5767-3E49-2024-C4DD9FBBDC38}"/>
          </ac:graphicFrameMkLst>
        </pc:graphicFrameChg>
        <pc:picChg chg="del">
          <ac:chgData name="Lucie Fontaine" userId="2c6b0298-177f-4237-a83e-8637e19304d5" providerId="ADAL" clId="{38FDF7CA-A37A-44C1-A812-A8007AC22127}" dt="2026-04-13T13:34:39.295" v="2402" actId="478"/>
          <ac:picMkLst>
            <pc:docMk/>
            <pc:sldMk cId="622908309" sldId="272"/>
            <ac:picMk id="3" creationId="{96A57EE7-100B-3E8B-97C0-575BB8962AC6}"/>
          </ac:picMkLst>
        </pc:picChg>
      </pc:sldChg>
      <pc:sldChg chg="addSp delSp modSp add mod">
        <pc:chgData name="Lucie Fontaine" userId="2c6b0298-177f-4237-a83e-8637e19304d5" providerId="ADAL" clId="{38FDF7CA-A37A-44C1-A812-A8007AC22127}" dt="2026-04-24T08:09:59.619" v="22039"/>
        <pc:sldMkLst>
          <pc:docMk/>
          <pc:sldMk cId="381801687" sldId="273"/>
        </pc:sldMkLst>
        <pc:spChg chg="mod">
          <ac:chgData name="Lucie Fontaine" userId="2c6b0298-177f-4237-a83e-8637e19304d5" providerId="ADAL" clId="{38FDF7CA-A37A-44C1-A812-A8007AC22127}" dt="2026-04-13T15:02:50.666" v="4122" actId="20577"/>
          <ac:spMkLst>
            <pc:docMk/>
            <pc:sldMk cId="381801687" sldId="273"/>
            <ac:spMk id="2" creationId="{B8C5D6BD-E813-A588-E68B-3F1FA80821BC}"/>
          </ac:spMkLst>
        </pc:spChg>
        <pc:spChg chg="add mod">
          <ac:chgData name="Lucie Fontaine" userId="2c6b0298-177f-4237-a83e-8637e19304d5" providerId="ADAL" clId="{38FDF7CA-A37A-44C1-A812-A8007AC22127}" dt="2026-04-13T13:31:46.624" v="2336"/>
          <ac:spMkLst>
            <pc:docMk/>
            <pc:sldMk cId="381801687" sldId="273"/>
            <ac:spMk id="4" creationId="{71F19E9F-5338-3350-6DB2-9F41FB94996A}"/>
          </ac:spMkLst>
        </pc:spChg>
        <pc:spChg chg="add mod">
          <ac:chgData name="Lucie Fontaine" userId="2c6b0298-177f-4237-a83e-8637e19304d5" providerId="ADAL" clId="{38FDF7CA-A37A-44C1-A812-A8007AC22127}" dt="2026-04-24T08:09:59.619" v="22039"/>
          <ac:spMkLst>
            <pc:docMk/>
            <pc:sldMk cId="381801687" sldId="273"/>
            <ac:spMk id="6" creationId="{09F8FC94-A9C9-5C36-6764-FD57CF28CC77}"/>
          </ac:spMkLst>
        </pc:spChg>
        <pc:spChg chg="del">
          <ac:chgData name="Lucie Fontaine" userId="2c6b0298-177f-4237-a83e-8637e19304d5" providerId="ADAL" clId="{38FDF7CA-A37A-44C1-A812-A8007AC22127}" dt="2026-04-13T13:31:45.972" v="2335" actId="478"/>
          <ac:spMkLst>
            <pc:docMk/>
            <pc:sldMk cId="381801687" sldId="273"/>
            <ac:spMk id="6" creationId="{464AD379-A85B-E3F9-F397-80AB76145F62}"/>
          </ac:spMkLst>
        </pc:spChg>
        <pc:graphicFrameChg chg="modGraphic">
          <ac:chgData name="Lucie Fontaine" userId="2c6b0298-177f-4237-a83e-8637e19304d5" providerId="ADAL" clId="{38FDF7CA-A37A-44C1-A812-A8007AC22127}" dt="2026-04-13T13:35:00.025" v="2408" actId="21"/>
          <ac:graphicFrameMkLst>
            <pc:docMk/>
            <pc:sldMk cId="381801687" sldId="273"/>
            <ac:graphicFrameMk id="7" creationId="{FA7D6DB2-CE89-3845-07E0-1D8DF63BDA08}"/>
          </ac:graphicFrameMkLst>
        </pc:graphicFrameChg>
        <pc:picChg chg="add mod">
          <ac:chgData name="Lucie Fontaine" userId="2c6b0298-177f-4237-a83e-8637e19304d5" providerId="ADAL" clId="{38FDF7CA-A37A-44C1-A812-A8007AC22127}" dt="2026-04-13T13:31:46.624" v="2336"/>
          <ac:picMkLst>
            <pc:docMk/>
            <pc:sldMk cId="381801687" sldId="273"/>
            <ac:picMk id="3" creationId="{9C65EA90-D7E3-A6BE-3DE5-457E20EFBC6D}"/>
          </ac:picMkLst>
        </pc:picChg>
        <pc:picChg chg="del">
          <ac:chgData name="Lucie Fontaine" userId="2c6b0298-177f-4237-a83e-8637e19304d5" providerId="ADAL" clId="{38FDF7CA-A37A-44C1-A812-A8007AC22127}" dt="2026-04-13T13:31:45.972" v="2335" actId="478"/>
          <ac:picMkLst>
            <pc:docMk/>
            <pc:sldMk cId="381801687" sldId="273"/>
            <ac:picMk id="5" creationId="{AADEAC2F-DD23-886B-BCC3-4128DB2EEE7C}"/>
          </ac:picMkLst>
        </pc:picChg>
      </pc:sldChg>
      <pc:sldChg chg="addSp delSp modSp add del mod">
        <pc:chgData name="Lucie Fontaine" userId="2c6b0298-177f-4237-a83e-8637e19304d5" providerId="ADAL" clId="{38FDF7CA-A37A-44C1-A812-A8007AC22127}" dt="2026-04-24T07:08:09.906" v="21950" actId="2696"/>
        <pc:sldMkLst>
          <pc:docMk/>
          <pc:sldMk cId="382446053" sldId="274"/>
        </pc:sldMkLst>
        <pc:spChg chg="mod">
          <ac:chgData name="Lucie Fontaine" userId="2c6b0298-177f-4237-a83e-8637e19304d5" providerId="ADAL" clId="{38FDF7CA-A37A-44C1-A812-A8007AC22127}" dt="2026-04-13T15:02:55.186" v="4124" actId="20577"/>
          <ac:spMkLst>
            <pc:docMk/>
            <pc:sldMk cId="382446053" sldId="274"/>
            <ac:spMk id="2" creationId="{B8C5D6BD-E813-A588-E68B-3F1FA80821BC}"/>
          </ac:spMkLst>
        </pc:spChg>
        <pc:spChg chg="add del mod">
          <ac:chgData name="Lucie Fontaine" userId="2c6b0298-177f-4237-a83e-8637e19304d5" providerId="ADAL" clId="{38FDF7CA-A37A-44C1-A812-A8007AC22127}" dt="2026-04-13T14:07:28.035" v="2871" actId="478"/>
          <ac:spMkLst>
            <pc:docMk/>
            <pc:sldMk cId="382446053" sldId="274"/>
            <ac:spMk id="3" creationId="{552C23E8-D089-298B-715C-D49667F0C0A9}"/>
          </ac:spMkLst>
        </pc:spChg>
      </pc:sldChg>
      <pc:sldChg chg="new del">
        <pc:chgData name="Lucie Fontaine" userId="2c6b0298-177f-4237-a83e-8637e19304d5" providerId="ADAL" clId="{38FDF7CA-A37A-44C1-A812-A8007AC22127}" dt="2026-04-13T13:52:07.614" v="2709" actId="2696"/>
        <pc:sldMkLst>
          <pc:docMk/>
          <pc:sldMk cId="463700200" sldId="274"/>
        </pc:sldMkLst>
      </pc:sldChg>
      <pc:sldChg chg="addSp delSp modSp new mod modClrScheme modAnim chgLayout">
        <pc:chgData name="Lucie Fontaine" userId="2c6b0298-177f-4237-a83e-8637e19304d5" providerId="ADAL" clId="{38FDF7CA-A37A-44C1-A812-A8007AC22127}" dt="2026-04-23T07:15:02.021" v="18067"/>
        <pc:sldMkLst>
          <pc:docMk/>
          <pc:sldMk cId="1473077357" sldId="275"/>
        </pc:sldMkLst>
        <pc:spChg chg="del mod ord">
          <ac:chgData name="Lucie Fontaine" userId="2c6b0298-177f-4237-a83e-8637e19304d5" providerId="ADAL" clId="{38FDF7CA-A37A-44C1-A812-A8007AC22127}" dt="2026-04-13T14:07:48.872" v="2873" actId="700"/>
          <ac:spMkLst>
            <pc:docMk/>
            <pc:sldMk cId="1473077357" sldId="275"/>
            <ac:spMk id="2" creationId="{B5F80906-BBBE-A55D-F85E-C0423CF85DEB}"/>
          </ac:spMkLst>
        </pc:spChg>
        <pc:spChg chg="del">
          <ac:chgData name="Lucie Fontaine" userId="2c6b0298-177f-4237-a83e-8637e19304d5" providerId="ADAL" clId="{38FDF7CA-A37A-44C1-A812-A8007AC22127}" dt="2026-04-13T14:07:48.872" v="2873" actId="700"/>
          <ac:spMkLst>
            <pc:docMk/>
            <pc:sldMk cId="1473077357" sldId="275"/>
            <ac:spMk id="3" creationId="{C4237C20-35E8-54DA-9FF9-6B00B9FFC4F3}"/>
          </ac:spMkLst>
        </pc:spChg>
        <pc:spChg chg="del mod ord">
          <ac:chgData name="Lucie Fontaine" userId="2c6b0298-177f-4237-a83e-8637e19304d5" providerId="ADAL" clId="{38FDF7CA-A37A-44C1-A812-A8007AC22127}" dt="2026-04-13T14:07:48.872" v="2873" actId="700"/>
          <ac:spMkLst>
            <pc:docMk/>
            <pc:sldMk cId="1473077357" sldId="275"/>
            <ac:spMk id="4" creationId="{3A56DFDA-AAB9-02E3-AA24-9B09EB1289D8}"/>
          </ac:spMkLst>
        </pc:spChg>
        <pc:spChg chg="del">
          <ac:chgData name="Lucie Fontaine" userId="2c6b0298-177f-4237-a83e-8637e19304d5" providerId="ADAL" clId="{38FDF7CA-A37A-44C1-A812-A8007AC22127}" dt="2026-04-13T14:07:48.872" v="2873" actId="700"/>
          <ac:spMkLst>
            <pc:docMk/>
            <pc:sldMk cId="1473077357" sldId="275"/>
            <ac:spMk id="5" creationId="{15807579-E990-AE14-4E17-2B02309FB7F6}"/>
          </ac:spMkLst>
        </pc:spChg>
        <pc:spChg chg="del mod ord">
          <ac:chgData name="Lucie Fontaine" userId="2c6b0298-177f-4237-a83e-8637e19304d5" providerId="ADAL" clId="{38FDF7CA-A37A-44C1-A812-A8007AC22127}" dt="2026-04-13T14:07:48.872" v="2873" actId="700"/>
          <ac:spMkLst>
            <pc:docMk/>
            <pc:sldMk cId="1473077357" sldId="275"/>
            <ac:spMk id="6" creationId="{CF23BD40-3311-1F69-8AFA-1D329A1378BA}"/>
          </ac:spMkLst>
        </pc:spChg>
        <pc:spChg chg="add mod ord">
          <ac:chgData name="Lucie Fontaine" userId="2c6b0298-177f-4237-a83e-8637e19304d5" providerId="ADAL" clId="{38FDF7CA-A37A-44C1-A812-A8007AC22127}" dt="2026-04-13T15:02:57.422" v="4125" actId="20577"/>
          <ac:spMkLst>
            <pc:docMk/>
            <pc:sldMk cId="1473077357" sldId="275"/>
            <ac:spMk id="7" creationId="{EAD4B9D7-CF6A-0320-D16D-B8EE1F9D84E4}"/>
          </ac:spMkLst>
        </pc:spChg>
        <pc:spChg chg="add mod ord">
          <ac:chgData name="Lucie Fontaine" userId="2c6b0298-177f-4237-a83e-8637e19304d5" providerId="ADAL" clId="{38FDF7CA-A37A-44C1-A812-A8007AC22127}" dt="2026-04-13T14:15:30.518" v="3271" actId="20577"/>
          <ac:spMkLst>
            <pc:docMk/>
            <pc:sldMk cId="1473077357" sldId="275"/>
            <ac:spMk id="8" creationId="{1D0C859E-B871-6DF8-050E-074835105A68}"/>
          </ac:spMkLst>
        </pc:spChg>
        <pc:spChg chg="add del mod ord">
          <ac:chgData name="Lucie Fontaine" userId="2c6b0298-177f-4237-a83e-8637e19304d5" providerId="ADAL" clId="{38FDF7CA-A37A-44C1-A812-A8007AC22127}" dt="2026-04-13T14:07:52.539" v="2875"/>
          <ac:spMkLst>
            <pc:docMk/>
            <pc:sldMk cId="1473077357" sldId="275"/>
            <ac:spMk id="9" creationId="{99A0A13D-5372-D4A7-590B-A23E7CE0060D}"/>
          </ac:spMkLst>
        </pc:spChg>
        <pc:picChg chg="add mod">
          <ac:chgData name="Lucie Fontaine" userId="2c6b0298-177f-4237-a83e-8637e19304d5" providerId="ADAL" clId="{38FDF7CA-A37A-44C1-A812-A8007AC22127}" dt="2026-04-13T14:07:52.539" v="2875"/>
          <ac:picMkLst>
            <pc:docMk/>
            <pc:sldMk cId="1473077357" sldId="275"/>
            <ac:picMk id="10" creationId="{0CE76C5A-F9F0-12D7-71A0-C50A03A15107}"/>
          </ac:picMkLst>
        </pc:picChg>
      </pc:sldChg>
      <pc:sldChg chg="addSp delSp modSp new del mod modClrScheme chgLayout">
        <pc:chgData name="Lucie Fontaine" userId="2c6b0298-177f-4237-a83e-8637e19304d5" providerId="ADAL" clId="{38FDF7CA-A37A-44C1-A812-A8007AC22127}" dt="2026-04-14T07:59:34.916" v="4185" actId="2696"/>
        <pc:sldMkLst>
          <pc:docMk/>
          <pc:sldMk cId="1480166554" sldId="276"/>
        </pc:sldMkLst>
        <pc:spChg chg="del mod ord">
          <ac:chgData name="Lucie Fontaine" userId="2c6b0298-177f-4237-a83e-8637e19304d5" providerId="ADAL" clId="{38FDF7CA-A37A-44C1-A812-A8007AC22127}" dt="2026-04-13T14:11:15.394" v="3065" actId="700"/>
          <ac:spMkLst>
            <pc:docMk/>
            <pc:sldMk cId="1480166554" sldId="276"/>
            <ac:spMk id="2" creationId="{0ACE9F36-1E20-DE2B-C064-F17444348CC8}"/>
          </ac:spMkLst>
        </pc:spChg>
        <pc:spChg chg="del mod ord">
          <ac:chgData name="Lucie Fontaine" userId="2c6b0298-177f-4237-a83e-8637e19304d5" providerId="ADAL" clId="{38FDF7CA-A37A-44C1-A812-A8007AC22127}" dt="2026-04-13T14:11:15.394" v="3065" actId="700"/>
          <ac:spMkLst>
            <pc:docMk/>
            <pc:sldMk cId="1480166554" sldId="276"/>
            <ac:spMk id="3" creationId="{418AD946-1EFA-5A70-CB47-C55D7C5C2655}"/>
          </ac:spMkLst>
        </pc:spChg>
        <pc:spChg chg="add mod ord">
          <ac:chgData name="Lucie Fontaine" userId="2c6b0298-177f-4237-a83e-8637e19304d5" providerId="ADAL" clId="{38FDF7CA-A37A-44C1-A812-A8007AC22127}" dt="2026-04-13T14:11:15.394" v="3065" actId="700"/>
          <ac:spMkLst>
            <pc:docMk/>
            <pc:sldMk cId="1480166554" sldId="276"/>
            <ac:spMk id="4" creationId="{06497508-7B1B-8381-6347-CB92D55FC67B}"/>
          </ac:spMkLst>
        </pc:spChg>
        <pc:spChg chg="add mod ord">
          <ac:chgData name="Lucie Fontaine" userId="2c6b0298-177f-4237-a83e-8637e19304d5" providerId="ADAL" clId="{38FDF7CA-A37A-44C1-A812-A8007AC22127}" dt="2026-04-13T14:11:15.394" v="3065" actId="700"/>
          <ac:spMkLst>
            <pc:docMk/>
            <pc:sldMk cId="1480166554" sldId="276"/>
            <ac:spMk id="5" creationId="{A4735025-4901-FEC9-A32E-193F205C6E52}"/>
          </ac:spMkLst>
        </pc:spChg>
        <pc:spChg chg="add mod ord">
          <ac:chgData name="Lucie Fontaine" userId="2c6b0298-177f-4237-a83e-8637e19304d5" providerId="ADAL" clId="{38FDF7CA-A37A-44C1-A812-A8007AC22127}" dt="2026-04-13T14:11:15.394" v="3065" actId="700"/>
          <ac:spMkLst>
            <pc:docMk/>
            <pc:sldMk cId="1480166554" sldId="276"/>
            <ac:spMk id="6" creationId="{EE53A737-9EEA-70BA-7680-56C5BC0A81B0}"/>
          </ac:spMkLst>
        </pc:spChg>
        <pc:spChg chg="add mod ord">
          <ac:chgData name="Lucie Fontaine" userId="2c6b0298-177f-4237-a83e-8637e19304d5" providerId="ADAL" clId="{38FDF7CA-A37A-44C1-A812-A8007AC22127}" dt="2026-04-13T14:11:15.394" v="3065" actId="700"/>
          <ac:spMkLst>
            <pc:docMk/>
            <pc:sldMk cId="1480166554" sldId="276"/>
            <ac:spMk id="7" creationId="{1FB955B1-83FF-20E4-F22A-AB1D295DAB35}"/>
          </ac:spMkLst>
        </pc:spChg>
        <pc:spChg chg="add mod ord">
          <ac:chgData name="Lucie Fontaine" userId="2c6b0298-177f-4237-a83e-8637e19304d5" providerId="ADAL" clId="{38FDF7CA-A37A-44C1-A812-A8007AC22127}" dt="2026-04-13T14:11:15.394" v="3065" actId="700"/>
          <ac:spMkLst>
            <pc:docMk/>
            <pc:sldMk cId="1480166554" sldId="276"/>
            <ac:spMk id="8" creationId="{FCABD2C3-436E-6CD6-8A3D-88FE221B8C75}"/>
          </ac:spMkLst>
        </pc:spChg>
      </pc:sldChg>
      <pc:sldChg chg="delSp modSp new del mod">
        <pc:chgData name="Lucie Fontaine" userId="2c6b0298-177f-4237-a83e-8637e19304d5" providerId="ADAL" clId="{38FDF7CA-A37A-44C1-A812-A8007AC22127}" dt="2026-04-13T14:42:23.354" v="3527" actId="2696"/>
        <pc:sldMkLst>
          <pc:docMk/>
          <pc:sldMk cId="1397829131" sldId="277"/>
        </pc:sldMkLst>
        <pc:spChg chg="del mod">
          <ac:chgData name="Lucie Fontaine" userId="2c6b0298-177f-4237-a83e-8637e19304d5" providerId="ADAL" clId="{38FDF7CA-A37A-44C1-A812-A8007AC22127}" dt="2026-04-13T14:41:06.538" v="3510" actId="21"/>
          <ac:spMkLst>
            <pc:docMk/>
            <pc:sldMk cId="1397829131" sldId="277"/>
            <ac:spMk id="4" creationId="{FD5DC7EA-AA00-F56D-94AC-E5C7D4F93F22}"/>
          </ac:spMkLst>
        </pc:spChg>
      </pc:sldChg>
      <pc:sldChg chg="addSp modSp new mod">
        <pc:chgData name="Lucie Fontaine" userId="2c6b0298-177f-4237-a83e-8637e19304d5" providerId="ADAL" clId="{38FDF7CA-A37A-44C1-A812-A8007AC22127}" dt="2026-04-13T15:02:59.961" v="4126" actId="20577"/>
        <pc:sldMkLst>
          <pc:docMk/>
          <pc:sldMk cId="2503567687" sldId="277"/>
        </pc:sldMkLst>
        <pc:spChg chg="mod">
          <ac:chgData name="Lucie Fontaine" userId="2c6b0298-177f-4237-a83e-8637e19304d5" providerId="ADAL" clId="{38FDF7CA-A37A-44C1-A812-A8007AC22127}" dt="2026-04-13T15:02:59.961" v="4126" actId="20577"/>
          <ac:spMkLst>
            <pc:docMk/>
            <pc:sldMk cId="2503567687" sldId="277"/>
            <ac:spMk id="2" creationId="{73F09587-F830-4EFC-7224-A092AD68AA68}"/>
          </ac:spMkLst>
        </pc:spChg>
        <pc:spChg chg="mod">
          <ac:chgData name="Lucie Fontaine" userId="2c6b0298-177f-4237-a83e-8637e19304d5" providerId="ADAL" clId="{38FDF7CA-A37A-44C1-A812-A8007AC22127}" dt="2026-04-13T14:47:25.866" v="3920" actId="20577"/>
          <ac:spMkLst>
            <pc:docMk/>
            <pc:sldMk cId="2503567687" sldId="277"/>
            <ac:spMk id="3" creationId="{14564583-A7AF-54C5-2BAF-71E3C5629B8C}"/>
          </ac:spMkLst>
        </pc:spChg>
        <pc:spChg chg="mod">
          <ac:chgData name="Lucie Fontaine" userId="2c6b0298-177f-4237-a83e-8637e19304d5" providerId="ADAL" clId="{38FDF7CA-A37A-44C1-A812-A8007AC22127}" dt="2026-04-13T14:53:10.464" v="4117" actId="20577"/>
          <ac:spMkLst>
            <pc:docMk/>
            <pc:sldMk cId="2503567687" sldId="277"/>
            <ac:spMk id="4" creationId="{F7148431-DF7A-E815-20E8-2CA9B1199DB3}"/>
          </ac:spMkLst>
        </pc:spChg>
        <pc:spChg chg="mod">
          <ac:chgData name="Lucie Fontaine" userId="2c6b0298-177f-4237-a83e-8637e19304d5" providerId="ADAL" clId="{38FDF7CA-A37A-44C1-A812-A8007AC22127}" dt="2026-04-13T14:47:31.629" v="3922" actId="20577"/>
          <ac:spMkLst>
            <pc:docMk/>
            <pc:sldMk cId="2503567687" sldId="277"/>
            <ac:spMk id="5" creationId="{613B02BC-E7BF-1C40-AAF4-1CF7FF308B15}"/>
          </ac:spMkLst>
        </pc:spChg>
        <pc:spChg chg="mod">
          <ac:chgData name="Lucie Fontaine" userId="2c6b0298-177f-4237-a83e-8637e19304d5" providerId="ADAL" clId="{38FDF7CA-A37A-44C1-A812-A8007AC22127}" dt="2026-04-13T14:53:32.348" v="4119" actId="20577"/>
          <ac:spMkLst>
            <pc:docMk/>
            <pc:sldMk cId="2503567687" sldId="277"/>
            <ac:spMk id="6" creationId="{B892BD57-60FA-7FA3-52DF-ABB57A2E10A4}"/>
          </ac:spMkLst>
        </pc:spChg>
        <pc:spChg chg="add mod">
          <ac:chgData name="Lucie Fontaine" userId="2c6b0298-177f-4237-a83e-8637e19304d5" providerId="ADAL" clId="{38FDF7CA-A37A-44C1-A812-A8007AC22127}" dt="2026-04-13T14:53:16.191" v="4118" actId="1076"/>
          <ac:spMkLst>
            <pc:docMk/>
            <pc:sldMk cId="2503567687" sldId="277"/>
            <ac:spMk id="9" creationId="{3814D8A4-98F5-C2B1-5574-98FB3057E77F}"/>
          </ac:spMkLst>
        </pc:spChg>
        <pc:picChg chg="add mod">
          <ac:chgData name="Lucie Fontaine" userId="2c6b0298-177f-4237-a83e-8637e19304d5" providerId="ADAL" clId="{38FDF7CA-A37A-44C1-A812-A8007AC22127}" dt="2026-04-13T14:52:22.474" v="4108" actId="1076"/>
          <ac:picMkLst>
            <pc:docMk/>
            <pc:sldMk cId="2503567687" sldId="277"/>
            <ac:picMk id="7" creationId="{22FDC441-09A8-2F60-5E2C-A9795C63ECD3}"/>
          </ac:picMkLst>
        </pc:picChg>
        <pc:picChg chg="add mod">
          <ac:chgData name="Lucie Fontaine" userId="2c6b0298-177f-4237-a83e-8637e19304d5" providerId="ADAL" clId="{38FDF7CA-A37A-44C1-A812-A8007AC22127}" dt="2026-04-13T14:52:06.417" v="4098" actId="1076"/>
          <ac:picMkLst>
            <pc:docMk/>
            <pc:sldMk cId="2503567687" sldId="277"/>
            <ac:picMk id="8" creationId="{DFB3F88C-9D13-F482-2985-790C70CAB9CC}"/>
          </ac:picMkLst>
        </pc:picChg>
      </pc:sldChg>
      <pc:sldChg chg="new del">
        <pc:chgData name="Lucie Fontaine" userId="2c6b0298-177f-4237-a83e-8637e19304d5" providerId="ADAL" clId="{38FDF7CA-A37A-44C1-A812-A8007AC22127}" dt="2026-04-13T14:33:17.180" v="3410" actId="2696"/>
        <pc:sldMkLst>
          <pc:docMk/>
          <pc:sldMk cId="3440609293" sldId="277"/>
        </pc:sldMkLst>
      </pc:sldChg>
      <pc:sldChg chg="addSp delSp modSp new del mod">
        <pc:chgData name="Lucie Fontaine" userId="2c6b0298-177f-4237-a83e-8637e19304d5" providerId="ADAL" clId="{38FDF7CA-A37A-44C1-A812-A8007AC22127}" dt="2026-04-14T08:57:24.601" v="4380" actId="2696"/>
        <pc:sldMkLst>
          <pc:docMk/>
          <pc:sldMk cId="3339428325" sldId="278"/>
        </pc:sldMkLst>
        <pc:spChg chg="mod">
          <ac:chgData name="Lucie Fontaine" userId="2c6b0298-177f-4237-a83e-8637e19304d5" providerId="ADAL" clId="{38FDF7CA-A37A-44C1-A812-A8007AC22127}" dt="2026-04-14T08:44:59.652" v="4201" actId="20577"/>
          <ac:spMkLst>
            <pc:docMk/>
            <pc:sldMk cId="3339428325" sldId="278"/>
            <ac:spMk id="2" creationId="{720244E9-F70B-899E-30E1-7602185E0DA3}"/>
          </ac:spMkLst>
        </pc:spChg>
        <pc:spChg chg="mod">
          <ac:chgData name="Lucie Fontaine" userId="2c6b0298-177f-4237-a83e-8637e19304d5" providerId="ADAL" clId="{38FDF7CA-A37A-44C1-A812-A8007AC22127}" dt="2026-04-14T08:49:02.195" v="4221" actId="20577"/>
          <ac:spMkLst>
            <pc:docMk/>
            <pc:sldMk cId="3339428325" sldId="278"/>
            <ac:spMk id="3" creationId="{0E1E3CF9-C159-12C6-E9DB-9B914336F121}"/>
          </ac:spMkLst>
        </pc:spChg>
        <pc:spChg chg="del mod">
          <ac:chgData name="Lucie Fontaine" userId="2c6b0298-177f-4237-a83e-8637e19304d5" providerId="ADAL" clId="{38FDF7CA-A37A-44C1-A812-A8007AC22127}" dt="2026-04-14T08:48:58.217" v="4203" actId="22"/>
          <ac:spMkLst>
            <pc:docMk/>
            <pc:sldMk cId="3339428325" sldId="278"/>
            <ac:spMk id="4" creationId="{C32A6873-ED6F-A0F3-1F49-B5DCD2C963A9}"/>
          </ac:spMkLst>
        </pc:spChg>
        <pc:spChg chg="mod">
          <ac:chgData name="Lucie Fontaine" userId="2c6b0298-177f-4237-a83e-8637e19304d5" providerId="ADAL" clId="{38FDF7CA-A37A-44C1-A812-A8007AC22127}" dt="2026-04-14T08:53:32.514" v="4262" actId="20577"/>
          <ac:spMkLst>
            <pc:docMk/>
            <pc:sldMk cId="3339428325" sldId="278"/>
            <ac:spMk id="5" creationId="{5AE862A4-03E4-82BA-3863-110878A70607}"/>
          </ac:spMkLst>
        </pc:spChg>
        <pc:spChg chg="add del mod">
          <ac:chgData name="Lucie Fontaine" userId="2c6b0298-177f-4237-a83e-8637e19304d5" providerId="ADAL" clId="{38FDF7CA-A37A-44C1-A812-A8007AC22127}" dt="2026-04-14T08:53:37.420" v="4264"/>
          <ac:spMkLst>
            <pc:docMk/>
            <pc:sldMk cId="3339428325" sldId="278"/>
            <ac:spMk id="6" creationId="{891BCC00-BEE4-92D8-9CB7-5AFCA54F1140}"/>
          </ac:spMkLst>
        </pc:spChg>
        <pc:spChg chg="add del mod">
          <ac:chgData name="Lucie Fontaine" userId="2c6b0298-177f-4237-a83e-8637e19304d5" providerId="ADAL" clId="{38FDF7CA-A37A-44C1-A812-A8007AC22127}" dt="2026-04-14T08:53:43.568" v="4267"/>
          <ac:spMkLst>
            <pc:docMk/>
            <pc:sldMk cId="3339428325" sldId="278"/>
            <ac:spMk id="9" creationId="{97386D54-DEA7-A919-0CB4-AC99A91B028C}"/>
          </ac:spMkLst>
        </pc:spChg>
        <pc:spChg chg="add mod">
          <ac:chgData name="Lucie Fontaine" userId="2c6b0298-177f-4237-a83e-8637e19304d5" providerId="ADAL" clId="{38FDF7CA-A37A-44C1-A812-A8007AC22127}" dt="2026-04-14T08:54:17.333" v="4338" actId="21"/>
          <ac:spMkLst>
            <pc:docMk/>
            <pc:sldMk cId="3339428325" sldId="278"/>
            <ac:spMk id="11" creationId="{B8981840-ED0E-9CE2-F874-8FF2545A2D00}"/>
          </ac:spMkLst>
        </pc:spChg>
        <pc:picChg chg="add del mod ord">
          <ac:chgData name="Lucie Fontaine" userId="2c6b0298-177f-4237-a83e-8637e19304d5" providerId="ADAL" clId="{38FDF7CA-A37A-44C1-A812-A8007AC22127}" dt="2026-04-14T08:54:17.333" v="4338" actId="21"/>
          <ac:picMkLst>
            <pc:docMk/>
            <pc:sldMk cId="3339428325" sldId="278"/>
            <ac:picMk id="8" creationId="{D226B05E-B821-8928-CF59-20A2EA9855F4}"/>
          </ac:picMkLst>
        </pc:picChg>
        <pc:picChg chg="add mod">
          <ac:chgData name="Lucie Fontaine" userId="2c6b0298-177f-4237-a83e-8637e19304d5" providerId="ADAL" clId="{38FDF7CA-A37A-44C1-A812-A8007AC22127}" dt="2026-04-14T08:53:22.275" v="4258"/>
          <ac:picMkLst>
            <pc:docMk/>
            <pc:sldMk cId="3339428325" sldId="278"/>
            <ac:picMk id="1026" creationId="{D7453E1A-B6C9-301C-ECA5-47333AF5E54C}"/>
          </ac:picMkLst>
        </pc:picChg>
        <pc:picChg chg="add">
          <ac:chgData name="Lucie Fontaine" userId="2c6b0298-177f-4237-a83e-8637e19304d5" providerId="ADAL" clId="{38FDF7CA-A37A-44C1-A812-A8007AC22127}" dt="2026-04-14T08:53:25.335" v="4259"/>
          <ac:picMkLst>
            <pc:docMk/>
            <pc:sldMk cId="3339428325" sldId="278"/>
            <ac:picMk id="1028" creationId="{A90A32FA-43FA-D2FB-0AC5-AB00CE90FF24}"/>
          </ac:picMkLst>
        </pc:picChg>
        <pc:picChg chg="add mod">
          <ac:chgData name="Lucie Fontaine" userId="2c6b0298-177f-4237-a83e-8637e19304d5" providerId="ADAL" clId="{38FDF7CA-A37A-44C1-A812-A8007AC22127}" dt="2026-04-14T08:53:37.420" v="4264"/>
          <ac:picMkLst>
            <pc:docMk/>
            <pc:sldMk cId="3339428325" sldId="278"/>
            <ac:picMk id="1030" creationId="{924059DD-2F74-5938-9D22-8A8F167691E6}"/>
          </ac:picMkLst>
        </pc:picChg>
      </pc:sldChg>
      <pc:sldChg chg="addSp delSp modSp new mod">
        <pc:chgData name="Lucie Fontaine" userId="2c6b0298-177f-4237-a83e-8637e19304d5" providerId="ADAL" clId="{38FDF7CA-A37A-44C1-A812-A8007AC22127}" dt="2026-04-15T13:00:56.510" v="5336" actId="20577"/>
        <pc:sldMkLst>
          <pc:docMk/>
          <pc:sldMk cId="3488251580" sldId="279"/>
        </pc:sldMkLst>
        <pc:spChg chg="mod">
          <ac:chgData name="Lucie Fontaine" userId="2c6b0298-177f-4237-a83e-8637e19304d5" providerId="ADAL" clId="{38FDF7CA-A37A-44C1-A812-A8007AC22127}" dt="2026-04-14T08:54:44.770" v="4371"/>
          <ac:spMkLst>
            <pc:docMk/>
            <pc:sldMk cId="3488251580" sldId="279"/>
            <ac:spMk id="2" creationId="{0E9D494A-1DE1-D745-8E6E-57AD7CC5E839}"/>
          </ac:spMkLst>
        </pc:spChg>
        <pc:spChg chg="mod">
          <ac:chgData name="Lucie Fontaine" userId="2c6b0298-177f-4237-a83e-8637e19304d5" providerId="ADAL" clId="{38FDF7CA-A37A-44C1-A812-A8007AC22127}" dt="2026-04-14T08:54:53.110" v="4373" actId="20577"/>
          <ac:spMkLst>
            <pc:docMk/>
            <pc:sldMk cId="3488251580" sldId="279"/>
            <ac:spMk id="3" creationId="{3F1634C4-689E-2FF3-3284-3A6220F64469}"/>
          </ac:spMkLst>
        </pc:spChg>
        <pc:spChg chg="mod">
          <ac:chgData name="Lucie Fontaine" userId="2c6b0298-177f-4237-a83e-8637e19304d5" providerId="ADAL" clId="{38FDF7CA-A37A-44C1-A812-A8007AC22127}" dt="2026-04-15T13:00:56.510" v="5336" actId="20577"/>
          <ac:spMkLst>
            <pc:docMk/>
            <pc:sldMk cId="3488251580" sldId="279"/>
            <ac:spMk id="4" creationId="{953D5DA2-5216-D394-5EAE-7FCC2E56798B}"/>
          </ac:spMkLst>
        </pc:spChg>
        <pc:spChg chg="mod">
          <ac:chgData name="Lucie Fontaine" userId="2c6b0298-177f-4237-a83e-8637e19304d5" providerId="ADAL" clId="{38FDF7CA-A37A-44C1-A812-A8007AC22127}" dt="2026-04-14T08:54:59.078" v="4375" actId="20577"/>
          <ac:spMkLst>
            <pc:docMk/>
            <pc:sldMk cId="3488251580" sldId="279"/>
            <ac:spMk id="5" creationId="{B3A273B8-6F4B-BFCB-1648-16C5643D8591}"/>
          </ac:spMkLst>
        </pc:spChg>
        <pc:spChg chg="mod">
          <ac:chgData name="Lucie Fontaine" userId="2c6b0298-177f-4237-a83e-8637e19304d5" providerId="ADAL" clId="{38FDF7CA-A37A-44C1-A812-A8007AC22127}" dt="2026-04-14T08:54:10.284" v="4337" actId="20577"/>
          <ac:spMkLst>
            <pc:docMk/>
            <pc:sldMk cId="3488251580" sldId="279"/>
            <ac:spMk id="6" creationId="{11EE643E-C3BD-2D1C-6620-39CFCD2EF427}"/>
          </ac:spMkLst>
        </pc:spChg>
        <pc:spChg chg="add mod">
          <ac:chgData name="Lucie Fontaine" userId="2c6b0298-177f-4237-a83e-8637e19304d5" providerId="ADAL" clId="{38FDF7CA-A37A-44C1-A812-A8007AC22127}" dt="2026-04-14T09:21:06.911" v="4443" actId="1076"/>
          <ac:spMkLst>
            <pc:docMk/>
            <pc:sldMk cId="3488251580" sldId="279"/>
            <ac:spMk id="9" creationId="{6D9324B8-378F-63B1-0A49-375C95A0B27C}"/>
          </ac:spMkLst>
        </pc:spChg>
        <pc:spChg chg="add del mod">
          <ac:chgData name="Lucie Fontaine" userId="2c6b0298-177f-4237-a83e-8637e19304d5" providerId="ADAL" clId="{38FDF7CA-A37A-44C1-A812-A8007AC22127}" dt="2026-04-14T09:21:37.067" v="4446" actId="478"/>
          <ac:spMkLst>
            <pc:docMk/>
            <pc:sldMk cId="3488251580" sldId="279"/>
            <ac:spMk id="10" creationId="{D420BE3B-BD29-495D-3128-22D35080B818}"/>
          </ac:spMkLst>
        </pc:spChg>
        <pc:picChg chg="add mod">
          <ac:chgData name="Lucie Fontaine" userId="2c6b0298-177f-4237-a83e-8637e19304d5" providerId="ADAL" clId="{38FDF7CA-A37A-44C1-A812-A8007AC22127}" dt="2026-04-14T08:54:30.824" v="4358" actId="1035"/>
          <ac:picMkLst>
            <pc:docMk/>
            <pc:sldMk cId="3488251580" sldId="279"/>
            <ac:picMk id="7" creationId="{2CDC4365-329C-0AB5-AB80-F79C659BABF9}"/>
          </ac:picMkLst>
        </pc:picChg>
        <pc:picChg chg="add mod">
          <ac:chgData name="Lucie Fontaine" userId="2c6b0298-177f-4237-a83e-8637e19304d5" providerId="ADAL" clId="{38FDF7CA-A37A-44C1-A812-A8007AC22127}" dt="2026-04-14T08:57:18.393" v="4378" actId="1076"/>
          <ac:picMkLst>
            <pc:docMk/>
            <pc:sldMk cId="3488251580" sldId="279"/>
            <ac:picMk id="8" creationId="{D226B05E-B821-8928-CF59-20A2EA9855F4}"/>
          </ac:picMkLst>
        </pc:picChg>
      </pc:sldChg>
      <pc:sldChg chg="addSp delSp modSp new mod">
        <pc:chgData name="Lucie Fontaine" userId="2c6b0298-177f-4237-a83e-8637e19304d5" providerId="ADAL" clId="{38FDF7CA-A37A-44C1-A812-A8007AC22127}" dt="2026-04-28T08:38:16.070" v="22864" actId="1076"/>
        <pc:sldMkLst>
          <pc:docMk/>
          <pc:sldMk cId="4007247626" sldId="280"/>
        </pc:sldMkLst>
        <pc:spChg chg="mod">
          <ac:chgData name="Lucie Fontaine" userId="2c6b0298-177f-4237-a83e-8637e19304d5" providerId="ADAL" clId="{38FDF7CA-A37A-44C1-A812-A8007AC22127}" dt="2026-04-14T09:23:03.687" v="4472" actId="20577"/>
          <ac:spMkLst>
            <pc:docMk/>
            <pc:sldMk cId="4007247626" sldId="280"/>
            <ac:spMk id="2" creationId="{CB95FED0-0C64-4912-259B-39CF0368190D}"/>
          </ac:spMkLst>
        </pc:spChg>
        <pc:spChg chg="mod">
          <ac:chgData name="Lucie Fontaine" userId="2c6b0298-177f-4237-a83e-8637e19304d5" providerId="ADAL" clId="{38FDF7CA-A37A-44C1-A812-A8007AC22127}" dt="2026-04-14T15:21:02.543" v="4528" actId="20577"/>
          <ac:spMkLst>
            <pc:docMk/>
            <pc:sldMk cId="4007247626" sldId="280"/>
            <ac:spMk id="3" creationId="{D1811741-5B30-FC75-845C-0C32F4E365C6}"/>
          </ac:spMkLst>
        </pc:spChg>
        <pc:spChg chg="del mod">
          <ac:chgData name="Lucie Fontaine" userId="2c6b0298-177f-4237-a83e-8637e19304d5" providerId="ADAL" clId="{38FDF7CA-A37A-44C1-A812-A8007AC22127}" dt="2026-04-14T09:37:25.235" v="4474"/>
          <ac:spMkLst>
            <pc:docMk/>
            <pc:sldMk cId="4007247626" sldId="280"/>
            <ac:spMk id="4" creationId="{0B193FC6-3F4F-69A9-23D2-C4AA74992F0C}"/>
          </ac:spMkLst>
        </pc:spChg>
        <pc:spChg chg="mod">
          <ac:chgData name="Lucie Fontaine" userId="2c6b0298-177f-4237-a83e-8637e19304d5" providerId="ADAL" clId="{38FDF7CA-A37A-44C1-A812-A8007AC22127}" dt="2026-04-15T08:12:58.860" v="4729" actId="20577"/>
          <ac:spMkLst>
            <pc:docMk/>
            <pc:sldMk cId="4007247626" sldId="280"/>
            <ac:spMk id="5" creationId="{BFEDE802-1D68-2BEF-EA0E-DE7C14D80183}"/>
          </ac:spMkLst>
        </pc:spChg>
        <pc:spChg chg="del mod">
          <ac:chgData name="Lucie Fontaine" userId="2c6b0298-177f-4237-a83e-8637e19304d5" providerId="ADAL" clId="{38FDF7CA-A37A-44C1-A812-A8007AC22127}" dt="2026-04-15T08:05:16.322" v="4691"/>
          <ac:spMkLst>
            <pc:docMk/>
            <pc:sldMk cId="4007247626" sldId="280"/>
            <ac:spMk id="6" creationId="{0A9A3E86-7265-0E06-F756-7D80B64CA5DA}"/>
          </ac:spMkLst>
        </pc:spChg>
        <pc:spChg chg="add del mod">
          <ac:chgData name="Lucie Fontaine" userId="2c6b0298-177f-4237-a83e-8637e19304d5" providerId="ADAL" clId="{38FDF7CA-A37A-44C1-A812-A8007AC22127}" dt="2026-04-14T09:37:27.950" v="4476"/>
          <ac:spMkLst>
            <pc:docMk/>
            <pc:sldMk cId="4007247626" sldId="280"/>
            <ac:spMk id="7" creationId="{9A4EA189-DE57-E654-FD64-A40A9DD398C6}"/>
          </ac:spMkLst>
        </pc:spChg>
        <pc:spChg chg="add del mod">
          <ac:chgData name="Lucie Fontaine" userId="2c6b0298-177f-4237-a83e-8637e19304d5" providerId="ADAL" clId="{38FDF7CA-A37A-44C1-A812-A8007AC22127}" dt="2026-04-15T08:14:22.937" v="4738"/>
          <ac:spMkLst>
            <pc:docMk/>
            <pc:sldMk cId="4007247626" sldId="280"/>
            <ac:spMk id="8" creationId="{1BA822F9-A01B-684A-EFFD-E1B741E68D73}"/>
          </ac:spMkLst>
        </pc:spChg>
        <pc:spChg chg="add del mod">
          <ac:chgData name="Lucie Fontaine" userId="2c6b0298-177f-4237-a83e-8637e19304d5" providerId="ADAL" clId="{38FDF7CA-A37A-44C1-A812-A8007AC22127}" dt="2026-04-14T09:37:36.908" v="4477"/>
          <ac:spMkLst>
            <pc:docMk/>
            <pc:sldMk cId="4007247626" sldId="280"/>
            <ac:spMk id="8" creationId="{5081B99E-396A-1519-1AAD-41509DB0EE11}"/>
          </ac:spMkLst>
        </pc:spChg>
        <pc:spChg chg="add del mod">
          <ac:chgData name="Lucie Fontaine" userId="2c6b0298-177f-4237-a83e-8637e19304d5" providerId="ADAL" clId="{38FDF7CA-A37A-44C1-A812-A8007AC22127}" dt="2026-04-14T09:44:56.929" v="4483"/>
          <ac:spMkLst>
            <pc:docMk/>
            <pc:sldMk cId="4007247626" sldId="280"/>
            <ac:spMk id="9" creationId="{5AA56535-8356-8434-2227-5AD951EF988E}"/>
          </ac:spMkLst>
        </pc:spChg>
        <pc:spChg chg="add mod">
          <ac:chgData name="Lucie Fontaine" userId="2c6b0298-177f-4237-a83e-8637e19304d5" providerId="ADAL" clId="{38FDF7CA-A37A-44C1-A812-A8007AC22127}" dt="2026-04-15T08:16:47.986" v="4794" actId="1076"/>
          <ac:spMkLst>
            <pc:docMk/>
            <pc:sldMk cId="4007247626" sldId="280"/>
            <ac:spMk id="9" creationId="{F16FE09C-C500-1954-9086-CE7537E89D3E}"/>
          </ac:spMkLst>
        </pc:spChg>
        <pc:spChg chg="add mod">
          <ac:chgData name="Lucie Fontaine" userId="2c6b0298-177f-4237-a83e-8637e19304d5" providerId="ADAL" clId="{38FDF7CA-A37A-44C1-A812-A8007AC22127}" dt="2026-04-28T08:38:16.070" v="22864" actId="1076"/>
          <ac:spMkLst>
            <pc:docMk/>
            <pc:sldMk cId="4007247626" sldId="280"/>
            <ac:spMk id="10" creationId="{59432120-0644-73CE-E3D3-9486A304144E}"/>
          </ac:spMkLst>
        </pc:spChg>
        <pc:spChg chg="add mod">
          <ac:chgData name="Lucie Fontaine" userId="2c6b0298-177f-4237-a83e-8637e19304d5" providerId="ADAL" clId="{38FDF7CA-A37A-44C1-A812-A8007AC22127}" dt="2026-04-14T09:44:56.909" v="4482"/>
          <ac:spMkLst>
            <pc:docMk/>
            <pc:sldMk cId="4007247626" sldId="280"/>
            <ac:spMk id="10" creationId="{6A8C9C0E-8A2E-F99B-CA64-6F167D53A34C}"/>
          </ac:spMkLst>
        </pc:spChg>
        <pc:spChg chg="add mod">
          <ac:chgData name="Lucie Fontaine" userId="2c6b0298-177f-4237-a83e-8637e19304d5" providerId="ADAL" clId="{38FDF7CA-A37A-44C1-A812-A8007AC22127}" dt="2026-04-14T15:26:02.738" v="4607" actId="1037"/>
          <ac:spMkLst>
            <pc:docMk/>
            <pc:sldMk cId="4007247626" sldId="280"/>
            <ac:spMk id="12" creationId="{4571611A-628B-1D59-EFCD-D1DD606178EB}"/>
          </ac:spMkLst>
        </pc:spChg>
        <pc:picChg chg="add mod">
          <ac:chgData name="Lucie Fontaine" userId="2c6b0298-177f-4237-a83e-8637e19304d5" providerId="ADAL" clId="{38FDF7CA-A37A-44C1-A812-A8007AC22127}" dt="2026-04-15T08:22:49.759" v="4816" actId="1076"/>
          <ac:picMkLst>
            <pc:docMk/>
            <pc:sldMk cId="4007247626" sldId="280"/>
            <ac:picMk id="7" creationId="{E99AAE5C-B027-8F76-F1E4-DFB88AD4A1D6}"/>
          </ac:picMkLst>
        </pc:picChg>
        <pc:picChg chg="add mod">
          <ac:chgData name="Lucie Fontaine" userId="2c6b0298-177f-4237-a83e-8637e19304d5" providerId="ADAL" clId="{38FDF7CA-A37A-44C1-A812-A8007AC22127}" dt="2026-04-14T09:44:56.929" v="4483"/>
          <ac:picMkLst>
            <pc:docMk/>
            <pc:sldMk cId="4007247626" sldId="280"/>
            <ac:picMk id="11" creationId="{3B06191F-D78D-58AB-833E-FCB94157ECD3}"/>
          </ac:picMkLst>
        </pc:picChg>
        <pc:picChg chg="add mod">
          <ac:chgData name="Lucie Fontaine" userId="2c6b0298-177f-4237-a83e-8637e19304d5" providerId="ADAL" clId="{38FDF7CA-A37A-44C1-A812-A8007AC22127}" dt="2026-04-15T08:16:08.334" v="4787" actId="1076"/>
          <ac:picMkLst>
            <pc:docMk/>
            <pc:sldMk cId="4007247626" sldId="280"/>
            <ac:picMk id="1026" creationId="{DD4CE4CB-17CA-F512-88FD-7A0B9D4D37D6}"/>
          </ac:picMkLst>
        </pc:picChg>
      </pc:sldChg>
      <pc:sldChg chg="modSp new mod">
        <pc:chgData name="Lucie Fontaine" userId="2c6b0298-177f-4237-a83e-8637e19304d5" providerId="ADAL" clId="{38FDF7CA-A37A-44C1-A812-A8007AC22127}" dt="2026-04-24T14:14:52.391" v="22771" actId="20577"/>
        <pc:sldMkLst>
          <pc:docMk/>
          <pc:sldMk cId="294545582" sldId="281"/>
        </pc:sldMkLst>
        <pc:spChg chg="mod">
          <ac:chgData name="Lucie Fontaine" userId="2c6b0298-177f-4237-a83e-8637e19304d5" providerId="ADAL" clId="{38FDF7CA-A37A-44C1-A812-A8007AC22127}" dt="2026-04-14T15:28:07.882" v="4622" actId="20577"/>
          <ac:spMkLst>
            <pc:docMk/>
            <pc:sldMk cId="294545582" sldId="281"/>
            <ac:spMk id="2" creationId="{3E34947B-0816-C53E-BF56-5A043E6BCF64}"/>
          </ac:spMkLst>
        </pc:spChg>
        <pc:spChg chg="mod">
          <ac:chgData name="Lucie Fontaine" userId="2c6b0298-177f-4237-a83e-8637e19304d5" providerId="ADAL" clId="{38FDF7CA-A37A-44C1-A812-A8007AC22127}" dt="2026-04-24T14:14:52.391" v="22771" actId="20577"/>
          <ac:spMkLst>
            <pc:docMk/>
            <pc:sldMk cId="294545582" sldId="281"/>
            <ac:spMk id="3" creationId="{1F441E49-3DD0-7439-B29A-7D6CB1615958}"/>
          </ac:spMkLst>
        </pc:spChg>
      </pc:sldChg>
      <pc:sldChg chg="addSp delSp modSp new mod modClrScheme chgLayout">
        <pc:chgData name="Lucie Fontaine" userId="2c6b0298-177f-4237-a83e-8637e19304d5" providerId="ADAL" clId="{38FDF7CA-A37A-44C1-A812-A8007AC22127}" dt="2026-04-15T15:32:11.905" v="6217" actId="20577"/>
        <pc:sldMkLst>
          <pc:docMk/>
          <pc:sldMk cId="1455578863" sldId="282"/>
        </pc:sldMkLst>
        <pc:spChg chg="del mod ord">
          <ac:chgData name="Lucie Fontaine" userId="2c6b0298-177f-4237-a83e-8637e19304d5" providerId="ADAL" clId="{38FDF7CA-A37A-44C1-A812-A8007AC22127}" dt="2026-04-15T08:24:36.227" v="4818" actId="700"/>
          <ac:spMkLst>
            <pc:docMk/>
            <pc:sldMk cId="1455578863" sldId="282"/>
            <ac:spMk id="2" creationId="{42D84A6F-B8FB-7F5B-B5C9-E11C9FF683EE}"/>
          </ac:spMkLst>
        </pc:spChg>
        <pc:spChg chg="del">
          <ac:chgData name="Lucie Fontaine" userId="2c6b0298-177f-4237-a83e-8637e19304d5" providerId="ADAL" clId="{38FDF7CA-A37A-44C1-A812-A8007AC22127}" dt="2026-04-15T08:24:36.227" v="4818" actId="700"/>
          <ac:spMkLst>
            <pc:docMk/>
            <pc:sldMk cId="1455578863" sldId="282"/>
            <ac:spMk id="3" creationId="{A50F152E-53D2-F8CE-953F-F9712B142E7E}"/>
          </ac:spMkLst>
        </pc:spChg>
        <pc:spChg chg="del mod ord">
          <ac:chgData name="Lucie Fontaine" userId="2c6b0298-177f-4237-a83e-8637e19304d5" providerId="ADAL" clId="{38FDF7CA-A37A-44C1-A812-A8007AC22127}" dt="2026-04-15T08:24:36.227" v="4818" actId="700"/>
          <ac:spMkLst>
            <pc:docMk/>
            <pc:sldMk cId="1455578863" sldId="282"/>
            <ac:spMk id="4" creationId="{6A1CCA0E-4A92-ADE8-144F-2BC7D7F44D60}"/>
          </ac:spMkLst>
        </pc:spChg>
        <pc:spChg chg="del">
          <ac:chgData name="Lucie Fontaine" userId="2c6b0298-177f-4237-a83e-8637e19304d5" providerId="ADAL" clId="{38FDF7CA-A37A-44C1-A812-A8007AC22127}" dt="2026-04-15T08:24:36.227" v="4818" actId="700"/>
          <ac:spMkLst>
            <pc:docMk/>
            <pc:sldMk cId="1455578863" sldId="282"/>
            <ac:spMk id="5" creationId="{34F54FD7-6EE4-384D-328D-D4E1F91DF751}"/>
          </ac:spMkLst>
        </pc:spChg>
        <pc:spChg chg="del">
          <ac:chgData name="Lucie Fontaine" userId="2c6b0298-177f-4237-a83e-8637e19304d5" providerId="ADAL" clId="{38FDF7CA-A37A-44C1-A812-A8007AC22127}" dt="2026-04-15T08:24:36.227" v="4818" actId="700"/>
          <ac:spMkLst>
            <pc:docMk/>
            <pc:sldMk cId="1455578863" sldId="282"/>
            <ac:spMk id="6" creationId="{B66BD5BF-302F-CBF1-F480-DE9FEE457FCD}"/>
          </ac:spMkLst>
        </pc:spChg>
        <pc:spChg chg="add mod ord">
          <ac:chgData name="Lucie Fontaine" userId="2c6b0298-177f-4237-a83e-8637e19304d5" providerId="ADAL" clId="{38FDF7CA-A37A-44C1-A812-A8007AC22127}" dt="2026-04-15T15:32:11.905" v="6217" actId="20577"/>
          <ac:spMkLst>
            <pc:docMk/>
            <pc:sldMk cId="1455578863" sldId="282"/>
            <ac:spMk id="7" creationId="{FDE32E7C-BB6F-993A-7A34-23472295A9CA}"/>
          </ac:spMkLst>
        </pc:spChg>
        <pc:spChg chg="add del mod ord">
          <ac:chgData name="Lucie Fontaine" userId="2c6b0298-177f-4237-a83e-8637e19304d5" providerId="ADAL" clId="{38FDF7CA-A37A-44C1-A812-A8007AC22127}" dt="2026-04-15T12:44:57.088" v="4909" actId="700"/>
          <ac:spMkLst>
            <pc:docMk/>
            <pc:sldMk cId="1455578863" sldId="282"/>
            <ac:spMk id="8" creationId="{FD95189A-FD8A-0820-417F-94515D637D5A}"/>
          </ac:spMkLst>
        </pc:spChg>
        <pc:spChg chg="add del mod ord">
          <ac:chgData name="Lucie Fontaine" userId="2c6b0298-177f-4237-a83e-8637e19304d5" providerId="ADAL" clId="{38FDF7CA-A37A-44C1-A812-A8007AC22127}" dt="2026-04-15T12:49:11.348" v="5188" actId="478"/>
          <ac:spMkLst>
            <pc:docMk/>
            <pc:sldMk cId="1455578863" sldId="282"/>
            <ac:spMk id="9" creationId="{151FC171-DCE6-E9ED-D939-A74D98B616AF}"/>
          </ac:spMkLst>
        </pc:spChg>
        <pc:spChg chg="add del mod ord">
          <ac:chgData name="Lucie Fontaine" userId="2c6b0298-177f-4237-a83e-8637e19304d5" providerId="ADAL" clId="{38FDF7CA-A37A-44C1-A812-A8007AC22127}" dt="2026-04-15T12:58:02.601" v="5253" actId="700"/>
          <ac:spMkLst>
            <pc:docMk/>
            <pc:sldMk cId="1455578863" sldId="282"/>
            <ac:spMk id="10" creationId="{9EC42BF7-B71A-0313-8DCD-8D8A4DD9C4BB}"/>
          </ac:spMkLst>
        </pc:spChg>
        <pc:spChg chg="add del mod ord">
          <ac:chgData name="Lucie Fontaine" userId="2c6b0298-177f-4237-a83e-8637e19304d5" providerId="ADAL" clId="{38FDF7CA-A37A-44C1-A812-A8007AC22127}" dt="2026-04-15T12:49:13.201" v="5189" actId="478"/>
          <ac:spMkLst>
            <pc:docMk/>
            <pc:sldMk cId="1455578863" sldId="282"/>
            <ac:spMk id="11" creationId="{3A6A1469-88B6-EF6A-FCB6-27C0C0506F2A}"/>
          </ac:spMkLst>
        </pc:spChg>
        <pc:spChg chg="add del mod ord">
          <ac:chgData name="Lucie Fontaine" userId="2c6b0298-177f-4237-a83e-8637e19304d5" providerId="ADAL" clId="{38FDF7CA-A37A-44C1-A812-A8007AC22127}" dt="2026-04-15T12:49:07.034" v="5187" actId="700"/>
          <ac:spMkLst>
            <pc:docMk/>
            <pc:sldMk cId="1455578863" sldId="282"/>
            <ac:spMk id="12" creationId="{E2E038E9-BF5E-463E-1254-AA5DF98300A1}"/>
          </ac:spMkLst>
        </pc:spChg>
        <pc:spChg chg="add del mod ord">
          <ac:chgData name="Lucie Fontaine" userId="2c6b0298-177f-4237-a83e-8637e19304d5" providerId="ADAL" clId="{38FDF7CA-A37A-44C1-A812-A8007AC22127}" dt="2026-04-15T13:44:59.351" v="5757" actId="478"/>
          <ac:spMkLst>
            <pc:docMk/>
            <pc:sldMk cId="1455578863" sldId="282"/>
            <ac:spMk id="13" creationId="{7A083D8C-2486-6BA5-72E3-796629F8879D}"/>
          </ac:spMkLst>
        </pc:spChg>
        <pc:spChg chg="add del mod ord">
          <ac:chgData name="Lucie Fontaine" userId="2c6b0298-177f-4237-a83e-8637e19304d5" providerId="ADAL" clId="{38FDF7CA-A37A-44C1-A812-A8007AC22127}" dt="2026-04-15T13:19:03.456" v="5753"/>
          <ac:spMkLst>
            <pc:docMk/>
            <pc:sldMk cId="1455578863" sldId="282"/>
            <ac:spMk id="14" creationId="{FD87743F-5D08-CA27-AF3C-4044A4DAEC55}"/>
          </ac:spMkLst>
        </pc:spChg>
        <pc:spChg chg="add del mod ord">
          <ac:chgData name="Lucie Fontaine" userId="2c6b0298-177f-4237-a83e-8637e19304d5" providerId="ADAL" clId="{38FDF7CA-A37A-44C1-A812-A8007AC22127}" dt="2026-04-15T13:13:06.057" v="5560" actId="478"/>
          <ac:spMkLst>
            <pc:docMk/>
            <pc:sldMk cId="1455578863" sldId="282"/>
            <ac:spMk id="15" creationId="{5A0F26F3-9795-C162-357C-199BFFACBA5D}"/>
          </ac:spMkLst>
        </pc:spChg>
        <pc:spChg chg="add del mod ord">
          <ac:chgData name="Lucie Fontaine" userId="2c6b0298-177f-4237-a83e-8637e19304d5" providerId="ADAL" clId="{38FDF7CA-A37A-44C1-A812-A8007AC22127}" dt="2026-04-15T12:59:05.199" v="5321" actId="22"/>
          <ac:spMkLst>
            <pc:docMk/>
            <pc:sldMk cId="1455578863" sldId="282"/>
            <ac:spMk id="16" creationId="{6C4F4302-00AF-751C-07A9-6B194911884E}"/>
          </ac:spMkLst>
        </pc:spChg>
        <pc:spChg chg="add del mod ord">
          <ac:chgData name="Lucie Fontaine" userId="2c6b0298-177f-4237-a83e-8637e19304d5" providerId="ADAL" clId="{38FDF7CA-A37A-44C1-A812-A8007AC22127}" dt="2026-04-15T13:45:02.874" v="5758" actId="478"/>
          <ac:spMkLst>
            <pc:docMk/>
            <pc:sldMk cId="1455578863" sldId="282"/>
            <ac:spMk id="20" creationId="{FA0114E6-B156-1BDE-5BF1-4B35A6822EF8}"/>
          </ac:spMkLst>
        </pc:spChg>
        <pc:spChg chg="add del mod">
          <ac:chgData name="Lucie Fontaine" userId="2c6b0298-177f-4237-a83e-8637e19304d5" providerId="ADAL" clId="{38FDF7CA-A37A-44C1-A812-A8007AC22127}" dt="2026-04-15T13:13:07.733" v="5562" actId="22"/>
          <ac:spMkLst>
            <pc:docMk/>
            <pc:sldMk cId="1455578863" sldId="282"/>
            <ac:spMk id="22" creationId="{1C983775-087B-9457-CCC4-B28DAF29C9B9}"/>
          </ac:spMkLst>
        </pc:spChg>
        <pc:spChg chg="add del mod">
          <ac:chgData name="Lucie Fontaine" userId="2c6b0298-177f-4237-a83e-8637e19304d5" providerId="ADAL" clId="{38FDF7CA-A37A-44C1-A812-A8007AC22127}" dt="2026-04-15T13:44:56.414" v="5754" actId="700"/>
          <ac:spMkLst>
            <pc:docMk/>
            <pc:sldMk cId="1455578863" sldId="282"/>
            <ac:spMk id="28" creationId="{F529EBCD-3795-C080-BED8-D88D9CA55C38}"/>
          </ac:spMkLst>
        </pc:spChg>
        <pc:spChg chg="add del mod">
          <ac:chgData name="Lucie Fontaine" userId="2c6b0298-177f-4237-a83e-8637e19304d5" providerId="ADAL" clId="{38FDF7CA-A37A-44C1-A812-A8007AC22127}" dt="2026-04-15T13:45:50.047" v="5761"/>
          <ac:spMkLst>
            <pc:docMk/>
            <pc:sldMk cId="1455578863" sldId="282"/>
            <ac:spMk id="31" creationId="{19B0B972-B5C2-FE72-89EB-D423A94656D2}"/>
          </ac:spMkLst>
        </pc:spChg>
        <pc:spChg chg="add del mod">
          <ac:chgData name="Lucie Fontaine" userId="2c6b0298-177f-4237-a83e-8637e19304d5" providerId="ADAL" clId="{38FDF7CA-A37A-44C1-A812-A8007AC22127}" dt="2026-04-15T13:45:56.285" v="5763"/>
          <ac:spMkLst>
            <pc:docMk/>
            <pc:sldMk cId="1455578863" sldId="282"/>
            <ac:spMk id="32" creationId="{2AF35613-535D-4C22-9F32-B9787C3B5F04}"/>
          </ac:spMkLst>
        </pc:spChg>
        <pc:spChg chg="add del mod">
          <ac:chgData name="Lucie Fontaine" userId="2c6b0298-177f-4237-a83e-8637e19304d5" providerId="ADAL" clId="{38FDF7CA-A37A-44C1-A812-A8007AC22127}" dt="2026-04-15T13:46:04.164" v="5765"/>
          <ac:spMkLst>
            <pc:docMk/>
            <pc:sldMk cId="1455578863" sldId="282"/>
            <ac:spMk id="33" creationId="{2DEAE23C-EADB-C71F-CA10-336EFADA9F93}"/>
          </ac:spMkLst>
        </pc:spChg>
        <pc:spChg chg="add del mod">
          <ac:chgData name="Lucie Fontaine" userId="2c6b0298-177f-4237-a83e-8637e19304d5" providerId="ADAL" clId="{38FDF7CA-A37A-44C1-A812-A8007AC22127}" dt="2026-04-15T13:46:30.429" v="5766"/>
          <ac:spMkLst>
            <pc:docMk/>
            <pc:sldMk cId="1455578863" sldId="282"/>
            <ac:spMk id="34" creationId="{0C90B4D6-1EB6-6F09-CA31-3A4AF479F6D1}"/>
          </ac:spMkLst>
        </pc:spChg>
        <pc:spChg chg="add del mod">
          <ac:chgData name="Lucie Fontaine" userId="2c6b0298-177f-4237-a83e-8637e19304d5" providerId="ADAL" clId="{38FDF7CA-A37A-44C1-A812-A8007AC22127}" dt="2026-04-15T13:47:45.288" v="5771" actId="931"/>
          <ac:spMkLst>
            <pc:docMk/>
            <pc:sldMk cId="1455578863" sldId="282"/>
            <ac:spMk id="35" creationId="{0C0F2BB0-584A-3BF9-4403-CC4E0F59E175}"/>
          </ac:spMkLst>
        </pc:spChg>
        <pc:spChg chg="add del mod">
          <ac:chgData name="Lucie Fontaine" userId="2c6b0298-177f-4237-a83e-8637e19304d5" providerId="ADAL" clId="{38FDF7CA-A37A-44C1-A812-A8007AC22127}" dt="2026-04-15T13:47:20.514" v="5770" actId="478"/>
          <ac:spMkLst>
            <pc:docMk/>
            <pc:sldMk cId="1455578863" sldId="282"/>
            <ac:spMk id="36" creationId="{50E5A37C-1139-F022-134C-E3D1E5F0917E}"/>
          </ac:spMkLst>
        </pc:spChg>
        <pc:spChg chg="add mod">
          <ac:chgData name="Lucie Fontaine" userId="2c6b0298-177f-4237-a83e-8637e19304d5" providerId="ADAL" clId="{38FDF7CA-A37A-44C1-A812-A8007AC22127}" dt="2026-04-15T15:31:32.525" v="6178" actId="1076"/>
          <ac:spMkLst>
            <pc:docMk/>
            <pc:sldMk cId="1455578863" sldId="282"/>
            <ac:spMk id="39" creationId="{46912197-8B44-BB84-10BB-DD7347BC784E}"/>
          </ac:spMkLst>
        </pc:spChg>
        <pc:spChg chg="add del mod">
          <ac:chgData name="Lucie Fontaine" userId="2c6b0298-177f-4237-a83e-8637e19304d5" providerId="ADAL" clId="{38FDF7CA-A37A-44C1-A812-A8007AC22127}" dt="2026-04-15T13:51:57.491" v="5873" actId="478"/>
          <ac:spMkLst>
            <pc:docMk/>
            <pc:sldMk cId="1455578863" sldId="282"/>
            <ac:spMk id="40" creationId="{4AE55963-FFA2-0E87-A766-EF2363011791}"/>
          </ac:spMkLst>
        </pc:spChg>
        <pc:spChg chg="add del mod">
          <ac:chgData name="Lucie Fontaine" userId="2c6b0298-177f-4237-a83e-8637e19304d5" providerId="ADAL" clId="{38FDF7CA-A37A-44C1-A812-A8007AC22127}" dt="2026-04-15T13:51:57.491" v="5873" actId="478"/>
          <ac:spMkLst>
            <pc:docMk/>
            <pc:sldMk cId="1455578863" sldId="282"/>
            <ac:spMk id="41" creationId="{75E7756A-93E0-1334-CB87-DBCE068AC9E7}"/>
          </ac:spMkLst>
        </pc:spChg>
        <pc:spChg chg="add del mod ord">
          <ac:chgData name="Lucie Fontaine" userId="2c6b0298-177f-4237-a83e-8637e19304d5" providerId="ADAL" clId="{38FDF7CA-A37A-44C1-A812-A8007AC22127}" dt="2026-04-15T15:30:04.304" v="6172" actId="700"/>
          <ac:spMkLst>
            <pc:docMk/>
            <pc:sldMk cId="1455578863" sldId="282"/>
            <ac:spMk id="42" creationId="{43423112-DC70-96BF-804C-1D144ABE5532}"/>
          </ac:spMkLst>
        </pc:spChg>
        <pc:spChg chg="add del mod ord">
          <ac:chgData name="Lucie Fontaine" userId="2c6b0298-177f-4237-a83e-8637e19304d5" providerId="ADAL" clId="{38FDF7CA-A37A-44C1-A812-A8007AC22127}" dt="2026-04-15T15:31:33.408" v="6181" actId="700"/>
          <ac:spMkLst>
            <pc:docMk/>
            <pc:sldMk cId="1455578863" sldId="282"/>
            <ac:spMk id="43" creationId="{6410EB2A-9DB3-8483-50B2-F42F25B3107B}"/>
          </ac:spMkLst>
        </pc:spChg>
        <pc:spChg chg="add del mod ord">
          <ac:chgData name="Lucie Fontaine" userId="2c6b0298-177f-4237-a83e-8637e19304d5" providerId="ADAL" clId="{38FDF7CA-A37A-44C1-A812-A8007AC22127}" dt="2026-04-15T15:31:33.408" v="6181" actId="700"/>
          <ac:spMkLst>
            <pc:docMk/>
            <pc:sldMk cId="1455578863" sldId="282"/>
            <ac:spMk id="44" creationId="{65BB2B13-F1B4-AB2E-EE43-A738C3520652}"/>
          </ac:spMkLst>
        </pc:spChg>
        <pc:spChg chg="add del mod ord">
          <ac:chgData name="Lucie Fontaine" userId="2c6b0298-177f-4237-a83e-8637e19304d5" providerId="ADAL" clId="{38FDF7CA-A37A-44C1-A812-A8007AC22127}" dt="2026-04-15T15:31:33.408" v="6181" actId="700"/>
          <ac:spMkLst>
            <pc:docMk/>
            <pc:sldMk cId="1455578863" sldId="282"/>
            <ac:spMk id="45" creationId="{6184DE6E-B6F6-8F96-BFB2-478582CC7D12}"/>
          </ac:spMkLst>
        </pc:spChg>
        <pc:picChg chg="add del mod ord">
          <ac:chgData name="Lucie Fontaine" userId="2c6b0298-177f-4237-a83e-8637e19304d5" providerId="ADAL" clId="{38FDF7CA-A37A-44C1-A812-A8007AC22127}" dt="2026-04-15T13:13:06.057" v="5560" actId="478"/>
          <ac:picMkLst>
            <pc:docMk/>
            <pc:sldMk cId="1455578863" sldId="282"/>
            <ac:picMk id="18" creationId="{5A57FB39-CAAF-B44B-E968-A39D75AD8E12}"/>
          </ac:picMkLst>
        </pc:picChg>
        <pc:picChg chg="add del">
          <ac:chgData name="Lucie Fontaine" userId="2c6b0298-177f-4237-a83e-8637e19304d5" providerId="ADAL" clId="{38FDF7CA-A37A-44C1-A812-A8007AC22127}" dt="2026-04-15T13:12:56.175" v="5552" actId="22"/>
          <ac:picMkLst>
            <pc:docMk/>
            <pc:sldMk cId="1455578863" sldId="282"/>
            <ac:picMk id="24" creationId="{9A613CAE-C0FC-BC17-86F0-940F37BA8C07}"/>
          </ac:picMkLst>
        </pc:picChg>
        <pc:picChg chg="add del mod ord">
          <ac:chgData name="Lucie Fontaine" userId="2c6b0298-177f-4237-a83e-8637e19304d5" providerId="ADAL" clId="{38FDF7CA-A37A-44C1-A812-A8007AC22127}" dt="2026-04-15T13:19:02.164" v="5752" actId="21"/>
          <ac:picMkLst>
            <pc:docMk/>
            <pc:sldMk cId="1455578863" sldId="282"/>
            <ac:picMk id="26" creationId="{596D2999-7A41-862D-3E0F-07B76D8997E2}"/>
          </ac:picMkLst>
        </pc:picChg>
        <pc:picChg chg="add del mod ord">
          <ac:chgData name="Lucie Fontaine" userId="2c6b0298-177f-4237-a83e-8637e19304d5" providerId="ADAL" clId="{38FDF7CA-A37A-44C1-A812-A8007AC22127}" dt="2026-04-15T13:45:48.056" v="5759" actId="478"/>
          <ac:picMkLst>
            <pc:docMk/>
            <pc:sldMk cId="1455578863" sldId="282"/>
            <ac:picMk id="29" creationId="{596D2999-7A41-862D-3E0F-07B76D8997E2}"/>
          </ac:picMkLst>
        </pc:picChg>
        <pc:picChg chg="add del mod ord">
          <ac:chgData name="Lucie Fontaine" userId="2c6b0298-177f-4237-a83e-8637e19304d5" providerId="ADAL" clId="{38FDF7CA-A37A-44C1-A812-A8007AC22127}" dt="2026-04-15T15:31:36.742" v="6188" actId="732"/>
          <ac:picMkLst>
            <pc:docMk/>
            <pc:sldMk cId="1455578863" sldId="282"/>
            <ac:picMk id="38" creationId="{F4C952CE-2538-562D-7E3C-A84D32C8C9F4}"/>
          </ac:picMkLst>
        </pc:picChg>
        <pc:picChg chg="add mod">
          <ac:chgData name="Lucie Fontaine" userId="2c6b0298-177f-4237-a83e-8637e19304d5" providerId="ADAL" clId="{38FDF7CA-A37A-44C1-A812-A8007AC22127}" dt="2026-04-15T15:31:32.777" v="6179"/>
          <ac:picMkLst>
            <pc:docMk/>
            <pc:sldMk cId="1455578863" sldId="282"/>
            <ac:picMk id="46" creationId="{F4C952CE-2538-562D-7E3C-A84D32C8C9F4}"/>
          </ac:picMkLst>
        </pc:picChg>
      </pc:sldChg>
      <pc:sldChg chg="add">
        <pc:chgData name="Lucie Fontaine" userId="2c6b0298-177f-4237-a83e-8637e19304d5" providerId="ADAL" clId="{38FDF7CA-A37A-44C1-A812-A8007AC22127}" dt="2026-04-15T13:51:49.073" v="5872" actId="2890"/>
        <pc:sldMkLst>
          <pc:docMk/>
          <pc:sldMk cId="1401555581" sldId="283"/>
        </pc:sldMkLst>
      </pc:sldChg>
      <pc:sldChg chg="modSp add mod">
        <pc:chgData name="Lucie Fontaine" userId="2c6b0298-177f-4237-a83e-8637e19304d5" providerId="ADAL" clId="{38FDF7CA-A37A-44C1-A812-A8007AC22127}" dt="2026-04-16T08:08:56.965" v="6997" actId="208"/>
        <pc:sldMkLst>
          <pc:docMk/>
          <pc:sldMk cId="1410525874" sldId="284"/>
        </pc:sldMkLst>
        <pc:spChg chg="mod">
          <ac:chgData name="Lucie Fontaine" userId="2c6b0298-177f-4237-a83e-8637e19304d5" providerId="ADAL" clId="{38FDF7CA-A37A-44C1-A812-A8007AC22127}" dt="2026-04-15T15:07:22.028" v="6143" actId="20577"/>
          <ac:spMkLst>
            <pc:docMk/>
            <pc:sldMk cId="1410525874" sldId="284"/>
            <ac:spMk id="2" creationId="{4E786ECA-3994-6B6E-5B82-29F90D159897}"/>
          </ac:spMkLst>
        </pc:spChg>
        <pc:spChg chg="mod">
          <ac:chgData name="Lucie Fontaine" userId="2c6b0298-177f-4237-a83e-8637e19304d5" providerId="ADAL" clId="{38FDF7CA-A37A-44C1-A812-A8007AC22127}" dt="2026-04-16T08:08:51.974" v="6996" actId="208"/>
          <ac:spMkLst>
            <pc:docMk/>
            <pc:sldMk cId="1410525874" sldId="284"/>
            <ac:spMk id="25" creationId="{63BC7C33-D825-DD66-D9AE-330B77849911}"/>
          </ac:spMkLst>
        </pc:spChg>
        <pc:spChg chg="mod">
          <ac:chgData name="Lucie Fontaine" userId="2c6b0298-177f-4237-a83e-8637e19304d5" providerId="ADAL" clId="{38FDF7CA-A37A-44C1-A812-A8007AC22127}" dt="2026-04-16T08:08:56.965" v="6997" actId="208"/>
          <ac:spMkLst>
            <pc:docMk/>
            <pc:sldMk cId="1410525874" sldId="284"/>
            <ac:spMk id="26" creationId="{CDCAE617-5D49-C2C7-DB81-8825C28184C9}"/>
          </ac:spMkLst>
        </pc:spChg>
        <pc:cxnChg chg="mod">
          <ac:chgData name="Lucie Fontaine" userId="2c6b0298-177f-4237-a83e-8637e19304d5" providerId="ADAL" clId="{38FDF7CA-A37A-44C1-A812-A8007AC22127}" dt="2026-04-16T08:08:56.965" v="6997" actId="208"/>
          <ac:cxnSpMkLst>
            <pc:docMk/>
            <pc:sldMk cId="1410525874" sldId="284"/>
            <ac:cxnSpMk id="28" creationId="{F90E02DA-D010-3D28-6A90-C88D1323011D}"/>
          </ac:cxnSpMkLst>
        </pc:cxnChg>
      </pc:sldChg>
      <pc:sldChg chg="addSp delSp modSp add del mod">
        <pc:chgData name="Lucie Fontaine" userId="2c6b0298-177f-4237-a83e-8637e19304d5" providerId="ADAL" clId="{38FDF7CA-A37A-44C1-A812-A8007AC22127}" dt="2026-04-16T06:54:30.011" v="6280" actId="2696"/>
        <pc:sldMkLst>
          <pc:docMk/>
          <pc:sldMk cId="3328648884" sldId="285"/>
        </pc:sldMkLst>
        <pc:spChg chg="mod">
          <ac:chgData name="Lucie Fontaine" userId="2c6b0298-177f-4237-a83e-8637e19304d5" providerId="ADAL" clId="{38FDF7CA-A37A-44C1-A812-A8007AC22127}" dt="2026-04-16T06:42:27.547" v="6222"/>
          <ac:spMkLst>
            <pc:docMk/>
            <pc:sldMk cId="3328648884" sldId="285"/>
            <ac:spMk id="2" creationId="{27D64A2A-9650-DBF1-A5BB-403D4F920C79}"/>
          </ac:spMkLst>
        </pc:spChg>
        <pc:spChg chg="add mod ord">
          <ac:chgData name="Lucie Fontaine" userId="2c6b0298-177f-4237-a83e-8637e19304d5" providerId="ADAL" clId="{38FDF7CA-A37A-44C1-A812-A8007AC22127}" dt="2026-04-16T06:43:37.163" v="6231" actId="167"/>
          <ac:spMkLst>
            <pc:docMk/>
            <pc:sldMk cId="3328648884" sldId="285"/>
            <ac:spMk id="4" creationId="{9F5462CF-2CF8-13CC-B06E-F4A6EBD7795C}"/>
          </ac:spMkLst>
        </pc:spChg>
        <pc:spChg chg="add del">
          <ac:chgData name="Lucie Fontaine" userId="2c6b0298-177f-4237-a83e-8637e19304d5" providerId="ADAL" clId="{38FDF7CA-A37A-44C1-A812-A8007AC22127}" dt="2026-04-16T06:43:14.038" v="6228" actId="478"/>
          <ac:spMkLst>
            <pc:docMk/>
            <pc:sldMk cId="3328648884" sldId="285"/>
            <ac:spMk id="7" creationId="{827EF19C-D2DB-A6A8-2D86-9AAAAEBD6945}"/>
          </ac:spMkLst>
        </pc:spChg>
        <pc:picChg chg="del">
          <ac:chgData name="Lucie Fontaine" userId="2c6b0298-177f-4237-a83e-8637e19304d5" providerId="ADAL" clId="{38FDF7CA-A37A-44C1-A812-A8007AC22127}" dt="2026-04-16T06:42:47.686" v="6223" actId="478"/>
          <ac:picMkLst>
            <pc:docMk/>
            <pc:sldMk cId="3328648884" sldId="285"/>
            <ac:picMk id="6" creationId="{69582698-7313-B5F0-D1ED-8091F85D1C47}"/>
          </ac:picMkLst>
        </pc:picChg>
      </pc:sldChg>
      <pc:sldChg chg="addSp delSp modSp add mod">
        <pc:chgData name="Lucie Fontaine" userId="2c6b0298-177f-4237-a83e-8637e19304d5" providerId="ADAL" clId="{38FDF7CA-A37A-44C1-A812-A8007AC22127}" dt="2026-04-24T07:09:22.277" v="21965" actId="20577"/>
        <pc:sldMkLst>
          <pc:docMk/>
          <pc:sldMk cId="1516418749" sldId="286"/>
        </pc:sldMkLst>
        <pc:spChg chg="mod">
          <ac:chgData name="Lucie Fontaine" userId="2c6b0298-177f-4237-a83e-8637e19304d5" providerId="ADAL" clId="{38FDF7CA-A37A-44C1-A812-A8007AC22127}" dt="2026-04-24T07:09:22.277" v="21965" actId="20577"/>
          <ac:spMkLst>
            <pc:docMk/>
            <pc:sldMk cId="1516418749" sldId="286"/>
            <ac:spMk id="2" creationId="{27D64A2A-9650-DBF1-A5BB-403D4F920C79}"/>
          </ac:spMkLst>
        </pc:spChg>
        <pc:spChg chg="add del mod">
          <ac:chgData name="Lucie Fontaine" userId="2c6b0298-177f-4237-a83e-8637e19304d5" providerId="ADAL" clId="{38FDF7CA-A37A-44C1-A812-A8007AC22127}" dt="2026-04-16T07:04:13.742" v="6381" actId="22"/>
          <ac:spMkLst>
            <pc:docMk/>
            <pc:sldMk cId="1516418749" sldId="286"/>
            <ac:spMk id="4" creationId="{6756089B-0818-9889-E673-89F22F83D57C}"/>
          </ac:spMkLst>
        </pc:spChg>
        <pc:spChg chg="add mod">
          <ac:chgData name="Lucie Fontaine" userId="2c6b0298-177f-4237-a83e-8637e19304d5" providerId="ADAL" clId="{38FDF7CA-A37A-44C1-A812-A8007AC22127}" dt="2026-04-16T06:54:26.786" v="6279"/>
          <ac:spMkLst>
            <pc:docMk/>
            <pc:sldMk cId="1516418749" sldId="286"/>
            <ac:spMk id="5" creationId="{77A60E3F-232D-BEDE-AD2C-EE1300CDCE45}"/>
          </ac:spMkLst>
        </pc:spChg>
        <pc:spChg chg="del">
          <ac:chgData name="Lucie Fontaine" userId="2c6b0298-177f-4237-a83e-8637e19304d5" providerId="ADAL" clId="{38FDF7CA-A37A-44C1-A812-A8007AC22127}" dt="2026-04-16T06:43:55.034" v="6233" actId="478"/>
          <ac:spMkLst>
            <pc:docMk/>
            <pc:sldMk cId="1516418749" sldId="286"/>
            <ac:spMk id="7" creationId="{827EF19C-D2DB-A6A8-2D86-9AAAAEBD6945}"/>
          </ac:spMkLst>
        </pc:spChg>
        <pc:spChg chg="add del mod">
          <ac:chgData name="Lucie Fontaine" userId="2c6b0298-177f-4237-a83e-8637e19304d5" providerId="ADAL" clId="{38FDF7CA-A37A-44C1-A812-A8007AC22127}" dt="2026-04-16T06:59:44.486" v="6378" actId="478"/>
          <ac:spMkLst>
            <pc:docMk/>
            <pc:sldMk cId="1516418749" sldId="286"/>
            <ac:spMk id="8" creationId="{6822B87B-6BDE-F4C3-9FD3-993FA3BFEB97}"/>
          </ac:spMkLst>
        </pc:spChg>
        <pc:spChg chg="add del mod">
          <ac:chgData name="Lucie Fontaine" userId="2c6b0298-177f-4237-a83e-8637e19304d5" providerId="ADAL" clId="{38FDF7CA-A37A-44C1-A812-A8007AC22127}" dt="2026-04-16T06:59:45.911" v="6379" actId="478"/>
          <ac:spMkLst>
            <pc:docMk/>
            <pc:sldMk cId="1516418749" sldId="286"/>
            <ac:spMk id="9" creationId="{42530EC6-B802-F568-3403-25C30D07196A}"/>
          </ac:spMkLst>
        </pc:spChg>
        <pc:spChg chg="add del mod">
          <ac:chgData name="Lucie Fontaine" userId="2c6b0298-177f-4237-a83e-8637e19304d5" providerId="ADAL" clId="{38FDF7CA-A37A-44C1-A812-A8007AC22127}" dt="2026-04-16T07:05:08.246" v="6393"/>
          <ac:spMkLst>
            <pc:docMk/>
            <pc:sldMk cId="1516418749" sldId="286"/>
            <ac:spMk id="13" creationId="{B0102DDB-CC9C-EFDB-795A-FB03D143EA4F}"/>
          </ac:spMkLst>
        </pc:spChg>
        <pc:spChg chg="add mod">
          <ac:chgData name="Lucie Fontaine" userId="2c6b0298-177f-4237-a83e-8637e19304d5" providerId="ADAL" clId="{38FDF7CA-A37A-44C1-A812-A8007AC22127}" dt="2026-04-16T07:07:17.644" v="6411" actId="1076"/>
          <ac:spMkLst>
            <pc:docMk/>
            <pc:sldMk cId="1516418749" sldId="286"/>
            <ac:spMk id="14" creationId="{CBF29E1F-1DA0-5611-D2BE-CCBC28AED055}"/>
          </ac:spMkLst>
        </pc:spChg>
        <pc:spChg chg="add del mod">
          <ac:chgData name="Lucie Fontaine" userId="2c6b0298-177f-4237-a83e-8637e19304d5" providerId="ADAL" clId="{38FDF7CA-A37A-44C1-A812-A8007AC22127}" dt="2026-04-16T07:47:19.211" v="6829" actId="478"/>
          <ac:spMkLst>
            <pc:docMk/>
            <pc:sldMk cId="1516418749" sldId="286"/>
            <ac:spMk id="15" creationId="{187F5862-9DA9-E49C-2412-B5C07A8FF823}"/>
          </ac:spMkLst>
        </pc:spChg>
        <pc:picChg chg="del">
          <ac:chgData name="Lucie Fontaine" userId="2c6b0298-177f-4237-a83e-8637e19304d5" providerId="ADAL" clId="{38FDF7CA-A37A-44C1-A812-A8007AC22127}" dt="2026-04-16T06:43:55.621" v="6234" actId="478"/>
          <ac:picMkLst>
            <pc:docMk/>
            <pc:sldMk cId="1516418749" sldId="286"/>
            <ac:picMk id="6" creationId="{69582698-7313-B5F0-D1ED-8091F85D1C47}"/>
          </ac:picMkLst>
        </pc:picChg>
        <pc:picChg chg="add del mod ord">
          <ac:chgData name="Lucie Fontaine" userId="2c6b0298-177f-4237-a83e-8637e19304d5" providerId="ADAL" clId="{38FDF7CA-A37A-44C1-A812-A8007AC22127}" dt="2026-04-16T07:04:17.965" v="6382" actId="478"/>
          <ac:picMkLst>
            <pc:docMk/>
            <pc:sldMk cId="1516418749" sldId="286"/>
            <ac:picMk id="11" creationId="{64732C21-12F2-5388-1D48-6487EA4D5514}"/>
          </ac:picMkLst>
        </pc:picChg>
        <pc:picChg chg="add mod">
          <ac:chgData name="Lucie Fontaine" userId="2c6b0298-177f-4237-a83e-8637e19304d5" providerId="ADAL" clId="{38FDF7CA-A37A-44C1-A812-A8007AC22127}" dt="2026-04-16T07:05:20.962" v="6398" actId="1076"/>
          <ac:picMkLst>
            <pc:docMk/>
            <pc:sldMk cId="1516418749" sldId="286"/>
            <ac:picMk id="1026" creationId="{C909D568-44DD-3E86-837D-81D999437815}"/>
          </ac:picMkLst>
        </pc:picChg>
      </pc:sldChg>
      <pc:sldChg chg="delSp add del mod">
        <pc:chgData name="Lucie Fontaine" userId="2c6b0298-177f-4237-a83e-8637e19304d5" providerId="ADAL" clId="{38FDF7CA-A37A-44C1-A812-A8007AC22127}" dt="2026-04-16T07:38:48.221" v="6699" actId="2696"/>
        <pc:sldMkLst>
          <pc:docMk/>
          <pc:sldMk cId="72922098" sldId="287"/>
        </pc:sldMkLst>
        <pc:spChg chg="del">
          <ac:chgData name="Lucie Fontaine" userId="2c6b0298-177f-4237-a83e-8637e19304d5" providerId="ADAL" clId="{38FDF7CA-A37A-44C1-A812-A8007AC22127}" dt="2026-04-16T07:10:43.314" v="6434" actId="478"/>
          <ac:spMkLst>
            <pc:docMk/>
            <pc:sldMk cId="72922098" sldId="287"/>
            <ac:spMk id="15" creationId="{187F5862-9DA9-E49C-2412-B5C07A8FF823}"/>
          </ac:spMkLst>
        </pc:spChg>
      </pc:sldChg>
      <pc:sldChg chg="addSp delSp modSp add mod">
        <pc:chgData name="Lucie Fontaine" userId="2c6b0298-177f-4237-a83e-8637e19304d5" providerId="ADAL" clId="{38FDF7CA-A37A-44C1-A812-A8007AC22127}" dt="2026-04-16T07:47:03.324" v="6828" actId="20577"/>
        <pc:sldMkLst>
          <pc:docMk/>
          <pc:sldMk cId="2520418589" sldId="288"/>
        </pc:sldMkLst>
        <pc:spChg chg="mod">
          <ac:chgData name="Lucie Fontaine" userId="2c6b0298-177f-4237-a83e-8637e19304d5" providerId="ADAL" clId="{38FDF7CA-A37A-44C1-A812-A8007AC22127}" dt="2026-04-16T07:45:05.499" v="6740" actId="20577"/>
          <ac:spMkLst>
            <pc:docMk/>
            <pc:sldMk cId="2520418589" sldId="288"/>
            <ac:spMk id="2" creationId="{27D64A2A-9650-DBF1-A5BB-403D4F920C79}"/>
          </ac:spMkLst>
        </pc:spChg>
        <pc:spChg chg="add mod">
          <ac:chgData name="Lucie Fontaine" userId="2c6b0298-177f-4237-a83e-8637e19304d5" providerId="ADAL" clId="{38FDF7CA-A37A-44C1-A812-A8007AC22127}" dt="2026-04-16T07:47:03.324" v="6828" actId="20577"/>
          <ac:spMkLst>
            <pc:docMk/>
            <pc:sldMk cId="2520418589" sldId="288"/>
            <ac:spMk id="5" creationId="{8B76C3B9-D4C5-C57D-FDE1-A7CFBAF047A9}"/>
          </ac:spMkLst>
        </pc:spChg>
        <pc:spChg chg="del">
          <ac:chgData name="Lucie Fontaine" userId="2c6b0298-177f-4237-a83e-8637e19304d5" providerId="ADAL" clId="{38FDF7CA-A37A-44C1-A812-A8007AC22127}" dt="2026-04-16T07:25:52.034" v="6436" actId="478"/>
          <ac:spMkLst>
            <pc:docMk/>
            <pc:sldMk cId="2520418589" sldId="288"/>
            <ac:spMk id="7" creationId="{827EF19C-D2DB-A6A8-2D86-9AAAAEBD6945}"/>
          </ac:spMkLst>
        </pc:spChg>
        <pc:spChg chg="add mod">
          <ac:chgData name="Lucie Fontaine" userId="2c6b0298-177f-4237-a83e-8637e19304d5" providerId="ADAL" clId="{38FDF7CA-A37A-44C1-A812-A8007AC22127}" dt="2026-04-16T07:45:20.560" v="6741" actId="164"/>
          <ac:spMkLst>
            <pc:docMk/>
            <pc:sldMk cId="2520418589" sldId="288"/>
            <ac:spMk id="8" creationId="{93609EF7-28BF-DA47-C80D-99D53B560EE2}"/>
          </ac:spMkLst>
        </pc:spChg>
        <pc:spChg chg="add mod">
          <ac:chgData name="Lucie Fontaine" userId="2c6b0298-177f-4237-a83e-8637e19304d5" providerId="ADAL" clId="{38FDF7CA-A37A-44C1-A812-A8007AC22127}" dt="2026-04-16T07:45:20.560" v="6741" actId="164"/>
          <ac:spMkLst>
            <pc:docMk/>
            <pc:sldMk cId="2520418589" sldId="288"/>
            <ac:spMk id="9" creationId="{7C30DA74-E484-0403-BEF2-91A9F0719B3F}"/>
          </ac:spMkLst>
        </pc:spChg>
        <pc:spChg chg="add mod">
          <ac:chgData name="Lucie Fontaine" userId="2c6b0298-177f-4237-a83e-8637e19304d5" providerId="ADAL" clId="{38FDF7CA-A37A-44C1-A812-A8007AC22127}" dt="2026-04-16T07:46:44.557" v="6817" actId="1076"/>
          <ac:spMkLst>
            <pc:docMk/>
            <pc:sldMk cId="2520418589" sldId="288"/>
            <ac:spMk id="13" creationId="{48D54662-24CA-81D8-1826-8BFD09C33792}"/>
          </ac:spMkLst>
        </pc:spChg>
        <pc:grpChg chg="add mod">
          <ac:chgData name="Lucie Fontaine" userId="2c6b0298-177f-4237-a83e-8637e19304d5" providerId="ADAL" clId="{38FDF7CA-A37A-44C1-A812-A8007AC22127}" dt="2026-04-16T07:46:44.557" v="6817" actId="1076"/>
          <ac:grpSpMkLst>
            <pc:docMk/>
            <pc:sldMk cId="2520418589" sldId="288"/>
            <ac:grpSpMk id="12" creationId="{B0BA1589-2E24-B135-105A-6B174E17DA20}"/>
          </ac:grpSpMkLst>
        </pc:grpChg>
        <pc:picChg chg="del">
          <ac:chgData name="Lucie Fontaine" userId="2c6b0298-177f-4237-a83e-8637e19304d5" providerId="ADAL" clId="{38FDF7CA-A37A-44C1-A812-A8007AC22127}" dt="2026-04-16T07:25:52.034" v="6436" actId="478"/>
          <ac:picMkLst>
            <pc:docMk/>
            <pc:sldMk cId="2520418589" sldId="288"/>
            <ac:picMk id="6" creationId="{69582698-7313-B5F0-D1ED-8091F85D1C47}"/>
          </ac:picMkLst>
        </pc:picChg>
        <pc:cxnChg chg="add mod">
          <ac:chgData name="Lucie Fontaine" userId="2c6b0298-177f-4237-a83e-8637e19304d5" providerId="ADAL" clId="{38FDF7CA-A37A-44C1-A812-A8007AC22127}" dt="2026-04-16T07:45:20.560" v="6741" actId="164"/>
          <ac:cxnSpMkLst>
            <pc:docMk/>
            <pc:sldMk cId="2520418589" sldId="288"/>
            <ac:cxnSpMk id="11" creationId="{614929AA-58F0-0BB7-BEE6-6CE1950C53DB}"/>
          </ac:cxnSpMkLst>
        </pc:cxnChg>
      </pc:sldChg>
      <pc:sldChg chg="addSp modSp add del mod">
        <pc:chgData name="Lucie Fontaine" userId="2c6b0298-177f-4237-a83e-8637e19304d5" providerId="ADAL" clId="{38FDF7CA-A37A-44C1-A812-A8007AC22127}" dt="2026-04-16T08:13:50.686" v="7025" actId="2696"/>
        <pc:sldMkLst>
          <pc:docMk/>
          <pc:sldMk cId="281370495" sldId="289"/>
        </pc:sldMkLst>
        <pc:spChg chg="mod">
          <ac:chgData name="Lucie Fontaine" userId="2c6b0298-177f-4237-a83e-8637e19304d5" providerId="ADAL" clId="{38FDF7CA-A37A-44C1-A812-A8007AC22127}" dt="2026-04-16T08:11:29.702" v="7005"/>
          <ac:spMkLst>
            <pc:docMk/>
            <pc:sldMk cId="281370495" sldId="289"/>
            <ac:spMk id="6" creationId="{B2D6F335-334E-959F-AF80-36D82A9609D4}"/>
          </ac:spMkLst>
        </pc:spChg>
        <pc:spChg chg="mod">
          <ac:chgData name="Lucie Fontaine" userId="2c6b0298-177f-4237-a83e-8637e19304d5" providerId="ADAL" clId="{38FDF7CA-A37A-44C1-A812-A8007AC22127}" dt="2026-04-16T08:11:29.702" v="7005"/>
          <ac:spMkLst>
            <pc:docMk/>
            <pc:sldMk cId="281370495" sldId="289"/>
            <ac:spMk id="7" creationId="{B5D16A4B-E91E-F0F7-37DF-09DCA9C308C8}"/>
          </ac:spMkLst>
        </pc:spChg>
        <pc:spChg chg="mod">
          <ac:chgData name="Lucie Fontaine" userId="2c6b0298-177f-4237-a83e-8637e19304d5" providerId="ADAL" clId="{38FDF7CA-A37A-44C1-A812-A8007AC22127}" dt="2026-04-16T08:11:29.702" v="7005"/>
          <ac:spMkLst>
            <pc:docMk/>
            <pc:sldMk cId="281370495" sldId="289"/>
            <ac:spMk id="8" creationId="{6641DF05-0901-1A17-C7BE-A84F43E588E2}"/>
          </ac:spMkLst>
        </pc:spChg>
        <pc:spChg chg="mod">
          <ac:chgData name="Lucie Fontaine" userId="2c6b0298-177f-4237-a83e-8637e19304d5" providerId="ADAL" clId="{38FDF7CA-A37A-44C1-A812-A8007AC22127}" dt="2026-04-16T08:11:29.702" v="7005"/>
          <ac:spMkLst>
            <pc:docMk/>
            <pc:sldMk cId="281370495" sldId="289"/>
            <ac:spMk id="9" creationId="{9B94E7EE-1202-74A9-94FF-2D20F8B19517}"/>
          </ac:spMkLst>
        </pc:spChg>
        <pc:spChg chg="mod">
          <ac:chgData name="Lucie Fontaine" userId="2c6b0298-177f-4237-a83e-8637e19304d5" providerId="ADAL" clId="{38FDF7CA-A37A-44C1-A812-A8007AC22127}" dt="2026-04-16T08:11:29.702" v="7005"/>
          <ac:spMkLst>
            <pc:docMk/>
            <pc:sldMk cId="281370495" sldId="289"/>
            <ac:spMk id="15" creationId="{FA9905CC-9031-C10D-5BB4-6AFD305F3797}"/>
          </ac:spMkLst>
        </pc:spChg>
        <pc:spChg chg="mod">
          <ac:chgData name="Lucie Fontaine" userId="2c6b0298-177f-4237-a83e-8637e19304d5" providerId="ADAL" clId="{38FDF7CA-A37A-44C1-A812-A8007AC22127}" dt="2026-04-16T08:11:29.702" v="7005"/>
          <ac:spMkLst>
            <pc:docMk/>
            <pc:sldMk cId="281370495" sldId="289"/>
            <ac:spMk id="18" creationId="{7A5C9E40-F9A1-63F5-291A-A240EE118F08}"/>
          </ac:spMkLst>
        </pc:spChg>
        <pc:spChg chg="mod">
          <ac:chgData name="Lucie Fontaine" userId="2c6b0298-177f-4237-a83e-8637e19304d5" providerId="ADAL" clId="{38FDF7CA-A37A-44C1-A812-A8007AC22127}" dt="2026-04-16T08:11:29.702" v="7005"/>
          <ac:spMkLst>
            <pc:docMk/>
            <pc:sldMk cId="281370495" sldId="289"/>
            <ac:spMk id="22" creationId="{0B675261-B0ED-0812-6338-E5D31B97E126}"/>
          </ac:spMkLst>
        </pc:spChg>
        <pc:spChg chg="mod">
          <ac:chgData name="Lucie Fontaine" userId="2c6b0298-177f-4237-a83e-8637e19304d5" providerId="ADAL" clId="{38FDF7CA-A37A-44C1-A812-A8007AC22127}" dt="2026-04-16T08:11:29.702" v="7005"/>
          <ac:spMkLst>
            <pc:docMk/>
            <pc:sldMk cId="281370495" sldId="289"/>
            <ac:spMk id="23" creationId="{5F8ACD0D-A7A8-B2CB-AA5E-733E7DFD7F2B}"/>
          </ac:spMkLst>
        </pc:spChg>
        <pc:spChg chg="mod">
          <ac:chgData name="Lucie Fontaine" userId="2c6b0298-177f-4237-a83e-8637e19304d5" providerId="ADAL" clId="{38FDF7CA-A37A-44C1-A812-A8007AC22127}" dt="2026-04-16T08:11:29.702" v="7005"/>
          <ac:spMkLst>
            <pc:docMk/>
            <pc:sldMk cId="281370495" sldId="289"/>
            <ac:spMk id="24" creationId="{C93687E6-30D4-FD4D-EA35-956C26B7BFB1}"/>
          </ac:spMkLst>
        </pc:spChg>
        <pc:spChg chg="mod">
          <ac:chgData name="Lucie Fontaine" userId="2c6b0298-177f-4237-a83e-8637e19304d5" providerId="ADAL" clId="{38FDF7CA-A37A-44C1-A812-A8007AC22127}" dt="2026-04-16T08:11:29.702" v="7005"/>
          <ac:spMkLst>
            <pc:docMk/>
            <pc:sldMk cId="281370495" sldId="289"/>
            <ac:spMk id="25" creationId="{D873E2FB-98B9-C457-A859-B420BA19A883}"/>
          </ac:spMkLst>
        </pc:spChg>
        <pc:spChg chg="mod">
          <ac:chgData name="Lucie Fontaine" userId="2c6b0298-177f-4237-a83e-8637e19304d5" providerId="ADAL" clId="{38FDF7CA-A37A-44C1-A812-A8007AC22127}" dt="2026-04-16T08:11:29.702" v="7005"/>
          <ac:spMkLst>
            <pc:docMk/>
            <pc:sldMk cId="281370495" sldId="289"/>
            <ac:spMk id="26" creationId="{84FEF325-3233-0ED2-19D8-F1625B4D3810}"/>
          </ac:spMkLst>
        </pc:spChg>
        <pc:spChg chg="mod">
          <ac:chgData name="Lucie Fontaine" userId="2c6b0298-177f-4237-a83e-8637e19304d5" providerId="ADAL" clId="{38FDF7CA-A37A-44C1-A812-A8007AC22127}" dt="2026-04-16T08:11:29.702" v="7005"/>
          <ac:spMkLst>
            <pc:docMk/>
            <pc:sldMk cId="281370495" sldId="289"/>
            <ac:spMk id="27" creationId="{813C7811-8FBF-F440-52C7-0DA6EB1416DD}"/>
          </ac:spMkLst>
        </pc:spChg>
        <pc:spChg chg="mod">
          <ac:chgData name="Lucie Fontaine" userId="2c6b0298-177f-4237-a83e-8637e19304d5" providerId="ADAL" clId="{38FDF7CA-A37A-44C1-A812-A8007AC22127}" dt="2026-04-16T08:11:29.702" v="7005"/>
          <ac:spMkLst>
            <pc:docMk/>
            <pc:sldMk cId="281370495" sldId="289"/>
            <ac:spMk id="28" creationId="{D26C27E5-B389-98CF-C610-CD0364D45D4B}"/>
          </ac:spMkLst>
        </pc:spChg>
        <pc:spChg chg="mod">
          <ac:chgData name="Lucie Fontaine" userId="2c6b0298-177f-4237-a83e-8637e19304d5" providerId="ADAL" clId="{38FDF7CA-A37A-44C1-A812-A8007AC22127}" dt="2026-04-16T08:11:29.702" v="7005"/>
          <ac:spMkLst>
            <pc:docMk/>
            <pc:sldMk cId="281370495" sldId="289"/>
            <ac:spMk id="29" creationId="{39BA2873-BE0C-12A0-7B2B-D6F8326C467F}"/>
          </ac:spMkLst>
        </pc:spChg>
        <pc:spChg chg="mod">
          <ac:chgData name="Lucie Fontaine" userId="2c6b0298-177f-4237-a83e-8637e19304d5" providerId="ADAL" clId="{38FDF7CA-A37A-44C1-A812-A8007AC22127}" dt="2026-04-16T08:11:29.702" v="7005"/>
          <ac:spMkLst>
            <pc:docMk/>
            <pc:sldMk cId="281370495" sldId="289"/>
            <ac:spMk id="30" creationId="{DB95B15F-DECA-4BE3-48D5-BACC7EE58D16}"/>
          </ac:spMkLst>
        </pc:spChg>
        <pc:spChg chg="mod">
          <ac:chgData name="Lucie Fontaine" userId="2c6b0298-177f-4237-a83e-8637e19304d5" providerId="ADAL" clId="{38FDF7CA-A37A-44C1-A812-A8007AC22127}" dt="2026-04-16T08:11:29.702" v="7005"/>
          <ac:spMkLst>
            <pc:docMk/>
            <pc:sldMk cId="281370495" sldId="289"/>
            <ac:spMk id="33" creationId="{FCF6B1A7-1D9A-7EB7-04E8-5AF0CF202A39}"/>
          </ac:spMkLst>
        </pc:spChg>
        <pc:spChg chg="mod">
          <ac:chgData name="Lucie Fontaine" userId="2c6b0298-177f-4237-a83e-8637e19304d5" providerId="ADAL" clId="{38FDF7CA-A37A-44C1-A812-A8007AC22127}" dt="2026-04-16T08:11:29.702" v="7005"/>
          <ac:spMkLst>
            <pc:docMk/>
            <pc:sldMk cId="281370495" sldId="289"/>
            <ac:spMk id="34" creationId="{441AE8A5-0AEE-07BD-271C-6E0D511A60BB}"/>
          </ac:spMkLst>
        </pc:spChg>
        <pc:spChg chg="mod">
          <ac:chgData name="Lucie Fontaine" userId="2c6b0298-177f-4237-a83e-8637e19304d5" providerId="ADAL" clId="{38FDF7CA-A37A-44C1-A812-A8007AC22127}" dt="2026-04-16T08:11:29.702" v="7005"/>
          <ac:spMkLst>
            <pc:docMk/>
            <pc:sldMk cId="281370495" sldId="289"/>
            <ac:spMk id="35" creationId="{55F0179F-25EF-1931-AB25-8595CA3B204D}"/>
          </ac:spMkLst>
        </pc:spChg>
        <pc:grpChg chg="add mod">
          <ac:chgData name="Lucie Fontaine" userId="2c6b0298-177f-4237-a83e-8637e19304d5" providerId="ADAL" clId="{38FDF7CA-A37A-44C1-A812-A8007AC22127}" dt="2026-04-16T08:11:33.499" v="7006" actId="1076"/>
          <ac:grpSpMkLst>
            <pc:docMk/>
            <pc:sldMk cId="281370495" sldId="289"/>
            <ac:grpSpMk id="3" creationId="{E0DE4AC3-2E07-07A3-1F91-EF20D9FFC39C}"/>
          </ac:grpSpMkLst>
        </pc:grpChg>
        <pc:cxnChg chg="mod">
          <ac:chgData name="Lucie Fontaine" userId="2c6b0298-177f-4237-a83e-8637e19304d5" providerId="ADAL" clId="{38FDF7CA-A37A-44C1-A812-A8007AC22127}" dt="2026-04-16T08:11:29.702" v="7005"/>
          <ac:cxnSpMkLst>
            <pc:docMk/>
            <pc:sldMk cId="281370495" sldId="289"/>
            <ac:cxnSpMk id="10" creationId="{66CC6069-886D-3A06-653B-D41D02E1DDFC}"/>
          </ac:cxnSpMkLst>
        </pc:cxnChg>
        <pc:cxnChg chg="mod">
          <ac:chgData name="Lucie Fontaine" userId="2c6b0298-177f-4237-a83e-8637e19304d5" providerId="ADAL" clId="{38FDF7CA-A37A-44C1-A812-A8007AC22127}" dt="2026-04-16T08:11:29.702" v="7005"/>
          <ac:cxnSpMkLst>
            <pc:docMk/>
            <pc:sldMk cId="281370495" sldId="289"/>
            <ac:cxnSpMk id="11" creationId="{D399BB21-D358-F68D-1351-23E05F6FB702}"/>
          </ac:cxnSpMkLst>
        </pc:cxnChg>
        <pc:cxnChg chg="mod">
          <ac:chgData name="Lucie Fontaine" userId="2c6b0298-177f-4237-a83e-8637e19304d5" providerId="ADAL" clId="{38FDF7CA-A37A-44C1-A812-A8007AC22127}" dt="2026-04-16T08:11:29.702" v="7005"/>
          <ac:cxnSpMkLst>
            <pc:docMk/>
            <pc:sldMk cId="281370495" sldId="289"/>
            <ac:cxnSpMk id="12" creationId="{6A75C23B-656E-E9CB-BC79-A0DA39F4754E}"/>
          </ac:cxnSpMkLst>
        </pc:cxnChg>
        <pc:cxnChg chg="mod">
          <ac:chgData name="Lucie Fontaine" userId="2c6b0298-177f-4237-a83e-8637e19304d5" providerId="ADAL" clId="{38FDF7CA-A37A-44C1-A812-A8007AC22127}" dt="2026-04-16T08:11:29.702" v="7005"/>
          <ac:cxnSpMkLst>
            <pc:docMk/>
            <pc:sldMk cId="281370495" sldId="289"/>
            <ac:cxnSpMk id="13" creationId="{821FA813-EC71-E5DC-B972-533CCF7763EE}"/>
          </ac:cxnSpMkLst>
        </pc:cxnChg>
        <pc:cxnChg chg="mod">
          <ac:chgData name="Lucie Fontaine" userId="2c6b0298-177f-4237-a83e-8637e19304d5" providerId="ADAL" clId="{38FDF7CA-A37A-44C1-A812-A8007AC22127}" dt="2026-04-16T08:11:29.702" v="7005"/>
          <ac:cxnSpMkLst>
            <pc:docMk/>
            <pc:sldMk cId="281370495" sldId="289"/>
            <ac:cxnSpMk id="14" creationId="{8B8F742F-983A-1E63-D46B-286E1E9B38FB}"/>
          </ac:cxnSpMkLst>
        </pc:cxnChg>
        <pc:cxnChg chg="mod">
          <ac:chgData name="Lucie Fontaine" userId="2c6b0298-177f-4237-a83e-8637e19304d5" providerId="ADAL" clId="{38FDF7CA-A37A-44C1-A812-A8007AC22127}" dt="2026-04-16T08:11:29.702" v="7005"/>
          <ac:cxnSpMkLst>
            <pc:docMk/>
            <pc:sldMk cId="281370495" sldId="289"/>
            <ac:cxnSpMk id="16" creationId="{30A32115-257B-091E-D25A-35443EB25003}"/>
          </ac:cxnSpMkLst>
        </pc:cxnChg>
        <pc:cxnChg chg="mod">
          <ac:chgData name="Lucie Fontaine" userId="2c6b0298-177f-4237-a83e-8637e19304d5" providerId="ADAL" clId="{38FDF7CA-A37A-44C1-A812-A8007AC22127}" dt="2026-04-16T08:11:29.702" v="7005"/>
          <ac:cxnSpMkLst>
            <pc:docMk/>
            <pc:sldMk cId="281370495" sldId="289"/>
            <ac:cxnSpMk id="17" creationId="{0CE7EEED-C7FD-B7F0-9B39-49CC4964CCFE}"/>
          </ac:cxnSpMkLst>
        </pc:cxnChg>
        <pc:cxnChg chg="mod">
          <ac:chgData name="Lucie Fontaine" userId="2c6b0298-177f-4237-a83e-8637e19304d5" providerId="ADAL" clId="{38FDF7CA-A37A-44C1-A812-A8007AC22127}" dt="2026-04-16T08:11:29.702" v="7005"/>
          <ac:cxnSpMkLst>
            <pc:docMk/>
            <pc:sldMk cId="281370495" sldId="289"/>
            <ac:cxnSpMk id="19" creationId="{B0FB19C4-93BF-EBDE-4E96-00BEA9E4804D}"/>
          </ac:cxnSpMkLst>
        </pc:cxnChg>
        <pc:cxnChg chg="mod">
          <ac:chgData name="Lucie Fontaine" userId="2c6b0298-177f-4237-a83e-8637e19304d5" providerId="ADAL" clId="{38FDF7CA-A37A-44C1-A812-A8007AC22127}" dt="2026-04-16T08:11:29.702" v="7005"/>
          <ac:cxnSpMkLst>
            <pc:docMk/>
            <pc:sldMk cId="281370495" sldId="289"/>
            <ac:cxnSpMk id="20" creationId="{7A028B0C-1619-E204-0F91-19082F9A9FC8}"/>
          </ac:cxnSpMkLst>
        </pc:cxnChg>
        <pc:cxnChg chg="mod">
          <ac:chgData name="Lucie Fontaine" userId="2c6b0298-177f-4237-a83e-8637e19304d5" providerId="ADAL" clId="{38FDF7CA-A37A-44C1-A812-A8007AC22127}" dt="2026-04-16T08:11:29.702" v="7005"/>
          <ac:cxnSpMkLst>
            <pc:docMk/>
            <pc:sldMk cId="281370495" sldId="289"/>
            <ac:cxnSpMk id="21" creationId="{725E88E7-73A3-DFA1-3EF4-87F9EC3DB4F4}"/>
          </ac:cxnSpMkLst>
        </pc:cxnChg>
        <pc:cxnChg chg="mod">
          <ac:chgData name="Lucie Fontaine" userId="2c6b0298-177f-4237-a83e-8637e19304d5" providerId="ADAL" clId="{38FDF7CA-A37A-44C1-A812-A8007AC22127}" dt="2026-04-16T08:11:29.702" v="7005"/>
          <ac:cxnSpMkLst>
            <pc:docMk/>
            <pc:sldMk cId="281370495" sldId="289"/>
            <ac:cxnSpMk id="31" creationId="{A34FDD7E-B8D9-511C-5C6E-063E9BCFF1E2}"/>
          </ac:cxnSpMkLst>
        </pc:cxnChg>
        <pc:cxnChg chg="mod">
          <ac:chgData name="Lucie Fontaine" userId="2c6b0298-177f-4237-a83e-8637e19304d5" providerId="ADAL" clId="{38FDF7CA-A37A-44C1-A812-A8007AC22127}" dt="2026-04-16T08:11:29.702" v="7005"/>
          <ac:cxnSpMkLst>
            <pc:docMk/>
            <pc:sldMk cId="281370495" sldId="289"/>
            <ac:cxnSpMk id="32" creationId="{71608C1A-073C-4136-331D-4F9CCB1DF35B}"/>
          </ac:cxnSpMkLst>
        </pc:cxnChg>
      </pc:sldChg>
      <pc:sldChg chg="addSp delSp modSp add mod">
        <pc:chgData name="Lucie Fontaine" userId="2c6b0298-177f-4237-a83e-8637e19304d5" providerId="ADAL" clId="{38FDF7CA-A37A-44C1-A812-A8007AC22127}" dt="2026-04-23T07:58:54.895" v="18489" actId="693"/>
        <pc:sldMkLst>
          <pc:docMk/>
          <pc:sldMk cId="3816581865" sldId="290"/>
        </pc:sldMkLst>
        <pc:spChg chg="mod">
          <ac:chgData name="Lucie Fontaine" userId="2c6b0298-177f-4237-a83e-8637e19304d5" providerId="ADAL" clId="{38FDF7CA-A37A-44C1-A812-A8007AC22127}" dt="2026-04-16T09:33:13.135" v="7249" actId="20577"/>
          <ac:spMkLst>
            <pc:docMk/>
            <pc:sldMk cId="3816581865" sldId="290"/>
            <ac:spMk id="2" creationId="{36A1B1CD-9497-FCE5-D306-1649357986A7}"/>
          </ac:spMkLst>
        </pc:spChg>
        <pc:spChg chg="add mod">
          <ac:chgData name="Lucie Fontaine" userId="2c6b0298-177f-4237-a83e-8637e19304d5" providerId="ADAL" clId="{38FDF7CA-A37A-44C1-A812-A8007AC22127}" dt="2026-04-16T08:16:56.771" v="7058" actId="14100"/>
          <ac:spMkLst>
            <pc:docMk/>
            <pc:sldMk cId="3816581865" sldId="290"/>
            <ac:spMk id="3" creationId="{CCD69D03-C459-901D-332B-AA56B3F5CEEE}"/>
          </ac:spMkLst>
        </pc:spChg>
        <pc:spChg chg="mod">
          <ac:chgData name="Lucie Fontaine" userId="2c6b0298-177f-4237-a83e-8637e19304d5" providerId="ADAL" clId="{38FDF7CA-A37A-44C1-A812-A8007AC22127}" dt="2026-04-16T08:21:00.175" v="7178" actId="20577"/>
          <ac:spMkLst>
            <pc:docMk/>
            <pc:sldMk cId="3816581865" sldId="290"/>
            <ac:spMk id="5" creationId="{6D8B57DE-AB20-FDDB-A0F4-5B11D422F934}"/>
          </ac:spMkLst>
        </pc:spChg>
        <pc:spChg chg="add mod">
          <ac:chgData name="Lucie Fontaine" userId="2c6b0298-177f-4237-a83e-8637e19304d5" providerId="ADAL" clId="{38FDF7CA-A37A-44C1-A812-A8007AC22127}" dt="2026-04-21T08:52:49.653" v="13265" actId="20577"/>
          <ac:spMkLst>
            <pc:docMk/>
            <pc:sldMk cId="3816581865" sldId="290"/>
            <ac:spMk id="6" creationId="{B2B2520B-AE50-B037-93A8-227FAAB40A87}"/>
          </ac:spMkLst>
        </pc:spChg>
        <pc:spChg chg="mod">
          <ac:chgData name="Lucie Fontaine" userId="2c6b0298-177f-4237-a83e-8637e19304d5" providerId="ADAL" clId="{38FDF7CA-A37A-44C1-A812-A8007AC22127}" dt="2026-04-16T08:13:36.103" v="7024"/>
          <ac:spMkLst>
            <pc:docMk/>
            <pc:sldMk cId="3816581865" sldId="290"/>
            <ac:spMk id="8" creationId="{F5656BA3-A875-A895-E955-972700A36364}"/>
          </ac:spMkLst>
        </pc:spChg>
        <pc:spChg chg="mod">
          <ac:chgData name="Lucie Fontaine" userId="2c6b0298-177f-4237-a83e-8637e19304d5" providerId="ADAL" clId="{38FDF7CA-A37A-44C1-A812-A8007AC22127}" dt="2026-04-16T08:13:36.103" v="7024"/>
          <ac:spMkLst>
            <pc:docMk/>
            <pc:sldMk cId="3816581865" sldId="290"/>
            <ac:spMk id="9" creationId="{34C2022A-7988-1B6B-8351-A9C9E7A9B853}"/>
          </ac:spMkLst>
        </pc:spChg>
        <pc:spChg chg="mod">
          <ac:chgData name="Lucie Fontaine" userId="2c6b0298-177f-4237-a83e-8637e19304d5" providerId="ADAL" clId="{38FDF7CA-A37A-44C1-A812-A8007AC22127}" dt="2026-04-16T08:13:36.103" v="7024"/>
          <ac:spMkLst>
            <pc:docMk/>
            <pc:sldMk cId="3816581865" sldId="290"/>
            <ac:spMk id="10" creationId="{40AD8DEC-C874-02DE-4D50-0975C21AE549}"/>
          </ac:spMkLst>
        </pc:spChg>
        <pc:spChg chg="mod">
          <ac:chgData name="Lucie Fontaine" userId="2c6b0298-177f-4237-a83e-8637e19304d5" providerId="ADAL" clId="{38FDF7CA-A37A-44C1-A812-A8007AC22127}" dt="2026-04-16T08:13:36.103" v="7024"/>
          <ac:spMkLst>
            <pc:docMk/>
            <pc:sldMk cId="3816581865" sldId="290"/>
            <ac:spMk id="11" creationId="{8C9F07F1-F1F6-2B9C-4FD5-B3802D04F5F0}"/>
          </ac:spMkLst>
        </pc:spChg>
        <pc:spChg chg="mod">
          <ac:chgData name="Lucie Fontaine" userId="2c6b0298-177f-4237-a83e-8637e19304d5" providerId="ADAL" clId="{38FDF7CA-A37A-44C1-A812-A8007AC22127}" dt="2026-04-16T08:13:36.103" v="7024"/>
          <ac:spMkLst>
            <pc:docMk/>
            <pc:sldMk cId="3816581865" sldId="290"/>
            <ac:spMk id="17" creationId="{3FB01FC4-7026-E9A0-7853-3AD7A1E20DC9}"/>
          </ac:spMkLst>
        </pc:spChg>
        <pc:spChg chg="mod">
          <ac:chgData name="Lucie Fontaine" userId="2c6b0298-177f-4237-a83e-8637e19304d5" providerId="ADAL" clId="{38FDF7CA-A37A-44C1-A812-A8007AC22127}" dt="2026-04-16T08:13:36.103" v="7024"/>
          <ac:spMkLst>
            <pc:docMk/>
            <pc:sldMk cId="3816581865" sldId="290"/>
            <ac:spMk id="20" creationId="{09966232-15C3-5A0B-194C-DAED6DB12255}"/>
          </ac:spMkLst>
        </pc:spChg>
        <pc:spChg chg="mod">
          <ac:chgData name="Lucie Fontaine" userId="2c6b0298-177f-4237-a83e-8637e19304d5" providerId="ADAL" clId="{38FDF7CA-A37A-44C1-A812-A8007AC22127}" dt="2026-04-16T08:13:36.103" v="7024"/>
          <ac:spMkLst>
            <pc:docMk/>
            <pc:sldMk cId="3816581865" sldId="290"/>
            <ac:spMk id="24" creationId="{093B8B26-F327-DA66-D122-757864B322CC}"/>
          </ac:spMkLst>
        </pc:spChg>
        <pc:spChg chg="mod">
          <ac:chgData name="Lucie Fontaine" userId="2c6b0298-177f-4237-a83e-8637e19304d5" providerId="ADAL" clId="{38FDF7CA-A37A-44C1-A812-A8007AC22127}" dt="2026-04-16T08:13:36.103" v="7024"/>
          <ac:spMkLst>
            <pc:docMk/>
            <pc:sldMk cId="3816581865" sldId="290"/>
            <ac:spMk id="25" creationId="{E1BE043C-2683-2489-651D-45511EBE6DCB}"/>
          </ac:spMkLst>
        </pc:spChg>
        <pc:spChg chg="mod">
          <ac:chgData name="Lucie Fontaine" userId="2c6b0298-177f-4237-a83e-8637e19304d5" providerId="ADAL" clId="{38FDF7CA-A37A-44C1-A812-A8007AC22127}" dt="2026-04-16T08:13:36.103" v="7024"/>
          <ac:spMkLst>
            <pc:docMk/>
            <pc:sldMk cId="3816581865" sldId="290"/>
            <ac:spMk id="26" creationId="{0125159A-9AAF-61D3-A721-E5E4E08EB0ED}"/>
          </ac:spMkLst>
        </pc:spChg>
        <pc:spChg chg="mod">
          <ac:chgData name="Lucie Fontaine" userId="2c6b0298-177f-4237-a83e-8637e19304d5" providerId="ADAL" clId="{38FDF7CA-A37A-44C1-A812-A8007AC22127}" dt="2026-04-16T08:13:36.103" v="7024"/>
          <ac:spMkLst>
            <pc:docMk/>
            <pc:sldMk cId="3816581865" sldId="290"/>
            <ac:spMk id="27" creationId="{1975A91B-C32A-6AD4-A012-A92C2A144190}"/>
          </ac:spMkLst>
        </pc:spChg>
        <pc:spChg chg="mod">
          <ac:chgData name="Lucie Fontaine" userId="2c6b0298-177f-4237-a83e-8637e19304d5" providerId="ADAL" clId="{38FDF7CA-A37A-44C1-A812-A8007AC22127}" dt="2026-04-21T07:09:53.481" v="12710" actId="1076"/>
          <ac:spMkLst>
            <pc:docMk/>
            <pc:sldMk cId="3816581865" sldId="290"/>
            <ac:spMk id="28" creationId="{AA64E091-63E8-75BA-9562-4D0DDC264A9B}"/>
          </ac:spMkLst>
        </pc:spChg>
        <pc:spChg chg="mod">
          <ac:chgData name="Lucie Fontaine" userId="2c6b0298-177f-4237-a83e-8637e19304d5" providerId="ADAL" clId="{38FDF7CA-A37A-44C1-A812-A8007AC22127}" dt="2026-04-21T07:09:49.835" v="12709" actId="1076"/>
          <ac:spMkLst>
            <pc:docMk/>
            <pc:sldMk cId="3816581865" sldId="290"/>
            <ac:spMk id="29" creationId="{1083E04D-C9CB-082A-8A98-C56EA4223476}"/>
          </ac:spMkLst>
        </pc:spChg>
        <pc:spChg chg="mod">
          <ac:chgData name="Lucie Fontaine" userId="2c6b0298-177f-4237-a83e-8637e19304d5" providerId="ADAL" clId="{38FDF7CA-A37A-44C1-A812-A8007AC22127}" dt="2026-04-21T07:09:37.570" v="12706" actId="1076"/>
          <ac:spMkLst>
            <pc:docMk/>
            <pc:sldMk cId="3816581865" sldId="290"/>
            <ac:spMk id="30" creationId="{E0F5DEC7-9F9B-66C4-D8F1-DCA9D48D997A}"/>
          </ac:spMkLst>
        </pc:spChg>
        <pc:spChg chg="mod">
          <ac:chgData name="Lucie Fontaine" userId="2c6b0298-177f-4237-a83e-8637e19304d5" providerId="ADAL" clId="{38FDF7CA-A37A-44C1-A812-A8007AC22127}" dt="2026-04-21T07:11:08.686" v="12714" actId="207"/>
          <ac:spMkLst>
            <pc:docMk/>
            <pc:sldMk cId="3816581865" sldId="290"/>
            <ac:spMk id="31" creationId="{8A90B239-6EAE-CFE0-277A-0B41DBAE69AD}"/>
          </ac:spMkLst>
        </pc:spChg>
        <pc:spChg chg="mod">
          <ac:chgData name="Lucie Fontaine" userId="2c6b0298-177f-4237-a83e-8637e19304d5" providerId="ADAL" clId="{38FDF7CA-A37A-44C1-A812-A8007AC22127}" dt="2026-04-21T07:11:04.322" v="12713" actId="207"/>
          <ac:spMkLst>
            <pc:docMk/>
            <pc:sldMk cId="3816581865" sldId="290"/>
            <ac:spMk id="32" creationId="{0F6C1C70-C031-BA6C-EDEE-754A4680BF03}"/>
          </ac:spMkLst>
        </pc:spChg>
        <pc:spChg chg="mod">
          <ac:chgData name="Lucie Fontaine" userId="2c6b0298-177f-4237-a83e-8637e19304d5" providerId="ADAL" clId="{38FDF7CA-A37A-44C1-A812-A8007AC22127}" dt="2026-04-16T08:13:36.103" v="7024"/>
          <ac:spMkLst>
            <pc:docMk/>
            <pc:sldMk cId="3816581865" sldId="290"/>
            <ac:spMk id="35" creationId="{3D177EE2-42FA-E43F-9CED-4A7A7CDF1806}"/>
          </ac:spMkLst>
        </pc:spChg>
        <pc:spChg chg="mod">
          <ac:chgData name="Lucie Fontaine" userId="2c6b0298-177f-4237-a83e-8637e19304d5" providerId="ADAL" clId="{38FDF7CA-A37A-44C1-A812-A8007AC22127}" dt="2026-04-16T08:13:36.103" v="7024"/>
          <ac:spMkLst>
            <pc:docMk/>
            <pc:sldMk cId="3816581865" sldId="290"/>
            <ac:spMk id="36" creationId="{909155C4-D57D-C608-39A2-835A589650E1}"/>
          </ac:spMkLst>
        </pc:spChg>
        <pc:spChg chg="mod">
          <ac:chgData name="Lucie Fontaine" userId="2c6b0298-177f-4237-a83e-8637e19304d5" providerId="ADAL" clId="{38FDF7CA-A37A-44C1-A812-A8007AC22127}" dt="2026-04-16T08:13:36.103" v="7024"/>
          <ac:spMkLst>
            <pc:docMk/>
            <pc:sldMk cId="3816581865" sldId="290"/>
            <ac:spMk id="37" creationId="{ECFB299F-F51E-CF7B-8072-22F66ACF1CF0}"/>
          </ac:spMkLst>
        </pc:spChg>
        <pc:spChg chg="add mod">
          <ac:chgData name="Lucie Fontaine" userId="2c6b0298-177f-4237-a83e-8637e19304d5" providerId="ADAL" clId="{38FDF7CA-A37A-44C1-A812-A8007AC22127}" dt="2026-04-16T08:16:35.374" v="7052"/>
          <ac:spMkLst>
            <pc:docMk/>
            <pc:sldMk cId="3816581865" sldId="290"/>
            <ac:spMk id="39" creationId="{F408E9D7-A298-4B47-45A9-0FAD67D70FA2}"/>
          </ac:spMkLst>
        </pc:spChg>
        <pc:spChg chg="add mod">
          <ac:chgData name="Lucie Fontaine" userId="2c6b0298-177f-4237-a83e-8637e19304d5" providerId="ADAL" clId="{38FDF7CA-A37A-44C1-A812-A8007AC22127}" dt="2026-04-16T08:16:35.374" v="7052"/>
          <ac:spMkLst>
            <pc:docMk/>
            <pc:sldMk cId="3816581865" sldId="290"/>
            <ac:spMk id="41" creationId="{540085F6-7586-3216-65B2-503CF6D38661}"/>
          </ac:spMkLst>
        </pc:spChg>
        <pc:spChg chg="add mod">
          <ac:chgData name="Lucie Fontaine" userId="2c6b0298-177f-4237-a83e-8637e19304d5" providerId="ADAL" clId="{38FDF7CA-A37A-44C1-A812-A8007AC22127}" dt="2026-04-22T14:11:26.707" v="17191" actId="207"/>
          <ac:spMkLst>
            <pc:docMk/>
            <pc:sldMk cId="3816581865" sldId="290"/>
            <ac:spMk id="45" creationId="{2D203006-6E82-BDFA-E1EC-751F04B88AA0}"/>
          </ac:spMkLst>
        </pc:spChg>
        <pc:spChg chg="add mod">
          <ac:chgData name="Lucie Fontaine" userId="2c6b0298-177f-4237-a83e-8637e19304d5" providerId="ADAL" clId="{38FDF7CA-A37A-44C1-A812-A8007AC22127}" dt="2026-04-22T14:11:09.778" v="17189" actId="207"/>
          <ac:spMkLst>
            <pc:docMk/>
            <pc:sldMk cId="3816581865" sldId="290"/>
            <ac:spMk id="46" creationId="{81674A91-AEBB-173A-EA65-BE22AB2AB5AB}"/>
          </ac:spMkLst>
        </pc:spChg>
        <pc:spChg chg="del">
          <ac:chgData name="Lucie Fontaine" userId="2c6b0298-177f-4237-a83e-8637e19304d5" providerId="ADAL" clId="{38FDF7CA-A37A-44C1-A812-A8007AC22127}" dt="2026-04-16T08:16:44.723" v="7054" actId="478"/>
          <ac:spMkLst>
            <pc:docMk/>
            <pc:sldMk cId="3816581865" sldId="290"/>
            <ac:spMk id="91" creationId="{4DE208E7-0098-F3B7-8B8D-48EC67DCF407}"/>
          </ac:spMkLst>
        </pc:spChg>
        <pc:spChg chg="del">
          <ac:chgData name="Lucie Fontaine" userId="2c6b0298-177f-4237-a83e-8637e19304d5" providerId="ADAL" clId="{38FDF7CA-A37A-44C1-A812-A8007AC22127}" dt="2026-04-16T08:16:44.723" v="7054" actId="478"/>
          <ac:spMkLst>
            <pc:docMk/>
            <pc:sldMk cId="3816581865" sldId="290"/>
            <ac:spMk id="93" creationId="{117DD928-DF82-970C-60C4-3B5E56DCDA2E}"/>
          </ac:spMkLst>
        </pc:spChg>
        <pc:grpChg chg="add mod">
          <ac:chgData name="Lucie Fontaine" userId="2c6b0298-177f-4237-a83e-8637e19304d5" providerId="ADAL" clId="{38FDF7CA-A37A-44C1-A812-A8007AC22127}" dt="2026-04-16T09:14:58.839" v="7183" actId="1076"/>
          <ac:grpSpMkLst>
            <pc:docMk/>
            <pc:sldMk cId="3816581865" sldId="290"/>
            <ac:grpSpMk id="7" creationId="{2DCEE097-1434-D82B-7C02-3273A7E23AC5}"/>
          </ac:grpSpMkLst>
        </pc:grpChg>
        <pc:grpChg chg="del">
          <ac:chgData name="Lucie Fontaine" userId="2c6b0298-177f-4237-a83e-8637e19304d5" providerId="ADAL" clId="{38FDF7CA-A37A-44C1-A812-A8007AC22127}" dt="2026-04-16T13:44:04.435" v="8449" actId="478"/>
          <ac:grpSpMkLst>
            <pc:docMk/>
            <pc:sldMk cId="3816581865" sldId="290"/>
            <ac:grpSpMk id="70" creationId="{02BA23B9-ACE3-BB29-6760-149BF39747EB}"/>
          </ac:grpSpMkLst>
        </pc:grpChg>
        <pc:cxnChg chg="mod">
          <ac:chgData name="Lucie Fontaine" userId="2c6b0298-177f-4237-a83e-8637e19304d5" providerId="ADAL" clId="{38FDF7CA-A37A-44C1-A812-A8007AC22127}" dt="2026-04-22T14:11:02.913" v="17188" actId="208"/>
          <ac:cxnSpMkLst>
            <pc:docMk/>
            <pc:sldMk cId="3816581865" sldId="290"/>
            <ac:cxnSpMk id="12" creationId="{846BF96A-EB2B-620A-255A-2FEAE4EC3356}"/>
          </ac:cxnSpMkLst>
        </pc:cxnChg>
        <pc:cxnChg chg="mod">
          <ac:chgData name="Lucie Fontaine" userId="2c6b0298-177f-4237-a83e-8637e19304d5" providerId="ADAL" clId="{38FDF7CA-A37A-44C1-A812-A8007AC22127}" dt="2026-04-16T08:13:36.103" v="7024"/>
          <ac:cxnSpMkLst>
            <pc:docMk/>
            <pc:sldMk cId="3816581865" sldId="290"/>
            <ac:cxnSpMk id="13" creationId="{3B0B2209-9483-4EDC-2D4B-4CC603A05265}"/>
          </ac:cxnSpMkLst>
        </pc:cxnChg>
        <pc:cxnChg chg="mod">
          <ac:chgData name="Lucie Fontaine" userId="2c6b0298-177f-4237-a83e-8637e19304d5" providerId="ADAL" clId="{38FDF7CA-A37A-44C1-A812-A8007AC22127}" dt="2026-04-22T14:10:42.713" v="17186" actId="208"/>
          <ac:cxnSpMkLst>
            <pc:docMk/>
            <pc:sldMk cId="3816581865" sldId="290"/>
            <ac:cxnSpMk id="14" creationId="{25E9CE2E-23E3-84D3-BF77-9D404147CCF0}"/>
          </ac:cxnSpMkLst>
        </pc:cxnChg>
        <pc:cxnChg chg="mod">
          <ac:chgData name="Lucie Fontaine" userId="2c6b0298-177f-4237-a83e-8637e19304d5" providerId="ADAL" clId="{38FDF7CA-A37A-44C1-A812-A8007AC22127}" dt="2026-04-16T08:13:36.103" v="7024"/>
          <ac:cxnSpMkLst>
            <pc:docMk/>
            <pc:sldMk cId="3816581865" sldId="290"/>
            <ac:cxnSpMk id="15" creationId="{875E6C72-4ACA-E28B-962E-707CB4D71B2F}"/>
          </ac:cxnSpMkLst>
        </pc:cxnChg>
        <pc:cxnChg chg="mod">
          <ac:chgData name="Lucie Fontaine" userId="2c6b0298-177f-4237-a83e-8637e19304d5" providerId="ADAL" clId="{38FDF7CA-A37A-44C1-A812-A8007AC22127}" dt="2026-04-22T14:11:21.808" v="17190" actId="208"/>
          <ac:cxnSpMkLst>
            <pc:docMk/>
            <pc:sldMk cId="3816581865" sldId="290"/>
            <ac:cxnSpMk id="16" creationId="{5CEE2E6D-6A39-1961-EEAE-E188DF27A661}"/>
          </ac:cxnSpMkLst>
        </pc:cxnChg>
        <pc:cxnChg chg="mod">
          <ac:chgData name="Lucie Fontaine" userId="2c6b0298-177f-4237-a83e-8637e19304d5" providerId="ADAL" clId="{38FDF7CA-A37A-44C1-A812-A8007AC22127}" dt="2026-04-22T14:11:02.913" v="17188" actId="208"/>
          <ac:cxnSpMkLst>
            <pc:docMk/>
            <pc:sldMk cId="3816581865" sldId="290"/>
            <ac:cxnSpMk id="18" creationId="{7CB79566-4A1B-1E82-3E3E-23ED63809FFC}"/>
          </ac:cxnSpMkLst>
        </pc:cxnChg>
        <pc:cxnChg chg="mod">
          <ac:chgData name="Lucie Fontaine" userId="2c6b0298-177f-4237-a83e-8637e19304d5" providerId="ADAL" clId="{38FDF7CA-A37A-44C1-A812-A8007AC22127}" dt="2026-04-22T14:11:21.808" v="17190" actId="208"/>
          <ac:cxnSpMkLst>
            <pc:docMk/>
            <pc:sldMk cId="3816581865" sldId="290"/>
            <ac:cxnSpMk id="19" creationId="{DF315872-B071-1B41-47F9-A6FD61564644}"/>
          </ac:cxnSpMkLst>
        </pc:cxnChg>
        <pc:cxnChg chg="mod">
          <ac:chgData name="Lucie Fontaine" userId="2c6b0298-177f-4237-a83e-8637e19304d5" providerId="ADAL" clId="{38FDF7CA-A37A-44C1-A812-A8007AC22127}" dt="2026-04-22T14:10:49.416" v="17187" actId="208"/>
          <ac:cxnSpMkLst>
            <pc:docMk/>
            <pc:sldMk cId="3816581865" sldId="290"/>
            <ac:cxnSpMk id="21" creationId="{F5BED7E4-5F8B-FBE1-C6EB-E977DAC3F467}"/>
          </ac:cxnSpMkLst>
        </pc:cxnChg>
        <pc:cxnChg chg="mod">
          <ac:chgData name="Lucie Fontaine" userId="2c6b0298-177f-4237-a83e-8637e19304d5" providerId="ADAL" clId="{38FDF7CA-A37A-44C1-A812-A8007AC22127}" dt="2026-04-16T08:13:36.103" v="7024"/>
          <ac:cxnSpMkLst>
            <pc:docMk/>
            <pc:sldMk cId="3816581865" sldId="290"/>
            <ac:cxnSpMk id="22" creationId="{41C76BCC-3FD8-F8BC-A119-245D73BF2DDA}"/>
          </ac:cxnSpMkLst>
        </pc:cxnChg>
        <pc:cxnChg chg="mod">
          <ac:chgData name="Lucie Fontaine" userId="2c6b0298-177f-4237-a83e-8637e19304d5" providerId="ADAL" clId="{38FDF7CA-A37A-44C1-A812-A8007AC22127}" dt="2026-04-16T08:13:36.103" v="7024"/>
          <ac:cxnSpMkLst>
            <pc:docMk/>
            <pc:sldMk cId="3816581865" sldId="290"/>
            <ac:cxnSpMk id="23" creationId="{308F1A53-F141-44DF-0B08-944CC95DE9BC}"/>
          </ac:cxnSpMkLst>
        </pc:cxnChg>
        <pc:cxnChg chg="mod">
          <ac:chgData name="Lucie Fontaine" userId="2c6b0298-177f-4237-a83e-8637e19304d5" providerId="ADAL" clId="{38FDF7CA-A37A-44C1-A812-A8007AC22127}" dt="2026-04-16T08:13:36.103" v="7024"/>
          <ac:cxnSpMkLst>
            <pc:docMk/>
            <pc:sldMk cId="3816581865" sldId="290"/>
            <ac:cxnSpMk id="33" creationId="{CF60DC40-0FD7-D895-23E8-43DAB54F1210}"/>
          </ac:cxnSpMkLst>
        </pc:cxnChg>
        <pc:cxnChg chg="mod">
          <ac:chgData name="Lucie Fontaine" userId="2c6b0298-177f-4237-a83e-8637e19304d5" providerId="ADAL" clId="{38FDF7CA-A37A-44C1-A812-A8007AC22127}" dt="2026-04-22T14:10:42.713" v="17186" actId="208"/>
          <ac:cxnSpMkLst>
            <pc:docMk/>
            <pc:sldMk cId="3816581865" sldId="290"/>
            <ac:cxnSpMk id="34" creationId="{7E5452C7-B9A6-66ED-4667-2E7FD83F39A3}"/>
          </ac:cxnSpMkLst>
        </pc:cxnChg>
        <pc:cxnChg chg="add mod">
          <ac:chgData name="Lucie Fontaine" userId="2c6b0298-177f-4237-a83e-8637e19304d5" providerId="ADAL" clId="{38FDF7CA-A37A-44C1-A812-A8007AC22127}" dt="2026-04-16T08:16:35.374" v="7052"/>
          <ac:cxnSpMkLst>
            <pc:docMk/>
            <pc:sldMk cId="3816581865" sldId="290"/>
            <ac:cxnSpMk id="38" creationId="{481ADBBF-2A1B-0761-3F9C-058FC4DE68A7}"/>
          </ac:cxnSpMkLst>
        </pc:cxnChg>
        <pc:cxnChg chg="add mod">
          <ac:chgData name="Lucie Fontaine" userId="2c6b0298-177f-4237-a83e-8637e19304d5" providerId="ADAL" clId="{38FDF7CA-A37A-44C1-A812-A8007AC22127}" dt="2026-04-16T08:16:35.374" v="7052"/>
          <ac:cxnSpMkLst>
            <pc:docMk/>
            <pc:sldMk cId="3816581865" sldId="290"/>
            <ac:cxnSpMk id="40" creationId="{3FF15D51-9C26-B3D7-DD9F-D8DA07D60C6F}"/>
          </ac:cxnSpMkLst>
        </pc:cxnChg>
        <pc:cxnChg chg="add mod">
          <ac:chgData name="Lucie Fontaine" userId="2c6b0298-177f-4237-a83e-8637e19304d5" providerId="ADAL" clId="{38FDF7CA-A37A-44C1-A812-A8007AC22127}" dt="2026-04-16T08:16:35.374" v="7052"/>
          <ac:cxnSpMkLst>
            <pc:docMk/>
            <pc:sldMk cId="3816581865" sldId="290"/>
            <ac:cxnSpMk id="42" creationId="{F140FDA6-A4FD-036B-499A-569CA5419239}"/>
          </ac:cxnSpMkLst>
        </pc:cxnChg>
        <pc:cxnChg chg="add mod">
          <ac:chgData name="Lucie Fontaine" userId="2c6b0298-177f-4237-a83e-8637e19304d5" providerId="ADAL" clId="{38FDF7CA-A37A-44C1-A812-A8007AC22127}" dt="2026-04-16T13:44:36.779" v="8453"/>
          <ac:cxnSpMkLst>
            <pc:docMk/>
            <pc:sldMk cId="3816581865" sldId="290"/>
            <ac:cxnSpMk id="43" creationId="{B3994BE9-F1B6-8747-FC8E-D85E59373EB0}"/>
          </ac:cxnSpMkLst>
        </pc:cxnChg>
        <pc:cxnChg chg="add mod">
          <ac:chgData name="Lucie Fontaine" userId="2c6b0298-177f-4237-a83e-8637e19304d5" providerId="ADAL" clId="{38FDF7CA-A37A-44C1-A812-A8007AC22127}" dt="2026-04-16T13:44:36.779" v="8453"/>
          <ac:cxnSpMkLst>
            <pc:docMk/>
            <pc:sldMk cId="3816581865" sldId="290"/>
            <ac:cxnSpMk id="44" creationId="{6FF8E567-AFBA-BBAC-7BC0-A7F6787CFE38}"/>
          </ac:cxnSpMkLst>
        </pc:cxnChg>
        <pc:cxnChg chg="mod">
          <ac:chgData name="Lucie Fontaine" userId="2c6b0298-177f-4237-a83e-8637e19304d5" providerId="ADAL" clId="{38FDF7CA-A37A-44C1-A812-A8007AC22127}" dt="2026-04-21T12:53:46.196" v="13908" actId="1582"/>
          <ac:cxnSpMkLst>
            <pc:docMk/>
            <pc:sldMk cId="3816581865" sldId="290"/>
            <ac:cxnSpMk id="71" creationId="{BFFE29E7-6C98-6254-F675-0AD5A901FC2D}"/>
          </ac:cxnSpMkLst>
        </pc:cxnChg>
        <pc:cxnChg chg="del">
          <ac:chgData name="Lucie Fontaine" userId="2c6b0298-177f-4237-a83e-8637e19304d5" providerId="ADAL" clId="{38FDF7CA-A37A-44C1-A812-A8007AC22127}" dt="2026-04-16T13:44:04.435" v="8449" actId="478"/>
          <ac:cxnSpMkLst>
            <pc:docMk/>
            <pc:sldMk cId="3816581865" sldId="290"/>
            <ac:cxnSpMk id="73" creationId="{4506BD31-6CDE-981A-8D09-733B0A1EE7AF}"/>
          </ac:cxnSpMkLst>
        </pc:cxnChg>
        <pc:cxnChg chg="del">
          <ac:chgData name="Lucie Fontaine" userId="2c6b0298-177f-4237-a83e-8637e19304d5" providerId="ADAL" clId="{38FDF7CA-A37A-44C1-A812-A8007AC22127}" dt="2026-04-16T13:44:04.435" v="8449" actId="478"/>
          <ac:cxnSpMkLst>
            <pc:docMk/>
            <pc:sldMk cId="3816581865" sldId="290"/>
            <ac:cxnSpMk id="74" creationId="{72BB4197-BF8B-EF4B-FBAF-0368FA21D626}"/>
          </ac:cxnSpMkLst>
        </pc:cxnChg>
        <pc:cxnChg chg="mod">
          <ac:chgData name="Lucie Fontaine" userId="2c6b0298-177f-4237-a83e-8637e19304d5" providerId="ADAL" clId="{38FDF7CA-A37A-44C1-A812-A8007AC22127}" dt="2026-04-23T07:58:54.895" v="18489" actId="693"/>
          <ac:cxnSpMkLst>
            <pc:docMk/>
            <pc:sldMk cId="3816581865" sldId="290"/>
            <ac:cxnSpMk id="89" creationId="{31F15CDD-9362-8874-59AF-F5D8C9F206C5}"/>
          </ac:cxnSpMkLst>
        </pc:cxnChg>
        <pc:cxnChg chg="del">
          <ac:chgData name="Lucie Fontaine" userId="2c6b0298-177f-4237-a83e-8637e19304d5" providerId="ADAL" clId="{38FDF7CA-A37A-44C1-A812-A8007AC22127}" dt="2026-04-16T08:16:46.517" v="7055" actId="478"/>
          <ac:cxnSpMkLst>
            <pc:docMk/>
            <pc:sldMk cId="3816581865" sldId="290"/>
            <ac:cxnSpMk id="90" creationId="{556C1A8D-FB99-1493-9000-4BE78D13527B}"/>
          </ac:cxnSpMkLst>
        </pc:cxnChg>
        <pc:cxnChg chg="del">
          <ac:chgData name="Lucie Fontaine" userId="2c6b0298-177f-4237-a83e-8637e19304d5" providerId="ADAL" clId="{38FDF7CA-A37A-44C1-A812-A8007AC22127}" dt="2026-04-16T08:16:44.723" v="7054" actId="478"/>
          <ac:cxnSpMkLst>
            <pc:docMk/>
            <pc:sldMk cId="3816581865" sldId="290"/>
            <ac:cxnSpMk id="92" creationId="{B851D47E-1C9F-12D8-FD67-D1496F9FC382}"/>
          </ac:cxnSpMkLst>
        </pc:cxnChg>
        <pc:cxnChg chg="del">
          <ac:chgData name="Lucie Fontaine" userId="2c6b0298-177f-4237-a83e-8637e19304d5" providerId="ADAL" clId="{38FDF7CA-A37A-44C1-A812-A8007AC22127}" dt="2026-04-16T08:16:44.723" v="7054" actId="478"/>
          <ac:cxnSpMkLst>
            <pc:docMk/>
            <pc:sldMk cId="3816581865" sldId="290"/>
            <ac:cxnSpMk id="94" creationId="{CA14F4E1-E21A-EE95-5B82-21844532E770}"/>
          </ac:cxnSpMkLst>
        </pc:cxnChg>
      </pc:sldChg>
      <pc:sldChg chg="addSp delSp modSp add mod ord">
        <pc:chgData name="Lucie Fontaine" userId="2c6b0298-177f-4237-a83e-8637e19304d5" providerId="ADAL" clId="{38FDF7CA-A37A-44C1-A812-A8007AC22127}" dt="2026-04-23T12:41:56.956" v="19868" actId="478"/>
        <pc:sldMkLst>
          <pc:docMk/>
          <pc:sldMk cId="984601548" sldId="291"/>
        </pc:sldMkLst>
        <pc:spChg chg="mod">
          <ac:chgData name="Lucie Fontaine" userId="2c6b0298-177f-4237-a83e-8637e19304d5" providerId="ADAL" clId="{38FDF7CA-A37A-44C1-A812-A8007AC22127}" dt="2026-04-16T12:46:48.676" v="8360" actId="20577"/>
          <ac:spMkLst>
            <pc:docMk/>
            <pc:sldMk cId="984601548" sldId="291"/>
            <ac:spMk id="2" creationId="{36A1B1CD-9497-FCE5-D306-1649357986A7}"/>
          </ac:spMkLst>
        </pc:spChg>
        <pc:spChg chg="add mod">
          <ac:chgData name="Lucie Fontaine" userId="2c6b0298-177f-4237-a83e-8637e19304d5" providerId="ADAL" clId="{38FDF7CA-A37A-44C1-A812-A8007AC22127}" dt="2026-04-16T12:37:44.178" v="8304" actId="14100"/>
          <ac:spMkLst>
            <pc:docMk/>
            <pc:sldMk cId="984601548" sldId="291"/>
            <ac:spMk id="3" creationId="{BE1173F9-8505-E5C0-6846-828C40AA7784}"/>
          </ac:spMkLst>
        </pc:spChg>
        <pc:spChg chg="add del mod">
          <ac:chgData name="Lucie Fontaine" userId="2c6b0298-177f-4237-a83e-8637e19304d5" providerId="ADAL" clId="{38FDF7CA-A37A-44C1-A812-A8007AC22127}" dt="2026-04-17T09:27:05.707" v="10724" actId="478"/>
          <ac:spMkLst>
            <pc:docMk/>
            <pc:sldMk cId="984601548" sldId="291"/>
            <ac:spMk id="5" creationId="{20D4D2D6-931B-E812-5F08-D571E028D0DC}"/>
          </ac:spMkLst>
        </pc:spChg>
        <pc:spChg chg="del mod">
          <ac:chgData name="Lucie Fontaine" userId="2c6b0298-177f-4237-a83e-8637e19304d5" providerId="ADAL" clId="{38FDF7CA-A37A-44C1-A812-A8007AC22127}" dt="2026-04-16T09:59:59.349" v="7614" actId="931"/>
          <ac:spMkLst>
            <pc:docMk/>
            <pc:sldMk cId="984601548" sldId="291"/>
            <ac:spMk id="5" creationId="{6D8B57DE-AB20-FDDB-A0F4-5B11D422F934}"/>
          </ac:spMkLst>
        </pc:spChg>
        <pc:spChg chg="add mod">
          <ac:chgData name="Lucie Fontaine" userId="2c6b0298-177f-4237-a83e-8637e19304d5" providerId="ADAL" clId="{38FDF7CA-A37A-44C1-A812-A8007AC22127}" dt="2026-04-21T08:53:06.793" v="13271" actId="20577"/>
          <ac:spMkLst>
            <pc:docMk/>
            <pc:sldMk cId="984601548" sldId="291"/>
            <ac:spMk id="6" creationId="{CF20C6FF-0789-6358-AFE2-1CD633839745}"/>
          </ac:spMkLst>
        </pc:spChg>
        <pc:spChg chg="add mod">
          <ac:chgData name="Lucie Fontaine" userId="2c6b0298-177f-4237-a83e-8637e19304d5" providerId="ADAL" clId="{38FDF7CA-A37A-44C1-A812-A8007AC22127}" dt="2026-04-16T08:16:36.098" v="7053"/>
          <ac:spMkLst>
            <pc:docMk/>
            <pc:sldMk cId="984601548" sldId="291"/>
            <ac:spMk id="8" creationId="{F825E8D6-8719-AC2D-97A9-0E0F0220B26B}"/>
          </ac:spMkLst>
        </pc:spChg>
        <pc:spChg chg="add mod">
          <ac:chgData name="Lucie Fontaine" userId="2c6b0298-177f-4237-a83e-8637e19304d5" providerId="ADAL" clId="{38FDF7CA-A37A-44C1-A812-A8007AC22127}" dt="2026-04-16T08:16:36.098" v="7053"/>
          <ac:spMkLst>
            <pc:docMk/>
            <pc:sldMk cId="984601548" sldId="291"/>
            <ac:spMk id="10" creationId="{0BC87CCB-061D-1EC2-D5F0-DB75AAAC2134}"/>
          </ac:spMkLst>
        </pc:spChg>
        <pc:spChg chg="add del">
          <ac:chgData name="Lucie Fontaine" userId="2c6b0298-177f-4237-a83e-8637e19304d5" providerId="ADAL" clId="{38FDF7CA-A37A-44C1-A812-A8007AC22127}" dt="2026-04-16T09:59:18.942" v="7613" actId="22"/>
          <ac:spMkLst>
            <pc:docMk/>
            <pc:sldMk cId="984601548" sldId="291"/>
            <ac:spMk id="13" creationId="{2958D29F-E8CF-5A58-173D-03D33F4EC019}"/>
          </ac:spMkLst>
        </pc:spChg>
        <pc:spChg chg="add mod">
          <ac:chgData name="Lucie Fontaine" userId="2c6b0298-177f-4237-a83e-8637e19304d5" providerId="ADAL" clId="{38FDF7CA-A37A-44C1-A812-A8007AC22127}" dt="2026-04-16T12:38:06.963" v="8307" actId="5793"/>
          <ac:spMkLst>
            <pc:docMk/>
            <pc:sldMk cId="984601548" sldId="291"/>
            <ac:spMk id="19" creationId="{3D68EC51-081F-B51E-CA68-34EF4622C44C}"/>
          </ac:spMkLst>
        </pc:spChg>
        <pc:spChg chg="add del mod">
          <ac:chgData name="Lucie Fontaine" userId="2c6b0298-177f-4237-a83e-8637e19304d5" providerId="ADAL" clId="{38FDF7CA-A37A-44C1-A812-A8007AC22127}" dt="2026-04-16T13:59:39.284" v="8499" actId="478"/>
          <ac:spMkLst>
            <pc:docMk/>
            <pc:sldMk cId="984601548" sldId="291"/>
            <ac:spMk id="25" creationId="{0E18EFD0-05AE-F0CD-88B9-69E06073050F}"/>
          </ac:spMkLst>
        </pc:spChg>
        <pc:spChg chg="add mod">
          <ac:chgData name="Lucie Fontaine" userId="2c6b0298-177f-4237-a83e-8637e19304d5" providerId="ADAL" clId="{38FDF7CA-A37A-44C1-A812-A8007AC22127}" dt="2026-04-16T14:15:10.360" v="8512" actId="1076"/>
          <ac:spMkLst>
            <pc:docMk/>
            <pc:sldMk cId="984601548" sldId="291"/>
            <ac:spMk id="30" creationId="{AEFB555D-3A49-C3B8-47C8-E728EDCE8954}"/>
          </ac:spMkLst>
        </pc:spChg>
        <pc:spChg chg="add mod">
          <ac:chgData name="Lucie Fontaine" userId="2c6b0298-177f-4237-a83e-8637e19304d5" providerId="ADAL" clId="{38FDF7CA-A37A-44C1-A812-A8007AC22127}" dt="2026-04-16T14:15:29.431" v="8517" actId="20577"/>
          <ac:spMkLst>
            <pc:docMk/>
            <pc:sldMk cId="984601548" sldId="291"/>
            <ac:spMk id="31" creationId="{6BD41DE0-8A18-60A5-76A4-F583F916605E}"/>
          </ac:spMkLst>
        </pc:spChg>
        <pc:spChg chg="del">
          <ac:chgData name="Lucie Fontaine" userId="2c6b0298-177f-4237-a83e-8637e19304d5" providerId="ADAL" clId="{38FDF7CA-A37A-44C1-A812-A8007AC22127}" dt="2026-04-16T08:20:31.509" v="7140" actId="478"/>
          <ac:spMkLst>
            <pc:docMk/>
            <pc:sldMk cId="984601548" sldId="291"/>
            <ac:spMk id="91" creationId="{4DE208E7-0098-F3B7-8B8D-48EC67DCF407}"/>
          </ac:spMkLst>
        </pc:spChg>
        <pc:spChg chg="del">
          <ac:chgData name="Lucie Fontaine" userId="2c6b0298-177f-4237-a83e-8637e19304d5" providerId="ADAL" clId="{38FDF7CA-A37A-44C1-A812-A8007AC22127}" dt="2026-04-16T08:20:31.509" v="7140" actId="478"/>
          <ac:spMkLst>
            <pc:docMk/>
            <pc:sldMk cId="984601548" sldId="291"/>
            <ac:spMk id="93" creationId="{117DD928-DF82-970C-60C4-3B5E56DCDA2E}"/>
          </ac:spMkLst>
        </pc:spChg>
        <pc:picChg chg="add mod ord">
          <ac:chgData name="Lucie Fontaine" userId="2c6b0298-177f-4237-a83e-8637e19304d5" providerId="ADAL" clId="{38FDF7CA-A37A-44C1-A812-A8007AC22127}" dt="2026-04-23T12:41:53.893" v="19867" actId="167"/>
          <ac:picMkLst>
            <pc:docMk/>
            <pc:sldMk cId="984601548" sldId="291"/>
            <ac:picMk id="14" creationId="{24AB1DA6-843B-B59C-BCF7-419C136FEBBE}"/>
          </ac:picMkLst>
        </pc:picChg>
        <pc:picChg chg="add del mod">
          <ac:chgData name="Lucie Fontaine" userId="2c6b0298-177f-4237-a83e-8637e19304d5" providerId="ADAL" clId="{38FDF7CA-A37A-44C1-A812-A8007AC22127}" dt="2026-04-16T10:00:55.135" v="7653" actId="478"/>
          <ac:picMkLst>
            <pc:docMk/>
            <pc:sldMk cId="984601548" sldId="291"/>
            <ac:picMk id="15" creationId="{1A3B3B50-353B-FC32-E86E-E4C4C1A3EDA6}"/>
          </ac:picMkLst>
        </pc:picChg>
        <pc:picChg chg="add del mod">
          <ac:chgData name="Lucie Fontaine" userId="2c6b0298-177f-4237-a83e-8637e19304d5" providerId="ADAL" clId="{38FDF7CA-A37A-44C1-A812-A8007AC22127}" dt="2026-04-16T10:00:55.135" v="7653" actId="478"/>
          <ac:picMkLst>
            <pc:docMk/>
            <pc:sldMk cId="984601548" sldId="291"/>
            <ac:picMk id="17" creationId="{60BB9516-6E9C-8D64-343F-7E2010448FBF}"/>
          </ac:picMkLst>
        </pc:picChg>
        <pc:picChg chg="add del mod">
          <ac:chgData name="Lucie Fontaine" userId="2c6b0298-177f-4237-a83e-8637e19304d5" providerId="ADAL" clId="{38FDF7CA-A37A-44C1-A812-A8007AC22127}" dt="2026-04-16T13:59:39.284" v="8499" actId="478"/>
          <ac:picMkLst>
            <pc:docMk/>
            <pc:sldMk cId="984601548" sldId="291"/>
            <ac:picMk id="24" creationId="{73895875-845F-3840-9815-4ACB9529A62C}"/>
          </ac:picMkLst>
        </pc:picChg>
        <pc:picChg chg="add del mod">
          <ac:chgData name="Lucie Fontaine" userId="2c6b0298-177f-4237-a83e-8637e19304d5" providerId="ADAL" clId="{38FDF7CA-A37A-44C1-A812-A8007AC22127}" dt="2026-04-16T14:13:33.268" v="8502" actId="478"/>
          <ac:picMkLst>
            <pc:docMk/>
            <pc:sldMk cId="984601548" sldId="291"/>
            <ac:picMk id="27" creationId="{5A59D1E9-8C4E-A921-FDEF-654A990AD5F9}"/>
          </ac:picMkLst>
        </pc:picChg>
        <pc:picChg chg="add del mod">
          <ac:chgData name="Lucie Fontaine" userId="2c6b0298-177f-4237-a83e-8637e19304d5" providerId="ADAL" clId="{38FDF7CA-A37A-44C1-A812-A8007AC22127}" dt="2026-04-23T12:41:56.956" v="19868" actId="478"/>
          <ac:picMkLst>
            <pc:docMk/>
            <pc:sldMk cId="984601548" sldId="291"/>
            <ac:picMk id="29" creationId="{2A11CAF7-9153-0A3A-334C-0548FAD66CB1}"/>
          </ac:picMkLst>
        </pc:picChg>
        <pc:picChg chg="add del mod">
          <ac:chgData name="Lucie Fontaine" userId="2c6b0298-177f-4237-a83e-8637e19304d5" providerId="ADAL" clId="{38FDF7CA-A37A-44C1-A812-A8007AC22127}" dt="2026-04-21T15:26:27.821" v="14369" actId="478"/>
          <ac:picMkLst>
            <pc:docMk/>
            <pc:sldMk cId="984601548" sldId="291"/>
            <ac:picMk id="1026" creationId="{DE6A98AF-F6EC-B418-FE15-ABE39A38B295}"/>
          </ac:picMkLst>
        </pc:picChg>
        <pc:picChg chg="add del mod">
          <ac:chgData name="Lucie Fontaine" userId="2c6b0298-177f-4237-a83e-8637e19304d5" providerId="ADAL" clId="{38FDF7CA-A37A-44C1-A812-A8007AC22127}" dt="2026-04-21T15:26:27.821" v="14369" actId="478"/>
          <ac:picMkLst>
            <pc:docMk/>
            <pc:sldMk cId="984601548" sldId="291"/>
            <ac:picMk id="1028" creationId="{BC1941B7-4A5B-1671-50CB-0B0A0A3F3C5E}"/>
          </ac:picMkLst>
        </pc:picChg>
        <pc:cxnChg chg="add mod">
          <ac:chgData name="Lucie Fontaine" userId="2c6b0298-177f-4237-a83e-8637e19304d5" providerId="ADAL" clId="{38FDF7CA-A37A-44C1-A812-A8007AC22127}" dt="2026-04-16T08:16:36.098" v="7053"/>
          <ac:cxnSpMkLst>
            <pc:docMk/>
            <pc:sldMk cId="984601548" sldId="291"/>
            <ac:cxnSpMk id="7" creationId="{9BD5FCFE-F4FE-005E-1FAE-EF513B2EC289}"/>
          </ac:cxnSpMkLst>
        </pc:cxnChg>
        <pc:cxnChg chg="add mod">
          <ac:chgData name="Lucie Fontaine" userId="2c6b0298-177f-4237-a83e-8637e19304d5" providerId="ADAL" clId="{38FDF7CA-A37A-44C1-A812-A8007AC22127}" dt="2026-04-16T08:16:36.098" v="7053"/>
          <ac:cxnSpMkLst>
            <pc:docMk/>
            <pc:sldMk cId="984601548" sldId="291"/>
            <ac:cxnSpMk id="9" creationId="{2D107BE1-8721-318E-E387-5CCE3CC7CED5}"/>
          </ac:cxnSpMkLst>
        </pc:cxnChg>
        <pc:cxnChg chg="add mod">
          <ac:chgData name="Lucie Fontaine" userId="2c6b0298-177f-4237-a83e-8637e19304d5" providerId="ADAL" clId="{38FDF7CA-A37A-44C1-A812-A8007AC22127}" dt="2026-04-16T08:16:36.098" v="7053"/>
          <ac:cxnSpMkLst>
            <pc:docMk/>
            <pc:sldMk cId="984601548" sldId="291"/>
            <ac:cxnSpMk id="11" creationId="{86E34551-36A8-C0F3-22AE-D6702DD536F9}"/>
          </ac:cxnSpMkLst>
        </pc:cxnChg>
        <pc:cxnChg chg="mod">
          <ac:chgData name="Lucie Fontaine" userId="2c6b0298-177f-4237-a83e-8637e19304d5" providerId="ADAL" clId="{38FDF7CA-A37A-44C1-A812-A8007AC22127}" dt="2026-04-21T12:54:06.614" v="13911" actId="1582"/>
          <ac:cxnSpMkLst>
            <pc:docMk/>
            <pc:sldMk cId="984601548" sldId="291"/>
            <ac:cxnSpMk id="71" creationId="{BFFE29E7-6C98-6254-F675-0AD5A901FC2D}"/>
          </ac:cxnSpMkLst>
        </pc:cxnChg>
        <pc:cxnChg chg="mod">
          <ac:chgData name="Lucie Fontaine" userId="2c6b0298-177f-4237-a83e-8637e19304d5" providerId="ADAL" clId="{38FDF7CA-A37A-44C1-A812-A8007AC22127}" dt="2026-04-16T12:37:06.200" v="8296" actId="1037"/>
          <ac:cxnSpMkLst>
            <pc:docMk/>
            <pc:sldMk cId="984601548" sldId="291"/>
            <ac:cxnSpMk id="73" creationId="{4506BD31-6CDE-981A-8D09-733B0A1EE7AF}"/>
          </ac:cxnSpMkLst>
        </pc:cxnChg>
        <pc:cxnChg chg="mod">
          <ac:chgData name="Lucie Fontaine" userId="2c6b0298-177f-4237-a83e-8637e19304d5" providerId="ADAL" clId="{38FDF7CA-A37A-44C1-A812-A8007AC22127}" dt="2026-04-16T12:37:30.097" v="8302" actId="1037"/>
          <ac:cxnSpMkLst>
            <pc:docMk/>
            <pc:sldMk cId="984601548" sldId="291"/>
            <ac:cxnSpMk id="74" creationId="{72BB4197-BF8B-EF4B-FBAF-0368FA21D626}"/>
          </ac:cxnSpMkLst>
        </pc:cxnChg>
        <pc:cxnChg chg="mod">
          <ac:chgData name="Lucie Fontaine" userId="2c6b0298-177f-4237-a83e-8637e19304d5" providerId="ADAL" clId="{38FDF7CA-A37A-44C1-A812-A8007AC22127}" dt="2026-04-23T07:59:25.689" v="18492" actId="693"/>
          <ac:cxnSpMkLst>
            <pc:docMk/>
            <pc:sldMk cId="984601548" sldId="291"/>
            <ac:cxnSpMk id="89" creationId="{31F15CDD-9362-8874-59AF-F5D8C9F206C5}"/>
          </ac:cxnSpMkLst>
        </pc:cxnChg>
        <pc:cxnChg chg="del">
          <ac:chgData name="Lucie Fontaine" userId="2c6b0298-177f-4237-a83e-8637e19304d5" providerId="ADAL" clId="{38FDF7CA-A37A-44C1-A812-A8007AC22127}" dt="2026-04-16T08:20:34.120" v="7141" actId="478"/>
          <ac:cxnSpMkLst>
            <pc:docMk/>
            <pc:sldMk cId="984601548" sldId="291"/>
            <ac:cxnSpMk id="90" creationId="{556C1A8D-FB99-1493-9000-4BE78D13527B}"/>
          </ac:cxnSpMkLst>
        </pc:cxnChg>
        <pc:cxnChg chg="del">
          <ac:chgData name="Lucie Fontaine" userId="2c6b0298-177f-4237-a83e-8637e19304d5" providerId="ADAL" clId="{38FDF7CA-A37A-44C1-A812-A8007AC22127}" dt="2026-04-16T08:20:31.509" v="7140" actId="478"/>
          <ac:cxnSpMkLst>
            <pc:docMk/>
            <pc:sldMk cId="984601548" sldId="291"/>
            <ac:cxnSpMk id="92" creationId="{B851D47E-1C9F-12D8-FD67-D1496F9FC382}"/>
          </ac:cxnSpMkLst>
        </pc:cxnChg>
        <pc:cxnChg chg="del">
          <ac:chgData name="Lucie Fontaine" userId="2c6b0298-177f-4237-a83e-8637e19304d5" providerId="ADAL" clId="{38FDF7CA-A37A-44C1-A812-A8007AC22127}" dt="2026-04-16T08:20:31.509" v="7140" actId="478"/>
          <ac:cxnSpMkLst>
            <pc:docMk/>
            <pc:sldMk cId="984601548" sldId="291"/>
            <ac:cxnSpMk id="94" creationId="{CA14F4E1-E21A-EE95-5B82-21844532E770}"/>
          </ac:cxnSpMkLst>
        </pc:cxnChg>
      </pc:sldChg>
      <pc:sldChg chg="addSp delSp modSp add del mod">
        <pc:chgData name="Lucie Fontaine" userId="2c6b0298-177f-4237-a83e-8637e19304d5" providerId="ADAL" clId="{38FDF7CA-A37A-44C1-A812-A8007AC22127}" dt="2026-04-22T15:14:21.521" v="17672" actId="2696"/>
        <pc:sldMkLst>
          <pc:docMk/>
          <pc:sldMk cId="1882861332" sldId="292"/>
        </pc:sldMkLst>
        <pc:spChg chg="mod">
          <ac:chgData name="Lucie Fontaine" userId="2c6b0298-177f-4237-a83e-8637e19304d5" providerId="ADAL" clId="{38FDF7CA-A37A-44C1-A812-A8007AC22127}" dt="2026-04-21T14:57:18.855" v="14252" actId="20577"/>
          <ac:spMkLst>
            <pc:docMk/>
            <pc:sldMk cId="1882861332" sldId="292"/>
            <ac:spMk id="2" creationId="{36A1B1CD-9497-FCE5-D306-1649357986A7}"/>
          </ac:spMkLst>
        </pc:spChg>
        <pc:spChg chg="mod">
          <ac:chgData name="Lucie Fontaine" userId="2c6b0298-177f-4237-a83e-8637e19304d5" providerId="ADAL" clId="{38FDF7CA-A37A-44C1-A812-A8007AC22127}" dt="2026-04-17T09:16:11.350" v="10662" actId="164"/>
          <ac:spMkLst>
            <pc:docMk/>
            <pc:sldMk cId="1882861332" sldId="292"/>
            <ac:spMk id="3" creationId="{BE1173F9-8505-E5C0-6846-828C40AA7784}"/>
          </ac:spMkLst>
        </pc:spChg>
        <pc:spChg chg="del mod">
          <ac:chgData name="Lucie Fontaine" userId="2c6b0298-177f-4237-a83e-8637e19304d5" providerId="ADAL" clId="{38FDF7CA-A37A-44C1-A812-A8007AC22127}" dt="2026-04-22T14:38:41.391" v="17470" actId="478"/>
          <ac:spMkLst>
            <pc:docMk/>
            <pc:sldMk cId="1882861332" sldId="292"/>
            <ac:spMk id="5" creationId="{6D8B57DE-AB20-FDDB-A0F4-5B11D422F934}"/>
          </ac:spMkLst>
        </pc:spChg>
        <pc:spChg chg="del mod">
          <ac:chgData name="Lucie Fontaine" userId="2c6b0298-177f-4237-a83e-8637e19304d5" providerId="ADAL" clId="{38FDF7CA-A37A-44C1-A812-A8007AC22127}" dt="2026-04-21T08:57:59.796" v="13306" actId="478"/>
          <ac:spMkLst>
            <pc:docMk/>
            <pc:sldMk cId="1882861332" sldId="292"/>
            <ac:spMk id="6" creationId="{CF20C6FF-0789-6358-AFE2-1CD633839745}"/>
          </ac:spMkLst>
        </pc:spChg>
        <pc:spChg chg="add mod">
          <ac:chgData name="Lucie Fontaine" userId="2c6b0298-177f-4237-a83e-8637e19304d5" providerId="ADAL" clId="{38FDF7CA-A37A-44C1-A812-A8007AC22127}" dt="2026-04-22T14:39:17.255" v="17476" actId="1076"/>
          <ac:spMkLst>
            <pc:docMk/>
            <pc:sldMk cId="1882861332" sldId="292"/>
            <ac:spMk id="6" creationId="{D6520D71-14E4-9B0F-6937-17D2F71EDEA8}"/>
          </ac:spMkLst>
        </pc:spChg>
        <pc:spChg chg="mod">
          <ac:chgData name="Lucie Fontaine" userId="2c6b0298-177f-4237-a83e-8637e19304d5" providerId="ADAL" clId="{38FDF7CA-A37A-44C1-A812-A8007AC22127}" dt="2026-04-17T09:16:07.041" v="10661" actId="164"/>
          <ac:spMkLst>
            <pc:docMk/>
            <pc:sldMk cId="1882861332" sldId="292"/>
            <ac:spMk id="8" creationId="{F825E8D6-8719-AC2D-97A9-0E0F0220B26B}"/>
          </ac:spMkLst>
        </pc:spChg>
        <pc:spChg chg="mod">
          <ac:chgData name="Lucie Fontaine" userId="2c6b0298-177f-4237-a83e-8637e19304d5" providerId="ADAL" clId="{38FDF7CA-A37A-44C1-A812-A8007AC22127}" dt="2026-04-17T09:16:07.041" v="10661" actId="164"/>
          <ac:spMkLst>
            <pc:docMk/>
            <pc:sldMk cId="1882861332" sldId="292"/>
            <ac:spMk id="10" creationId="{0BC87CCB-061D-1EC2-D5F0-DB75AAAC2134}"/>
          </ac:spMkLst>
        </pc:spChg>
        <pc:spChg chg="add mod">
          <ac:chgData name="Lucie Fontaine" userId="2c6b0298-177f-4237-a83e-8637e19304d5" providerId="ADAL" clId="{38FDF7CA-A37A-44C1-A812-A8007AC22127}" dt="2026-04-21T08:58:02.792" v="13314" actId="20577"/>
          <ac:spMkLst>
            <pc:docMk/>
            <pc:sldMk cId="1882861332" sldId="292"/>
            <ac:spMk id="12" creationId="{96A9DA58-E6D1-32FE-B812-03379D21C398}"/>
          </ac:spMkLst>
        </pc:spChg>
        <pc:spChg chg="add mod">
          <ac:chgData name="Lucie Fontaine" userId="2c6b0298-177f-4237-a83e-8637e19304d5" providerId="ADAL" clId="{38FDF7CA-A37A-44C1-A812-A8007AC22127}" dt="2026-04-22T14:39:17.255" v="17476" actId="1076"/>
          <ac:spMkLst>
            <pc:docMk/>
            <pc:sldMk cId="1882861332" sldId="292"/>
            <ac:spMk id="13" creationId="{567DE1DB-04B5-0621-50F2-3A1893EA42DD}"/>
          </ac:spMkLst>
        </pc:spChg>
        <pc:spChg chg="add del mod topLvl">
          <ac:chgData name="Lucie Fontaine" userId="2c6b0298-177f-4237-a83e-8637e19304d5" providerId="ADAL" clId="{38FDF7CA-A37A-44C1-A812-A8007AC22127}" dt="2026-04-17T09:25:42.782" v="10722" actId="478"/>
          <ac:spMkLst>
            <pc:docMk/>
            <pc:sldMk cId="1882861332" sldId="292"/>
            <ac:spMk id="17" creationId="{0F851FC0-C16F-4124-1829-797A9096572E}"/>
          </ac:spMkLst>
        </pc:spChg>
        <pc:spChg chg="add mod">
          <ac:chgData name="Lucie Fontaine" userId="2c6b0298-177f-4237-a83e-8637e19304d5" providerId="ADAL" clId="{38FDF7CA-A37A-44C1-A812-A8007AC22127}" dt="2026-04-22T14:40:51.458" v="17492" actId="1076"/>
          <ac:spMkLst>
            <pc:docMk/>
            <pc:sldMk cId="1882861332" sldId="292"/>
            <ac:spMk id="18" creationId="{7FF9746E-4B30-125E-7E49-156878756DAD}"/>
          </ac:spMkLst>
        </pc:spChg>
        <pc:spChg chg="add mod">
          <ac:chgData name="Lucie Fontaine" userId="2c6b0298-177f-4237-a83e-8637e19304d5" providerId="ADAL" clId="{38FDF7CA-A37A-44C1-A812-A8007AC22127}" dt="2026-04-22T14:39:17.255" v="17476" actId="1076"/>
          <ac:spMkLst>
            <pc:docMk/>
            <pc:sldMk cId="1882861332" sldId="292"/>
            <ac:spMk id="19" creationId="{73B140B9-A1DA-4F5A-F8D5-5CF4692C2D99}"/>
          </ac:spMkLst>
        </pc:spChg>
        <pc:spChg chg="add mod">
          <ac:chgData name="Lucie Fontaine" userId="2c6b0298-177f-4237-a83e-8637e19304d5" providerId="ADAL" clId="{38FDF7CA-A37A-44C1-A812-A8007AC22127}" dt="2026-04-17T09:49:54.013" v="11374" actId="20577"/>
          <ac:spMkLst>
            <pc:docMk/>
            <pc:sldMk cId="1882861332" sldId="292"/>
            <ac:spMk id="20" creationId="{97BC4338-B05A-460F-1E1D-62695120CE5B}"/>
          </ac:spMkLst>
        </pc:spChg>
        <pc:spChg chg="add mod">
          <ac:chgData name="Lucie Fontaine" userId="2c6b0298-177f-4237-a83e-8637e19304d5" providerId="ADAL" clId="{38FDF7CA-A37A-44C1-A812-A8007AC22127}" dt="2026-04-17T09:36:55.184" v="10758" actId="164"/>
          <ac:spMkLst>
            <pc:docMk/>
            <pc:sldMk cId="1882861332" sldId="292"/>
            <ac:spMk id="21" creationId="{80674ECF-9432-E837-7982-5C64920C3ECF}"/>
          </ac:spMkLst>
        </pc:spChg>
        <pc:spChg chg="add del mod">
          <ac:chgData name="Lucie Fontaine" userId="2c6b0298-177f-4237-a83e-8637e19304d5" providerId="ADAL" clId="{38FDF7CA-A37A-44C1-A812-A8007AC22127}" dt="2026-04-21T08:11:09.407" v="12980" actId="478"/>
          <ac:spMkLst>
            <pc:docMk/>
            <pc:sldMk cId="1882861332" sldId="292"/>
            <ac:spMk id="22" creationId="{AB5BCDBE-5385-3165-9E93-4DA0188EFBFA}"/>
          </ac:spMkLst>
        </pc:spChg>
        <pc:spChg chg="mod">
          <ac:chgData name="Lucie Fontaine" userId="2c6b0298-177f-4237-a83e-8637e19304d5" providerId="ADAL" clId="{38FDF7CA-A37A-44C1-A812-A8007AC22127}" dt="2026-04-21T14:59:14.661" v="14320"/>
          <ac:spMkLst>
            <pc:docMk/>
            <pc:sldMk cId="1882861332" sldId="292"/>
            <ac:spMk id="25" creationId="{D3EF5D13-7DB6-A2B4-E3B6-78AEE23F2431}"/>
          </ac:spMkLst>
        </pc:spChg>
        <pc:spChg chg="mod">
          <ac:chgData name="Lucie Fontaine" userId="2c6b0298-177f-4237-a83e-8637e19304d5" providerId="ADAL" clId="{38FDF7CA-A37A-44C1-A812-A8007AC22127}" dt="2026-04-21T14:59:14.661" v="14320"/>
          <ac:spMkLst>
            <pc:docMk/>
            <pc:sldMk cId="1882861332" sldId="292"/>
            <ac:spMk id="26" creationId="{BA6BCFFC-946B-4C6D-805F-CB6D2317085C}"/>
          </ac:spMkLst>
        </pc:spChg>
        <pc:spChg chg="mod">
          <ac:chgData name="Lucie Fontaine" userId="2c6b0298-177f-4237-a83e-8637e19304d5" providerId="ADAL" clId="{38FDF7CA-A37A-44C1-A812-A8007AC22127}" dt="2026-04-21T14:59:14.661" v="14320"/>
          <ac:spMkLst>
            <pc:docMk/>
            <pc:sldMk cId="1882861332" sldId="292"/>
            <ac:spMk id="27" creationId="{6EE59822-8D8B-00C4-91B0-24376CE1017F}"/>
          </ac:spMkLst>
        </pc:spChg>
        <pc:spChg chg="add mod">
          <ac:chgData name="Lucie Fontaine" userId="2c6b0298-177f-4237-a83e-8637e19304d5" providerId="ADAL" clId="{38FDF7CA-A37A-44C1-A812-A8007AC22127}" dt="2026-04-21T15:00:01.551" v="14325" actId="1076"/>
          <ac:spMkLst>
            <pc:docMk/>
            <pc:sldMk cId="1882861332" sldId="292"/>
            <ac:spMk id="29" creationId="{8432BC4C-2E9A-4EDD-0E16-A82D833CF633}"/>
          </ac:spMkLst>
        </pc:spChg>
        <pc:spChg chg="add mod">
          <ac:chgData name="Lucie Fontaine" userId="2c6b0298-177f-4237-a83e-8637e19304d5" providerId="ADAL" clId="{38FDF7CA-A37A-44C1-A812-A8007AC22127}" dt="2026-04-21T15:00:01.551" v="14325" actId="1076"/>
          <ac:spMkLst>
            <pc:docMk/>
            <pc:sldMk cId="1882861332" sldId="292"/>
            <ac:spMk id="30" creationId="{7F372C42-BF7B-0DDD-EF70-F54FB0C19F3D}"/>
          </ac:spMkLst>
        </pc:spChg>
        <pc:spChg chg="add mod">
          <ac:chgData name="Lucie Fontaine" userId="2c6b0298-177f-4237-a83e-8637e19304d5" providerId="ADAL" clId="{38FDF7CA-A37A-44C1-A812-A8007AC22127}" dt="2026-04-21T15:00:01.551" v="14325" actId="1076"/>
          <ac:spMkLst>
            <pc:docMk/>
            <pc:sldMk cId="1882861332" sldId="292"/>
            <ac:spMk id="32" creationId="{9940D1FA-66B6-8F57-CCF2-73DBD41701D9}"/>
          </ac:spMkLst>
        </pc:spChg>
        <pc:spChg chg="add mod">
          <ac:chgData name="Lucie Fontaine" userId="2c6b0298-177f-4237-a83e-8637e19304d5" providerId="ADAL" clId="{38FDF7CA-A37A-44C1-A812-A8007AC22127}" dt="2026-04-21T15:00:01.551" v="14325" actId="1076"/>
          <ac:spMkLst>
            <pc:docMk/>
            <pc:sldMk cId="1882861332" sldId="292"/>
            <ac:spMk id="33" creationId="{21EB9C4B-2422-3E16-54E0-9660CE2EF1EC}"/>
          </ac:spMkLst>
        </pc:spChg>
        <pc:spChg chg="add mod">
          <ac:chgData name="Lucie Fontaine" userId="2c6b0298-177f-4237-a83e-8637e19304d5" providerId="ADAL" clId="{38FDF7CA-A37A-44C1-A812-A8007AC22127}" dt="2026-04-21T15:00:01.551" v="14325" actId="1076"/>
          <ac:spMkLst>
            <pc:docMk/>
            <pc:sldMk cId="1882861332" sldId="292"/>
            <ac:spMk id="34" creationId="{02F084CD-0065-6699-B550-CAD879CEEE0B}"/>
          </ac:spMkLst>
        </pc:spChg>
        <pc:spChg chg="add mod">
          <ac:chgData name="Lucie Fontaine" userId="2c6b0298-177f-4237-a83e-8637e19304d5" providerId="ADAL" clId="{38FDF7CA-A37A-44C1-A812-A8007AC22127}" dt="2026-04-21T15:00:01.551" v="14325" actId="1076"/>
          <ac:spMkLst>
            <pc:docMk/>
            <pc:sldMk cId="1882861332" sldId="292"/>
            <ac:spMk id="35" creationId="{31993227-AF08-235A-3D91-DFD0A7E60A3F}"/>
          </ac:spMkLst>
        </pc:spChg>
        <pc:spChg chg="add mod">
          <ac:chgData name="Lucie Fontaine" userId="2c6b0298-177f-4237-a83e-8637e19304d5" providerId="ADAL" clId="{38FDF7CA-A37A-44C1-A812-A8007AC22127}" dt="2026-04-21T15:00:01.551" v="14325" actId="1076"/>
          <ac:spMkLst>
            <pc:docMk/>
            <pc:sldMk cId="1882861332" sldId="292"/>
            <ac:spMk id="36" creationId="{090A7D51-41F4-C4B2-2747-197C458CA8AF}"/>
          </ac:spMkLst>
        </pc:spChg>
        <pc:spChg chg="add mod">
          <ac:chgData name="Lucie Fontaine" userId="2c6b0298-177f-4237-a83e-8637e19304d5" providerId="ADAL" clId="{38FDF7CA-A37A-44C1-A812-A8007AC22127}" dt="2026-04-22T14:39:20.258" v="17477" actId="1076"/>
          <ac:spMkLst>
            <pc:docMk/>
            <pc:sldMk cId="1882861332" sldId="292"/>
            <ac:spMk id="38" creationId="{FA96511C-3F1D-533B-858F-06A65F156AB2}"/>
          </ac:spMkLst>
        </pc:spChg>
        <pc:spChg chg="add mod">
          <ac:chgData name="Lucie Fontaine" userId="2c6b0298-177f-4237-a83e-8637e19304d5" providerId="ADAL" clId="{38FDF7CA-A37A-44C1-A812-A8007AC22127}" dt="2026-04-22T14:57:52.082" v="17550" actId="1076"/>
          <ac:spMkLst>
            <pc:docMk/>
            <pc:sldMk cId="1882861332" sldId="292"/>
            <ac:spMk id="39" creationId="{F8AB3AB6-CBFC-9DB9-8E18-43D9E293CC0A}"/>
          </ac:spMkLst>
        </pc:spChg>
        <pc:spChg chg="add mod">
          <ac:chgData name="Lucie Fontaine" userId="2c6b0298-177f-4237-a83e-8637e19304d5" providerId="ADAL" clId="{38FDF7CA-A37A-44C1-A812-A8007AC22127}" dt="2026-04-22T14:41:31.676" v="17494" actId="1076"/>
          <ac:spMkLst>
            <pc:docMk/>
            <pc:sldMk cId="1882861332" sldId="292"/>
            <ac:spMk id="41" creationId="{03EB0F85-20F9-FD48-C78A-6FDA4C7366A9}"/>
          </ac:spMkLst>
        </pc:spChg>
        <pc:spChg chg="add mod">
          <ac:chgData name="Lucie Fontaine" userId="2c6b0298-177f-4237-a83e-8637e19304d5" providerId="ADAL" clId="{38FDF7CA-A37A-44C1-A812-A8007AC22127}" dt="2026-04-22T14:41:39.020" v="17496" actId="1076"/>
          <ac:spMkLst>
            <pc:docMk/>
            <pc:sldMk cId="1882861332" sldId="292"/>
            <ac:spMk id="42" creationId="{72361DD9-8AB0-CFFD-9376-2347B68AA88E}"/>
          </ac:spMkLst>
        </pc:spChg>
        <pc:spChg chg="add mod">
          <ac:chgData name="Lucie Fontaine" userId="2c6b0298-177f-4237-a83e-8637e19304d5" providerId="ADAL" clId="{38FDF7CA-A37A-44C1-A812-A8007AC22127}" dt="2026-04-22T14:41:44.456" v="17498" actId="1076"/>
          <ac:spMkLst>
            <pc:docMk/>
            <pc:sldMk cId="1882861332" sldId="292"/>
            <ac:spMk id="43" creationId="{8AD56854-BE48-BCF7-3D88-7545FC88A19D}"/>
          </ac:spMkLst>
        </pc:spChg>
        <pc:spChg chg="add mod">
          <ac:chgData name="Lucie Fontaine" userId="2c6b0298-177f-4237-a83e-8637e19304d5" providerId="ADAL" clId="{38FDF7CA-A37A-44C1-A812-A8007AC22127}" dt="2026-04-22T14:41:52.460" v="17500" actId="1076"/>
          <ac:spMkLst>
            <pc:docMk/>
            <pc:sldMk cId="1882861332" sldId="292"/>
            <ac:spMk id="44" creationId="{879FA111-094B-E405-AC75-76F88D4EE8E1}"/>
          </ac:spMkLst>
        </pc:spChg>
        <pc:spChg chg="add mod">
          <ac:chgData name="Lucie Fontaine" userId="2c6b0298-177f-4237-a83e-8637e19304d5" providerId="ADAL" clId="{38FDF7CA-A37A-44C1-A812-A8007AC22127}" dt="2026-04-22T14:39:23.412" v="17478" actId="1076"/>
          <ac:spMkLst>
            <pc:docMk/>
            <pc:sldMk cId="1882861332" sldId="292"/>
            <ac:spMk id="45" creationId="{A3515EFB-839A-C59C-6392-4529056584E8}"/>
          </ac:spMkLst>
        </pc:spChg>
        <pc:spChg chg="add mod">
          <ac:chgData name="Lucie Fontaine" userId="2c6b0298-177f-4237-a83e-8637e19304d5" providerId="ADAL" clId="{38FDF7CA-A37A-44C1-A812-A8007AC22127}" dt="2026-04-22T14:57:47.460" v="17549" actId="1076"/>
          <ac:spMkLst>
            <pc:docMk/>
            <pc:sldMk cId="1882861332" sldId="292"/>
            <ac:spMk id="62" creationId="{E42C0A57-3B97-E00F-4DAE-B300BB610D67}"/>
          </ac:spMkLst>
        </pc:spChg>
        <pc:spChg chg="add mod">
          <ac:chgData name="Lucie Fontaine" userId="2c6b0298-177f-4237-a83e-8637e19304d5" providerId="ADAL" clId="{38FDF7CA-A37A-44C1-A812-A8007AC22127}" dt="2026-04-22T14:58:04.954" v="17551" actId="1076"/>
          <ac:spMkLst>
            <pc:docMk/>
            <pc:sldMk cId="1882861332" sldId="292"/>
            <ac:spMk id="67" creationId="{74928327-DCBE-A275-88EF-3847D9FE5B73}"/>
          </ac:spMkLst>
        </pc:spChg>
        <pc:spChg chg="add mod">
          <ac:chgData name="Lucie Fontaine" userId="2c6b0298-177f-4237-a83e-8637e19304d5" providerId="ADAL" clId="{38FDF7CA-A37A-44C1-A812-A8007AC22127}" dt="2026-04-22T14:43:52.079" v="17527" actId="1076"/>
          <ac:spMkLst>
            <pc:docMk/>
            <pc:sldMk cId="1882861332" sldId="292"/>
            <ac:spMk id="68" creationId="{316B07A1-D0CE-F463-1201-BCE2E2B26ED9}"/>
          </ac:spMkLst>
        </pc:spChg>
        <pc:spChg chg="del">
          <ac:chgData name="Lucie Fontaine" userId="2c6b0298-177f-4237-a83e-8637e19304d5" providerId="ADAL" clId="{38FDF7CA-A37A-44C1-A812-A8007AC22127}" dt="2026-04-16T08:20:16.840" v="7137" actId="478"/>
          <ac:spMkLst>
            <pc:docMk/>
            <pc:sldMk cId="1882861332" sldId="292"/>
            <ac:spMk id="91" creationId="{4DE208E7-0098-F3B7-8B8D-48EC67DCF407}"/>
          </ac:spMkLst>
        </pc:spChg>
        <pc:spChg chg="del">
          <ac:chgData name="Lucie Fontaine" userId="2c6b0298-177f-4237-a83e-8637e19304d5" providerId="ADAL" clId="{38FDF7CA-A37A-44C1-A812-A8007AC22127}" dt="2026-04-16T08:20:16.840" v="7137" actId="478"/>
          <ac:spMkLst>
            <pc:docMk/>
            <pc:sldMk cId="1882861332" sldId="292"/>
            <ac:spMk id="93" creationId="{117DD928-DF82-970C-60C4-3B5E56DCDA2E}"/>
          </ac:spMkLst>
        </pc:spChg>
        <pc:grpChg chg="add mod">
          <ac:chgData name="Lucie Fontaine" userId="2c6b0298-177f-4237-a83e-8637e19304d5" providerId="ADAL" clId="{38FDF7CA-A37A-44C1-A812-A8007AC22127}" dt="2026-04-17T09:16:11.350" v="10662" actId="164"/>
          <ac:grpSpMkLst>
            <pc:docMk/>
            <pc:sldMk cId="1882861332" sldId="292"/>
            <ac:grpSpMk id="14" creationId="{3CCF3462-8E08-FD8D-E115-AC53B5C249C8}"/>
          </ac:grpSpMkLst>
        </pc:grpChg>
        <pc:grpChg chg="add mod">
          <ac:chgData name="Lucie Fontaine" userId="2c6b0298-177f-4237-a83e-8637e19304d5" providerId="ADAL" clId="{38FDF7CA-A37A-44C1-A812-A8007AC22127}" dt="2026-04-17T09:16:11.350" v="10662" actId="164"/>
          <ac:grpSpMkLst>
            <pc:docMk/>
            <pc:sldMk cId="1882861332" sldId="292"/>
            <ac:grpSpMk id="15" creationId="{634E3E86-58BB-2014-50DE-BCE910802E62}"/>
          </ac:grpSpMkLst>
        </pc:grpChg>
        <pc:grpChg chg="add del mod">
          <ac:chgData name="Lucie Fontaine" userId="2c6b0298-177f-4237-a83e-8637e19304d5" providerId="ADAL" clId="{38FDF7CA-A37A-44C1-A812-A8007AC22127}" dt="2026-04-17T09:25:23.990" v="10720" actId="165"/>
          <ac:grpSpMkLst>
            <pc:docMk/>
            <pc:sldMk cId="1882861332" sldId="292"/>
            <ac:grpSpMk id="18" creationId="{72B3F494-A9BE-42E6-455E-E8D9694D71E4}"/>
          </ac:grpSpMkLst>
        </pc:grpChg>
        <pc:grpChg chg="add del mod">
          <ac:chgData name="Lucie Fontaine" userId="2c6b0298-177f-4237-a83e-8637e19304d5" providerId="ADAL" clId="{38FDF7CA-A37A-44C1-A812-A8007AC22127}" dt="2026-04-21T14:59:56.164" v="14322" actId="478"/>
          <ac:grpSpMkLst>
            <pc:docMk/>
            <pc:sldMk cId="1882861332" sldId="292"/>
            <ac:grpSpMk id="18" creationId="{DD16494D-8E79-D2FC-DBEA-B38E5DC8FD1E}"/>
          </ac:grpSpMkLst>
        </pc:grpChg>
        <pc:grpChg chg="add del mod">
          <ac:chgData name="Lucie Fontaine" userId="2c6b0298-177f-4237-a83e-8637e19304d5" providerId="ADAL" clId="{38FDF7CA-A37A-44C1-A812-A8007AC22127}" dt="2026-04-21T08:11:11.099" v="12981" actId="478"/>
          <ac:grpSpMkLst>
            <pc:docMk/>
            <pc:sldMk cId="1882861332" sldId="292"/>
            <ac:grpSpMk id="23" creationId="{B8B33F69-C7B5-6911-A554-7C33A23CE183}"/>
          </ac:grpSpMkLst>
        </pc:grpChg>
        <pc:grpChg chg="mod">
          <ac:chgData name="Lucie Fontaine" userId="2c6b0298-177f-4237-a83e-8637e19304d5" providerId="ADAL" clId="{38FDF7CA-A37A-44C1-A812-A8007AC22127}" dt="2026-04-17T09:16:07.041" v="10661" actId="164"/>
          <ac:grpSpMkLst>
            <pc:docMk/>
            <pc:sldMk cId="1882861332" sldId="292"/>
            <ac:grpSpMk id="69" creationId="{8815DBDD-5AA7-06EB-75CC-5260C6ED5706}"/>
          </ac:grpSpMkLst>
        </pc:grpChg>
        <pc:grpChg chg="del">
          <ac:chgData name="Lucie Fontaine" userId="2c6b0298-177f-4237-a83e-8637e19304d5" providerId="ADAL" clId="{38FDF7CA-A37A-44C1-A812-A8007AC22127}" dt="2026-04-21T14:56:17.697" v="14236" actId="478"/>
          <ac:grpSpMkLst>
            <pc:docMk/>
            <pc:sldMk cId="1882861332" sldId="292"/>
            <ac:grpSpMk id="70" creationId="{02BA23B9-ACE3-BB29-6760-149BF39747EB}"/>
          </ac:grpSpMkLst>
        </pc:grpChg>
        <pc:picChg chg="add del mod">
          <ac:chgData name="Lucie Fontaine" userId="2c6b0298-177f-4237-a83e-8637e19304d5" providerId="ADAL" clId="{38FDF7CA-A37A-44C1-A812-A8007AC22127}" dt="2026-04-17T09:13:13.957" v="10652" actId="478"/>
          <ac:picMkLst>
            <pc:docMk/>
            <pc:sldMk cId="1882861332" sldId="292"/>
            <ac:picMk id="12" creationId="{80E782E7-7519-295B-2607-1CD2E36D5924}"/>
          </ac:picMkLst>
        </pc:picChg>
        <pc:picChg chg="add del mod">
          <ac:chgData name="Lucie Fontaine" userId="2c6b0298-177f-4237-a83e-8637e19304d5" providerId="ADAL" clId="{38FDF7CA-A37A-44C1-A812-A8007AC22127}" dt="2026-04-17T09:13:13.957" v="10652" actId="478"/>
          <ac:picMkLst>
            <pc:docMk/>
            <pc:sldMk cId="1882861332" sldId="292"/>
            <ac:picMk id="13" creationId="{C834A65E-1CD7-DC68-A029-860B30B718C7}"/>
          </ac:picMkLst>
        </pc:picChg>
        <pc:picChg chg="add del mod topLvl">
          <ac:chgData name="Lucie Fontaine" userId="2c6b0298-177f-4237-a83e-8637e19304d5" providerId="ADAL" clId="{38FDF7CA-A37A-44C1-A812-A8007AC22127}" dt="2026-04-17T09:35:58.790" v="10727" actId="478"/>
          <ac:picMkLst>
            <pc:docMk/>
            <pc:sldMk cId="1882861332" sldId="292"/>
            <ac:picMk id="16" creationId="{4E52082B-149E-44A1-0917-70D55024C3BA}"/>
          </ac:picMkLst>
        </pc:picChg>
        <pc:picChg chg="add mod">
          <ac:chgData name="Lucie Fontaine" userId="2c6b0298-177f-4237-a83e-8637e19304d5" providerId="ADAL" clId="{38FDF7CA-A37A-44C1-A812-A8007AC22127}" dt="2026-04-17T09:36:55.184" v="10758" actId="164"/>
          <ac:picMkLst>
            <pc:docMk/>
            <pc:sldMk cId="1882861332" sldId="292"/>
            <ac:picMk id="19" creationId="{C016A8CD-9308-31FD-0317-1A29A171B494}"/>
          </ac:picMkLst>
        </pc:picChg>
        <pc:picChg chg="mod">
          <ac:chgData name="Lucie Fontaine" userId="2c6b0298-177f-4237-a83e-8637e19304d5" providerId="ADAL" clId="{38FDF7CA-A37A-44C1-A812-A8007AC22127}" dt="2026-04-21T14:59:14.661" v="14320"/>
          <ac:picMkLst>
            <pc:docMk/>
            <pc:sldMk cId="1882861332" sldId="292"/>
            <ac:picMk id="24" creationId="{8EB00B0A-CDFA-EFEF-5CBB-E80BCB269BA5}"/>
          </ac:picMkLst>
        </pc:picChg>
        <pc:picChg chg="add mod">
          <ac:chgData name="Lucie Fontaine" userId="2c6b0298-177f-4237-a83e-8637e19304d5" providerId="ADAL" clId="{38FDF7CA-A37A-44C1-A812-A8007AC22127}" dt="2026-04-21T15:00:01.551" v="14325" actId="1076"/>
          <ac:picMkLst>
            <pc:docMk/>
            <pc:sldMk cId="1882861332" sldId="292"/>
            <ac:picMk id="28" creationId="{2EBD7BF6-08EA-92D3-A4B8-72E3DB7CDABD}"/>
          </ac:picMkLst>
        </pc:picChg>
        <pc:picChg chg="add mod">
          <ac:chgData name="Lucie Fontaine" userId="2c6b0298-177f-4237-a83e-8637e19304d5" providerId="ADAL" clId="{38FDF7CA-A37A-44C1-A812-A8007AC22127}" dt="2026-04-21T15:00:01.551" v="14325" actId="1076"/>
          <ac:picMkLst>
            <pc:docMk/>
            <pc:sldMk cId="1882861332" sldId="292"/>
            <ac:picMk id="31" creationId="{6D50E013-EDA3-03CB-D46E-EACC6993F24A}"/>
          </ac:picMkLst>
        </pc:picChg>
        <pc:picChg chg="add mod">
          <ac:chgData name="Lucie Fontaine" userId="2c6b0298-177f-4237-a83e-8637e19304d5" providerId="ADAL" clId="{38FDF7CA-A37A-44C1-A812-A8007AC22127}" dt="2026-04-22T14:39:17.255" v="17476" actId="1076"/>
          <ac:picMkLst>
            <pc:docMk/>
            <pc:sldMk cId="1882861332" sldId="292"/>
            <ac:picMk id="37" creationId="{B5965F33-EC33-8B94-DB4C-1A34565DF414}"/>
          </ac:picMkLst>
        </pc:picChg>
        <pc:picChg chg="add mod">
          <ac:chgData name="Lucie Fontaine" userId="2c6b0298-177f-4237-a83e-8637e19304d5" providerId="ADAL" clId="{38FDF7CA-A37A-44C1-A812-A8007AC22127}" dt="2026-04-22T14:57:34.314" v="17546" actId="1076"/>
          <ac:picMkLst>
            <pc:docMk/>
            <pc:sldMk cId="1882861332" sldId="292"/>
            <ac:picMk id="40" creationId="{3B50789A-8C1F-AF4A-1CAF-5D1636279955}"/>
          </ac:picMkLst>
        </pc:picChg>
        <pc:cxnChg chg="mod">
          <ac:chgData name="Lucie Fontaine" userId="2c6b0298-177f-4237-a83e-8637e19304d5" providerId="ADAL" clId="{38FDF7CA-A37A-44C1-A812-A8007AC22127}" dt="2026-04-17T09:16:07.041" v="10661" actId="164"/>
          <ac:cxnSpMkLst>
            <pc:docMk/>
            <pc:sldMk cId="1882861332" sldId="292"/>
            <ac:cxnSpMk id="7" creationId="{9BD5FCFE-F4FE-005E-1FAE-EF513B2EC289}"/>
          </ac:cxnSpMkLst>
        </pc:cxnChg>
        <pc:cxnChg chg="mod">
          <ac:chgData name="Lucie Fontaine" userId="2c6b0298-177f-4237-a83e-8637e19304d5" providerId="ADAL" clId="{38FDF7CA-A37A-44C1-A812-A8007AC22127}" dt="2026-04-17T09:16:07.041" v="10661" actId="164"/>
          <ac:cxnSpMkLst>
            <pc:docMk/>
            <pc:sldMk cId="1882861332" sldId="292"/>
            <ac:cxnSpMk id="9" creationId="{2D107BE1-8721-318E-E387-5CCE3CC7CED5}"/>
          </ac:cxnSpMkLst>
        </pc:cxnChg>
        <pc:cxnChg chg="mod">
          <ac:chgData name="Lucie Fontaine" userId="2c6b0298-177f-4237-a83e-8637e19304d5" providerId="ADAL" clId="{38FDF7CA-A37A-44C1-A812-A8007AC22127}" dt="2026-04-17T09:16:07.041" v="10661" actId="164"/>
          <ac:cxnSpMkLst>
            <pc:docMk/>
            <pc:sldMk cId="1882861332" sldId="292"/>
            <ac:cxnSpMk id="11" creationId="{86E34551-36A8-C0F3-22AE-D6702DD536F9}"/>
          </ac:cxnSpMkLst>
        </pc:cxnChg>
        <pc:cxnChg chg="add mod">
          <ac:chgData name="Lucie Fontaine" userId="2c6b0298-177f-4237-a83e-8637e19304d5" providerId="ADAL" clId="{38FDF7CA-A37A-44C1-A812-A8007AC22127}" dt="2026-04-21T14:56:12.327" v="14235"/>
          <ac:cxnSpMkLst>
            <pc:docMk/>
            <pc:sldMk cId="1882861332" sldId="292"/>
            <ac:cxnSpMk id="13" creationId="{7C990497-781C-9562-09B7-D65005307B32}"/>
          </ac:cxnSpMkLst>
        </pc:cxnChg>
        <pc:cxnChg chg="add mod">
          <ac:chgData name="Lucie Fontaine" userId="2c6b0298-177f-4237-a83e-8637e19304d5" providerId="ADAL" clId="{38FDF7CA-A37A-44C1-A812-A8007AC22127}" dt="2026-04-21T14:56:25.800" v="14237"/>
          <ac:cxnSpMkLst>
            <pc:docMk/>
            <pc:sldMk cId="1882861332" sldId="292"/>
            <ac:cxnSpMk id="16" creationId="{18078DE4-C569-7588-3759-006B24642568}"/>
          </ac:cxnSpMkLst>
        </pc:cxnChg>
        <pc:cxnChg chg="add mod">
          <ac:chgData name="Lucie Fontaine" userId="2c6b0298-177f-4237-a83e-8637e19304d5" providerId="ADAL" clId="{38FDF7CA-A37A-44C1-A812-A8007AC22127}" dt="2026-04-21T14:56:25.800" v="14237"/>
          <ac:cxnSpMkLst>
            <pc:docMk/>
            <pc:sldMk cId="1882861332" sldId="292"/>
            <ac:cxnSpMk id="17" creationId="{308F39DA-AAD0-168C-A95A-AEF8204B4357}"/>
          </ac:cxnSpMkLst>
        </pc:cxnChg>
        <pc:cxnChg chg="add mod">
          <ac:chgData name="Lucie Fontaine" userId="2c6b0298-177f-4237-a83e-8637e19304d5" providerId="ADAL" clId="{38FDF7CA-A37A-44C1-A812-A8007AC22127}" dt="2026-04-22T14:42:15.388" v="17502" actId="208"/>
          <ac:cxnSpMkLst>
            <pc:docMk/>
            <pc:sldMk cId="1882861332" sldId="292"/>
            <ac:cxnSpMk id="21" creationId="{92859E41-DC6F-DF1D-742C-A89B203B9F9F}"/>
          </ac:cxnSpMkLst>
        </pc:cxnChg>
        <pc:cxnChg chg="add mod">
          <ac:chgData name="Lucie Fontaine" userId="2c6b0298-177f-4237-a83e-8637e19304d5" providerId="ADAL" clId="{38FDF7CA-A37A-44C1-A812-A8007AC22127}" dt="2026-04-22T14:42:15.388" v="17502" actId="208"/>
          <ac:cxnSpMkLst>
            <pc:docMk/>
            <pc:sldMk cId="1882861332" sldId="292"/>
            <ac:cxnSpMk id="23" creationId="{2106AF1D-2D97-DFA6-CF3F-060038F02147}"/>
          </ac:cxnSpMkLst>
        </pc:cxnChg>
        <pc:cxnChg chg="add mod">
          <ac:chgData name="Lucie Fontaine" userId="2c6b0298-177f-4237-a83e-8637e19304d5" providerId="ADAL" clId="{38FDF7CA-A37A-44C1-A812-A8007AC22127}" dt="2026-04-22T14:42:15.388" v="17502" actId="208"/>
          <ac:cxnSpMkLst>
            <pc:docMk/>
            <pc:sldMk cId="1882861332" sldId="292"/>
            <ac:cxnSpMk id="25" creationId="{D86270E5-89D4-9B85-A262-87BF51837A8D}"/>
          </ac:cxnSpMkLst>
        </pc:cxnChg>
        <pc:cxnChg chg="add mod">
          <ac:chgData name="Lucie Fontaine" userId="2c6b0298-177f-4237-a83e-8637e19304d5" providerId="ADAL" clId="{38FDF7CA-A37A-44C1-A812-A8007AC22127}" dt="2026-04-22T14:42:15.388" v="17502" actId="208"/>
          <ac:cxnSpMkLst>
            <pc:docMk/>
            <pc:sldMk cId="1882861332" sldId="292"/>
            <ac:cxnSpMk id="27" creationId="{758375D2-D148-81C1-2B0F-89ED55CB6A12}"/>
          </ac:cxnSpMkLst>
        </pc:cxnChg>
        <pc:cxnChg chg="add mod">
          <ac:chgData name="Lucie Fontaine" userId="2c6b0298-177f-4237-a83e-8637e19304d5" providerId="ADAL" clId="{38FDF7CA-A37A-44C1-A812-A8007AC22127}" dt="2026-04-22T14:56:23.027" v="17531" actId="14100"/>
          <ac:cxnSpMkLst>
            <pc:docMk/>
            <pc:sldMk cId="1882861332" sldId="292"/>
            <ac:cxnSpMk id="29" creationId="{0C436589-8EBA-7B3F-B39F-911DAD70A354}"/>
          </ac:cxnSpMkLst>
        </pc:cxnChg>
        <pc:cxnChg chg="add mod">
          <ac:chgData name="Lucie Fontaine" userId="2c6b0298-177f-4237-a83e-8637e19304d5" providerId="ADAL" clId="{38FDF7CA-A37A-44C1-A812-A8007AC22127}" dt="2026-04-22T14:57:02.766" v="17539" actId="14100"/>
          <ac:cxnSpMkLst>
            <pc:docMk/>
            <pc:sldMk cId="1882861332" sldId="292"/>
            <ac:cxnSpMk id="31" creationId="{AEF1D232-7E14-8A89-F971-4131D53A2E3B}"/>
          </ac:cxnSpMkLst>
        </pc:cxnChg>
        <pc:cxnChg chg="add mod">
          <ac:chgData name="Lucie Fontaine" userId="2c6b0298-177f-4237-a83e-8637e19304d5" providerId="ADAL" clId="{38FDF7CA-A37A-44C1-A812-A8007AC22127}" dt="2026-04-22T14:57:19.909" v="17542" actId="14100"/>
          <ac:cxnSpMkLst>
            <pc:docMk/>
            <pc:sldMk cId="1882861332" sldId="292"/>
            <ac:cxnSpMk id="33" creationId="{1A4D0442-D4FE-BB5B-FA93-14AF282DE42E}"/>
          </ac:cxnSpMkLst>
        </pc:cxnChg>
        <pc:cxnChg chg="add mod">
          <ac:chgData name="Lucie Fontaine" userId="2c6b0298-177f-4237-a83e-8637e19304d5" providerId="ADAL" clId="{38FDF7CA-A37A-44C1-A812-A8007AC22127}" dt="2026-04-22T14:56:32.070" v="17534" actId="14100"/>
          <ac:cxnSpMkLst>
            <pc:docMk/>
            <pc:sldMk cId="1882861332" sldId="292"/>
            <ac:cxnSpMk id="35" creationId="{4DB7A52A-33CF-CD88-F252-A96CEEDC80EA}"/>
          </ac:cxnSpMkLst>
        </pc:cxnChg>
        <pc:cxnChg chg="add mod">
          <ac:chgData name="Lucie Fontaine" userId="2c6b0298-177f-4237-a83e-8637e19304d5" providerId="ADAL" clId="{38FDF7CA-A37A-44C1-A812-A8007AC22127}" dt="2026-04-22T14:57:26.979" v="17543" actId="14100"/>
          <ac:cxnSpMkLst>
            <pc:docMk/>
            <pc:sldMk cId="1882861332" sldId="292"/>
            <ac:cxnSpMk id="46" creationId="{77033882-D65E-4DD3-8901-38C627CBF3F0}"/>
          </ac:cxnSpMkLst>
        </pc:cxnChg>
        <pc:cxnChg chg="add del mod">
          <ac:chgData name="Lucie Fontaine" userId="2c6b0298-177f-4237-a83e-8637e19304d5" providerId="ADAL" clId="{38FDF7CA-A37A-44C1-A812-A8007AC22127}" dt="2026-04-22T14:38:35.814" v="17466" actId="478"/>
          <ac:cxnSpMkLst>
            <pc:docMk/>
            <pc:sldMk cId="1882861332" sldId="292"/>
            <ac:cxnSpMk id="47" creationId="{E8336C96-B413-FBBB-28E4-81BB7B93D126}"/>
          </ac:cxnSpMkLst>
        </pc:cxnChg>
        <pc:cxnChg chg="add del mod">
          <ac:chgData name="Lucie Fontaine" userId="2c6b0298-177f-4237-a83e-8637e19304d5" providerId="ADAL" clId="{38FDF7CA-A37A-44C1-A812-A8007AC22127}" dt="2026-04-22T14:38:36.881" v="17467" actId="478"/>
          <ac:cxnSpMkLst>
            <pc:docMk/>
            <pc:sldMk cId="1882861332" sldId="292"/>
            <ac:cxnSpMk id="48" creationId="{DF42212E-5CEB-D4ED-ADA8-E8C4B79A475D}"/>
          </ac:cxnSpMkLst>
        </pc:cxnChg>
        <pc:cxnChg chg="add mod">
          <ac:chgData name="Lucie Fontaine" userId="2c6b0298-177f-4237-a83e-8637e19304d5" providerId="ADAL" clId="{38FDF7CA-A37A-44C1-A812-A8007AC22127}" dt="2026-04-22T14:57:31.283" v="17544" actId="14100"/>
          <ac:cxnSpMkLst>
            <pc:docMk/>
            <pc:sldMk cId="1882861332" sldId="292"/>
            <ac:cxnSpMk id="50" creationId="{46BD2CA6-32E3-5217-9370-1A99B83C84B1}"/>
          </ac:cxnSpMkLst>
        </pc:cxnChg>
        <pc:cxnChg chg="add del mod">
          <ac:chgData name="Lucie Fontaine" userId="2c6b0298-177f-4237-a83e-8637e19304d5" providerId="ADAL" clId="{38FDF7CA-A37A-44C1-A812-A8007AC22127}" dt="2026-04-22T14:38:37.781" v="17468" actId="478"/>
          <ac:cxnSpMkLst>
            <pc:docMk/>
            <pc:sldMk cId="1882861332" sldId="292"/>
            <ac:cxnSpMk id="52" creationId="{A9DD3E63-3AD2-450E-D42D-8828C97C1BFA}"/>
          </ac:cxnSpMkLst>
        </pc:cxnChg>
        <pc:cxnChg chg="add mod">
          <ac:chgData name="Lucie Fontaine" userId="2c6b0298-177f-4237-a83e-8637e19304d5" providerId="ADAL" clId="{38FDF7CA-A37A-44C1-A812-A8007AC22127}" dt="2026-04-22T14:57:38.822" v="17547" actId="14100"/>
          <ac:cxnSpMkLst>
            <pc:docMk/>
            <pc:sldMk cId="1882861332" sldId="292"/>
            <ac:cxnSpMk id="53" creationId="{2135648F-6E58-1782-40F8-29E6E16DD981}"/>
          </ac:cxnSpMkLst>
        </pc:cxnChg>
        <pc:cxnChg chg="add mod">
          <ac:chgData name="Lucie Fontaine" userId="2c6b0298-177f-4237-a83e-8637e19304d5" providerId="ADAL" clId="{38FDF7CA-A37A-44C1-A812-A8007AC22127}" dt="2026-04-22T14:57:42.050" v="17548" actId="14100"/>
          <ac:cxnSpMkLst>
            <pc:docMk/>
            <pc:sldMk cId="1882861332" sldId="292"/>
            <ac:cxnSpMk id="55" creationId="{E39D140B-2266-908D-1FD2-9839DDB24205}"/>
          </ac:cxnSpMkLst>
        </pc:cxnChg>
        <pc:cxnChg chg="add del mod">
          <ac:chgData name="Lucie Fontaine" userId="2c6b0298-177f-4237-a83e-8637e19304d5" providerId="ADAL" clId="{38FDF7CA-A37A-44C1-A812-A8007AC22127}" dt="2026-04-22T14:38:38.383" v="17469" actId="478"/>
          <ac:cxnSpMkLst>
            <pc:docMk/>
            <pc:sldMk cId="1882861332" sldId="292"/>
            <ac:cxnSpMk id="56" creationId="{55FAF9BA-2704-7DF5-8B2B-BC77E48D96C1}"/>
          </ac:cxnSpMkLst>
        </pc:cxnChg>
        <pc:cxnChg chg="add del mod">
          <ac:chgData name="Lucie Fontaine" userId="2c6b0298-177f-4237-a83e-8637e19304d5" providerId="ADAL" clId="{38FDF7CA-A37A-44C1-A812-A8007AC22127}" dt="2026-04-21T15:02:10.149" v="14348" actId="478"/>
          <ac:cxnSpMkLst>
            <pc:docMk/>
            <pc:sldMk cId="1882861332" sldId="292"/>
            <ac:cxnSpMk id="59" creationId="{B3D0D04D-8042-304D-18B2-43F8B24E266B}"/>
          </ac:cxnSpMkLst>
        </pc:cxnChg>
        <pc:cxnChg chg="add del mod">
          <ac:chgData name="Lucie Fontaine" userId="2c6b0298-177f-4237-a83e-8637e19304d5" providerId="ADAL" clId="{38FDF7CA-A37A-44C1-A812-A8007AC22127}" dt="2026-04-22T14:38:34.931" v="17465" actId="478"/>
          <ac:cxnSpMkLst>
            <pc:docMk/>
            <pc:sldMk cId="1882861332" sldId="292"/>
            <ac:cxnSpMk id="63" creationId="{6B1FED14-31C7-E70E-89EC-5FC2ACAE37E1}"/>
          </ac:cxnSpMkLst>
        </pc:cxnChg>
        <pc:cxnChg chg="add del mod">
          <ac:chgData name="Lucie Fontaine" userId="2c6b0298-177f-4237-a83e-8637e19304d5" providerId="ADAL" clId="{38FDF7CA-A37A-44C1-A812-A8007AC22127}" dt="2026-04-22T14:38:32.181" v="17462" actId="478"/>
          <ac:cxnSpMkLst>
            <pc:docMk/>
            <pc:sldMk cId="1882861332" sldId="292"/>
            <ac:cxnSpMk id="64" creationId="{EA9861F3-2410-4517-77AE-BC712DEF7D0C}"/>
          </ac:cxnSpMkLst>
        </pc:cxnChg>
        <pc:cxnChg chg="add del mod">
          <ac:chgData name="Lucie Fontaine" userId="2c6b0298-177f-4237-a83e-8637e19304d5" providerId="ADAL" clId="{38FDF7CA-A37A-44C1-A812-A8007AC22127}" dt="2026-04-22T14:38:33.002" v="17463" actId="478"/>
          <ac:cxnSpMkLst>
            <pc:docMk/>
            <pc:sldMk cId="1882861332" sldId="292"/>
            <ac:cxnSpMk id="65" creationId="{17F6B35A-ECDD-FD17-B978-6343BEED317B}"/>
          </ac:cxnSpMkLst>
        </pc:cxnChg>
        <pc:cxnChg chg="add del mod">
          <ac:chgData name="Lucie Fontaine" userId="2c6b0298-177f-4237-a83e-8637e19304d5" providerId="ADAL" clId="{38FDF7CA-A37A-44C1-A812-A8007AC22127}" dt="2026-04-22T14:38:33.818" v="17464" actId="478"/>
          <ac:cxnSpMkLst>
            <pc:docMk/>
            <pc:sldMk cId="1882861332" sldId="292"/>
            <ac:cxnSpMk id="66" creationId="{62178011-2BF8-1BFD-FCF1-5D27C7B55AC5}"/>
          </ac:cxnSpMkLst>
        </pc:cxnChg>
        <pc:cxnChg chg="mod">
          <ac:chgData name="Lucie Fontaine" userId="2c6b0298-177f-4237-a83e-8637e19304d5" providerId="ADAL" clId="{38FDF7CA-A37A-44C1-A812-A8007AC22127}" dt="2026-04-21T12:57:08.783" v="13924" actId="1582"/>
          <ac:cxnSpMkLst>
            <pc:docMk/>
            <pc:sldMk cId="1882861332" sldId="292"/>
            <ac:cxnSpMk id="71" creationId="{BFFE29E7-6C98-6254-F675-0AD5A901FC2D}"/>
          </ac:cxnSpMkLst>
        </pc:cxnChg>
        <pc:cxnChg chg="del">
          <ac:chgData name="Lucie Fontaine" userId="2c6b0298-177f-4237-a83e-8637e19304d5" providerId="ADAL" clId="{38FDF7CA-A37A-44C1-A812-A8007AC22127}" dt="2026-04-21T14:56:17.697" v="14236" actId="478"/>
          <ac:cxnSpMkLst>
            <pc:docMk/>
            <pc:sldMk cId="1882861332" sldId="292"/>
            <ac:cxnSpMk id="73" creationId="{4506BD31-6CDE-981A-8D09-733B0A1EE7AF}"/>
          </ac:cxnSpMkLst>
        </pc:cxnChg>
        <pc:cxnChg chg="del">
          <ac:chgData name="Lucie Fontaine" userId="2c6b0298-177f-4237-a83e-8637e19304d5" providerId="ADAL" clId="{38FDF7CA-A37A-44C1-A812-A8007AC22127}" dt="2026-04-21T14:56:11.885" v="14234" actId="478"/>
          <ac:cxnSpMkLst>
            <pc:docMk/>
            <pc:sldMk cId="1882861332" sldId="292"/>
            <ac:cxnSpMk id="74" creationId="{72BB4197-BF8B-EF4B-FBAF-0368FA21D626}"/>
          </ac:cxnSpMkLst>
        </pc:cxnChg>
        <pc:cxnChg chg="del">
          <ac:chgData name="Lucie Fontaine" userId="2c6b0298-177f-4237-a83e-8637e19304d5" providerId="ADAL" clId="{38FDF7CA-A37A-44C1-A812-A8007AC22127}" dt="2026-04-17T09:43:50.119" v="11054" actId="478"/>
          <ac:cxnSpMkLst>
            <pc:docMk/>
            <pc:sldMk cId="1882861332" sldId="292"/>
            <ac:cxnSpMk id="89" creationId="{31F15CDD-9362-8874-59AF-F5D8C9F206C5}"/>
          </ac:cxnSpMkLst>
        </pc:cxnChg>
        <pc:cxnChg chg="del">
          <ac:chgData name="Lucie Fontaine" userId="2c6b0298-177f-4237-a83e-8637e19304d5" providerId="ADAL" clId="{38FDF7CA-A37A-44C1-A812-A8007AC22127}" dt="2026-04-16T08:20:24.388" v="7139" actId="478"/>
          <ac:cxnSpMkLst>
            <pc:docMk/>
            <pc:sldMk cId="1882861332" sldId="292"/>
            <ac:cxnSpMk id="90" creationId="{556C1A8D-FB99-1493-9000-4BE78D13527B}"/>
          </ac:cxnSpMkLst>
        </pc:cxnChg>
        <pc:cxnChg chg="del">
          <ac:chgData name="Lucie Fontaine" userId="2c6b0298-177f-4237-a83e-8637e19304d5" providerId="ADAL" clId="{38FDF7CA-A37A-44C1-A812-A8007AC22127}" dt="2026-04-16T08:20:21.981" v="7138" actId="478"/>
          <ac:cxnSpMkLst>
            <pc:docMk/>
            <pc:sldMk cId="1882861332" sldId="292"/>
            <ac:cxnSpMk id="92" creationId="{B851D47E-1C9F-12D8-FD67-D1496F9FC382}"/>
          </ac:cxnSpMkLst>
        </pc:cxnChg>
        <pc:cxnChg chg="del">
          <ac:chgData name="Lucie Fontaine" userId="2c6b0298-177f-4237-a83e-8637e19304d5" providerId="ADAL" clId="{38FDF7CA-A37A-44C1-A812-A8007AC22127}" dt="2026-04-16T08:20:21.981" v="7138" actId="478"/>
          <ac:cxnSpMkLst>
            <pc:docMk/>
            <pc:sldMk cId="1882861332" sldId="292"/>
            <ac:cxnSpMk id="94" creationId="{CA14F4E1-E21A-EE95-5B82-21844532E770}"/>
          </ac:cxnSpMkLst>
        </pc:cxnChg>
      </pc:sldChg>
      <pc:sldChg chg="addSp delSp modSp add mod">
        <pc:chgData name="Lucie Fontaine" userId="2c6b0298-177f-4237-a83e-8637e19304d5" providerId="ADAL" clId="{38FDF7CA-A37A-44C1-A812-A8007AC22127}" dt="2026-04-24T08:09:30.917" v="22035" actId="1076"/>
        <pc:sldMkLst>
          <pc:docMk/>
          <pc:sldMk cId="2718326773" sldId="293"/>
        </pc:sldMkLst>
        <pc:spChg chg="mod">
          <ac:chgData name="Lucie Fontaine" userId="2c6b0298-177f-4237-a83e-8637e19304d5" providerId="ADAL" clId="{38FDF7CA-A37A-44C1-A812-A8007AC22127}" dt="2026-04-23T06:34:06.687" v="17773" actId="20577"/>
          <ac:spMkLst>
            <pc:docMk/>
            <pc:sldMk cId="2718326773" sldId="293"/>
            <ac:spMk id="2" creationId="{36A1B1CD-9497-FCE5-D306-1649357986A7}"/>
          </ac:spMkLst>
        </pc:spChg>
        <pc:spChg chg="del">
          <ac:chgData name="Lucie Fontaine" userId="2c6b0298-177f-4237-a83e-8637e19304d5" providerId="ADAL" clId="{38FDF7CA-A37A-44C1-A812-A8007AC22127}" dt="2026-04-16T09:35:59.888" v="7342"/>
          <ac:spMkLst>
            <pc:docMk/>
            <pc:sldMk cId="2718326773" sldId="293"/>
            <ac:spMk id="4" creationId="{5C4FF451-34CE-575F-F52A-5A9DD6BBE107}"/>
          </ac:spMkLst>
        </pc:spChg>
        <pc:spChg chg="add mod">
          <ac:chgData name="Lucie Fontaine" userId="2c6b0298-177f-4237-a83e-8637e19304d5" providerId="ADAL" clId="{38FDF7CA-A37A-44C1-A812-A8007AC22127}" dt="2026-04-24T08:09:30.917" v="22035" actId="1076"/>
          <ac:spMkLst>
            <pc:docMk/>
            <pc:sldMk cId="2718326773" sldId="293"/>
            <ac:spMk id="5" creationId="{3A058976-2E00-DF4C-ACD9-E1E1C1339EBC}"/>
          </ac:spMkLst>
        </pc:spChg>
        <pc:spChg chg="del mod">
          <ac:chgData name="Lucie Fontaine" userId="2c6b0298-177f-4237-a83e-8637e19304d5" providerId="ADAL" clId="{38FDF7CA-A37A-44C1-A812-A8007AC22127}" dt="2026-04-16T09:35:43.091" v="7340"/>
          <ac:spMkLst>
            <pc:docMk/>
            <pc:sldMk cId="2718326773" sldId="293"/>
            <ac:spMk id="5" creationId="{6D8B57DE-AB20-FDDB-A0F4-5B11D422F934}"/>
          </ac:spMkLst>
        </pc:spChg>
        <pc:spChg chg="mod">
          <ac:chgData name="Lucie Fontaine" userId="2c6b0298-177f-4237-a83e-8637e19304d5" providerId="ADAL" clId="{38FDF7CA-A37A-44C1-A812-A8007AC22127}" dt="2026-04-21T08:53:00.052" v="13267" actId="20577"/>
          <ac:spMkLst>
            <pc:docMk/>
            <pc:sldMk cId="2718326773" sldId="293"/>
            <ac:spMk id="6" creationId="{B2B2520B-AE50-B037-93A8-227FAAB40A87}"/>
          </ac:spMkLst>
        </pc:spChg>
        <pc:spChg chg="add del mod">
          <ac:chgData name="Lucie Fontaine" userId="2c6b0298-177f-4237-a83e-8637e19304d5" providerId="ADAL" clId="{38FDF7CA-A37A-44C1-A812-A8007AC22127}" dt="2026-04-16T09:36:49.513" v="7349"/>
          <ac:spMkLst>
            <pc:docMk/>
            <pc:sldMk cId="2718326773" sldId="293"/>
            <ac:spMk id="48" creationId="{DBDFDF65-A39B-9ECB-F6C9-7AB57B658F44}"/>
          </ac:spMkLst>
        </pc:spChg>
        <pc:spChg chg="add del mod">
          <ac:chgData name="Lucie Fontaine" userId="2c6b0298-177f-4237-a83e-8637e19304d5" providerId="ADAL" clId="{38FDF7CA-A37A-44C1-A812-A8007AC22127}" dt="2026-04-16T13:43:48.254" v="8446" actId="478"/>
          <ac:spMkLst>
            <pc:docMk/>
            <pc:sldMk cId="2718326773" sldId="293"/>
            <ac:spMk id="50" creationId="{9E92BA6C-07CC-1039-2161-9463DA13F6F5}"/>
          </ac:spMkLst>
        </pc:spChg>
        <pc:spChg chg="add del mod">
          <ac:chgData name="Lucie Fontaine" userId="2c6b0298-177f-4237-a83e-8637e19304d5" providerId="ADAL" clId="{38FDF7CA-A37A-44C1-A812-A8007AC22127}" dt="2026-04-16T09:37:54.223" v="7384" actId="478"/>
          <ac:spMkLst>
            <pc:docMk/>
            <pc:sldMk cId="2718326773" sldId="293"/>
            <ac:spMk id="55" creationId="{9884D7B1-9D04-CFB7-9679-AB5A7A660DBE}"/>
          </ac:spMkLst>
        </pc:spChg>
        <pc:spChg chg="add del mod">
          <ac:chgData name="Lucie Fontaine" userId="2c6b0298-177f-4237-a83e-8637e19304d5" providerId="ADAL" clId="{38FDF7CA-A37A-44C1-A812-A8007AC22127}" dt="2026-04-16T09:37:52.220" v="7383"/>
          <ac:spMkLst>
            <pc:docMk/>
            <pc:sldMk cId="2718326773" sldId="293"/>
            <ac:spMk id="56" creationId="{907D430E-D740-1D76-C566-8D85B9273A0F}"/>
          </ac:spMkLst>
        </pc:spChg>
        <pc:spChg chg="add mod">
          <ac:chgData name="Lucie Fontaine" userId="2c6b0298-177f-4237-a83e-8637e19304d5" providerId="ADAL" clId="{38FDF7CA-A37A-44C1-A812-A8007AC22127}" dt="2026-04-23T06:34:14.683" v="17774" actId="20577"/>
          <ac:spMkLst>
            <pc:docMk/>
            <pc:sldMk cId="2718326773" sldId="293"/>
            <ac:spMk id="57" creationId="{190E4EE2-AA09-D431-B0DA-315A632AC7E5}"/>
          </ac:spMkLst>
        </pc:spChg>
        <pc:grpChg chg="del">
          <ac:chgData name="Lucie Fontaine" userId="2c6b0298-177f-4237-a83e-8637e19304d5" providerId="ADAL" clId="{38FDF7CA-A37A-44C1-A812-A8007AC22127}" dt="2026-04-16T09:34:25.751" v="7338" actId="478"/>
          <ac:grpSpMkLst>
            <pc:docMk/>
            <pc:sldMk cId="2718326773" sldId="293"/>
            <ac:grpSpMk id="7" creationId="{2DCEE097-1434-D82B-7C02-3273A7E23AC5}"/>
          </ac:grpSpMkLst>
        </pc:grpChg>
        <pc:grpChg chg="del">
          <ac:chgData name="Lucie Fontaine" userId="2c6b0298-177f-4237-a83e-8637e19304d5" providerId="ADAL" clId="{38FDF7CA-A37A-44C1-A812-A8007AC22127}" dt="2026-04-16T13:43:56.315" v="8448" actId="478"/>
          <ac:grpSpMkLst>
            <pc:docMk/>
            <pc:sldMk cId="2718326773" sldId="293"/>
            <ac:grpSpMk id="70" creationId="{02BA23B9-ACE3-BB29-6760-149BF39747EB}"/>
          </ac:grpSpMkLst>
        </pc:grpChg>
        <pc:picChg chg="add del mod">
          <ac:chgData name="Lucie Fontaine" userId="2c6b0298-177f-4237-a83e-8637e19304d5" providerId="ADAL" clId="{38FDF7CA-A37A-44C1-A812-A8007AC22127}" dt="2026-04-16T09:36:46.766" v="7345" actId="478"/>
          <ac:picMkLst>
            <pc:docMk/>
            <pc:sldMk cId="2718326773" sldId="293"/>
            <ac:picMk id="44" creationId="{90E003D6-E159-E093-9645-3105D953D96A}"/>
          </ac:picMkLst>
        </pc:picChg>
        <pc:picChg chg="add del mod">
          <ac:chgData name="Lucie Fontaine" userId="2c6b0298-177f-4237-a83e-8637e19304d5" providerId="ADAL" clId="{38FDF7CA-A37A-44C1-A812-A8007AC22127}" dt="2026-04-16T09:36:46.766" v="7345" actId="478"/>
          <ac:picMkLst>
            <pc:docMk/>
            <pc:sldMk cId="2718326773" sldId="293"/>
            <ac:picMk id="46" creationId="{25EBA56F-58D5-C85D-9496-2FF497FF3BEF}"/>
          </ac:picMkLst>
        </pc:picChg>
        <pc:picChg chg="add mod">
          <ac:chgData name="Lucie Fontaine" userId="2c6b0298-177f-4237-a83e-8637e19304d5" providerId="ADAL" clId="{38FDF7CA-A37A-44C1-A812-A8007AC22127}" dt="2026-04-16T09:36:48.393" v="7347"/>
          <ac:picMkLst>
            <pc:docMk/>
            <pc:sldMk cId="2718326773" sldId="293"/>
            <ac:picMk id="52" creationId="{A1385E31-D5B1-0D97-3191-AA8E5D785F26}"/>
          </ac:picMkLst>
        </pc:picChg>
        <pc:picChg chg="add mod">
          <ac:chgData name="Lucie Fontaine" userId="2c6b0298-177f-4237-a83e-8637e19304d5" providerId="ADAL" clId="{38FDF7CA-A37A-44C1-A812-A8007AC22127}" dt="2026-04-16T09:36:49.513" v="7349"/>
          <ac:picMkLst>
            <pc:docMk/>
            <pc:sldMk cId="2718326773" sldId="293"/>
            <ac:picMk id="54" creationId="{4FE69703-8271-9642-A109-7A9052773ACF}"/>
          </ac:picMkLst>
        </pc:picChg>
        <pc:cxnChg chg="mod">
          <ac:chgData name="Lucie Fontaine" userId="2c6b0298-177f-4237-a83e-8637e19304d5" providerId="ADAL" clId="{38FDF7CA-A37A-44C1-A812-A8007AC22127}" dt="2026-04-16T09:34:25.751" v="7338" actId="478"/>
          <ac:cxnSpMkLst>
            <pc:docMk/>
            <pc:sldMk cId="2718326773" sldId="293"/>
            <ac:cxnSpMk id="13" creationId="{3B0B2209-9483-4EDC-2D4B-4CC603A05265}"/>
          </ac:cxnSpMkLst>
        </pc:cxnChg>
        <pc:cxnChg chg="mod">
          <ac:chgData name="Lucie Fontaine" userId="2c6b0298-177f-4237-a83e-8637e19304d5" providerId="ADAL" clId="{38FDF7CA-A37A-44C1-A812-A8007AC22127}" dt="2026-04-16T09:34:25.751" v="7338" actId="478"/>
          <ac:cxnSpMkLst>
            <pc:docMk/>
            <pc:sldMk cId="2718326773" sldId="293"/>
            <ac:cxnSpMk id="14" creationId="{25E9CE2E-23E3-84D3-BF77-9D404147CCF0}"/>
          </ac:cxnSpMkLst>
        </pc:cxnChg>
        <pc:cxnChg chg="mod">
          <ac:chgData name="Lucie Fontaine" userId="2c6b0298-177f-4237-a83e-8637e19304d5" providerId="ADAL" clId="{38FDF7CA-A37A-44C1-A812-A8007AC22127}" dt="2026-04-16T09:34:25.751" v="7338" actId="478"/>
          <ac:cxnSpMkLst>
            <pc:docMk/>
            <pc:sldMk cId="2718326773" sldId="293"/>
            <ac:cxnSpMk id="18" creationId="{7CB79566-4A1B-1E82-3E3E-23ED63809FFC}"/>
          </ac:cxnSpMkLst>
        </pc:cxnChg>
        <pc:cxnChg chg="mod">
          <ac:chgData name="Lucie Fontaine" userId="2c6b0298-177f-4237-a83e-8637e19304d5" providerId="ADAL" clId="{38FDF7CA-A37A-44C1-A812-A8007AC22127}" dt="2026-04-16T09:34:25.751" v="7338" actId="478"/>
          <ac:cxnSpMkLst>
            <pc:docMk/>
            <pc:sldMk cId="2718326773" sldId="293"/>
            <ac:cxnSpMk id="19" creationId="{DF315872-B071-1B41-47F9-A6FD61564644}"/>
          </ac:cxnSpMkLst>
        </pc:cxnChg>
        <pc:cxnChg chg="add mod">
          <ac:chgData name="Lucie Fontaine" userId="2c6b0298-177f-4237-a83e-8637e19304d5" providerId="ADAL" clId="{38FDF7CA-A37A-44C1-A812-A8007AC22127}" dt="2026-04-16T13:44:35.913" v="8452"/>
          <ac:cxnSpMkLst>
            <pc:docMk/>
            <pc:sldMk cId="2718326773" sldId="293"/>
            <ac:cxnSpMk id="58" creationId="{0EFEDC9D-DFE6-BE91-B1A7-FEF0EE799C22}"/>
          </ac:cxnSpMkLst>
        </pc:cxnChg>
        <pc:cxnChg chg="add mod">
          <ac:chgData name="Lucie Fontaine" userId="2c6b0298-177f-4237-a83e-8637e19304d5" providerId="ADAL" clId="{38FDF7CA-A37A-44C1-A812-A8007AC22127}" dt="2026-04-16T13:44:35.913" v="8452"/>
          <ac:cxnSpMkLst>
            <pc:docMk/>
            <pc:sldMk cId="2718326773" sldId="293"/>
            <ac:cxnSpMk id="59" creationId="{1EFEAAA9-866F-ED14-265F-92E921BB8C30}"/>
          </ac:cxnSpMkLst>
        </pc:cxnChg>
        <pc:cxnChg chg="mod">
          <ac:chgData name="Lucie Fontaine" userId="2c6b0298-177f-4237-a83e-8637e19304d5" providerId="ADAL" clId="{38FDF7CA-A37A-44C1-A812-A8007AC22127}" dt="2026-04-21T12:53:52.517" v="13909" actId="1582"/>
          <ac:cxnSpMkLst>
            <pc:docMk/>
            <pc:sldMk cId="2718326773" sldId="293"/>
            <ac:cxnSpMk id="71" creationId="{BFFE29E7-6C98-6254-F675-0AD5A901FC2D}"/>
          </ac:cxnSpMkLst>
        </pc:cxnChg>
        <pc:cxnChg chg="del">
          <ac:chgData name="Lucie Fontaine" userId="2c6b0298-177f-4237-a83e-8637e19304d5" providerId="ADAL" clId="{38FDF7CA-A37A-44C1-A812-A8007AC22127}" dt="2026-04-16T13:43:56.315" v="8448" actId="478"/>
          <ac:cxnSpMkLst>
            <pc:docMk/>
            <pc:sldMk cId="2718326773" sldId="293"/>
            <ac:cxnSpMk id="73" creationId="{4506BD31-6CDE-981A-8D09-733B0A1EE7AF}"/>
          </ac:cxnSpMkLst>
        </pc:cxnChg>
        <pc:cxnChg chg="del">
          <ac:chgData name="Lucie Fontaine" userId="2c6b0298-177f-4237-a83e-8637e19304d5" providerId="ADAL" clId="{38FDF7CA-A37A-44C1-A812-A8007AC22127}" dt="2026-04-16T13:43:50.448" v="8447" actId="478"/>
          <ac:cxnSpMkLst>
            <pc:docMk/>
            <pc:sldMk cId="2718326773" sldId="293"/>
            <ac:cxnSpMk id="74" creationId="{72BB4197-BF8B-EF4B-FBAF-0368FA21D626}"/>
          </ac:cxnSpMkLst>
        </pc:cxnChg>
        <pc:cxnChg chg="mod">
          <ac:chgData name="Lucie Fontaine" userId="2c6b0298-177f-4237-a83e-8637e19304d5" providerId="ADAL" clId="{38FDF7CA-A37A-44C1-A812-A8007AC22127}" dt="2026-04-23T07:59:08.363" v="18490" actId="693"/>
          <ac:cxnSpMkLst>
            <pc:docMk/>
            <pc:sldMk cId="2718326773" sldId="293"/>
            <ac:cxnSpMk id="89" creationId="{31F15CDD-9362-8874-59AF-F5D8C9F206C5}"/>
          </ac:cxnSpMkLst>
        </pc:cxnChg>
      </pc:sldChg>
      <pc:sldChg chg="addSp delSp modSp add mod">
        <pc:chgData name="Lucie Fontaine" userId="2c6b0298-177f-4237-a83e-8637e19304d5" providerId="ADAL" clId="{38FDF7CA-A37A-44C1-A812-A8007AC22127}" dt="2026-04-24T08:09:34.204" v="22036"/>
        <pc:sldMkLst>
          <pc:docMk/>
          <pc:sldMk cId="3136473716" sldId="294"/>
        </pc:sldMkLst>
        <pc:spChg chg="mod">
          <ac:chgData name="Lucie Fontaine" userId="2c6b0298-177f-4237-a83e-8637e19304d5" providerId="ADAL" clId="{38FDF7CA-A37A-44C1-A812-A8007AC22127}" dt="2026-04-23T06:34:26.700" v="17805" actId="20577"/>
          <ac:spMkLst>
            <pc:docMk/>
            <pc:sldMk cId="3136473716" sldId="294"/>
            <ac:spMk id="2" creationId="{36A1B1CD-9497-FCE5-D306-1649357986A7}"/>
          </ac:spMkLst>
        </pc:spChg>
        <pc:spChg chg="add mod">
          <ac:chgData name="Lucie Fontaine" userId="2c6b0298-177f-4237-a83e-8637e19304d5" providerId="ADAL" clId="{38FDF7CA-A37A-44C1-A812-A8007AC22127}" dt="2026-04-23T06:34:34.856" v="17806" actId="20577"/>
          <ac:spMkLst>
            <pc:docMk/>
            <pc:sldMk cId="3136473716" sldId="294"/>
            <ac:spMk id="4" creationId="{6E99F459-FA4C-294F-0AB3-637AAA791075}"/>
          </ac:spMkLst>
        </pc:spChg>
        <pc:spChg chg="mod">
          <ac:chgData name="Lucie Fontaine" userId="2c6b0298-177f-4237-a83e-8637e19304d5" providerId="ADAL" clId="{38FDF7CA-A37A-44C1-A812-A8007AC22127}" dt="2026-04-21T08:53:03.274" v="13269" actId="20577"/>
          <ac:spMkLst>
            <pc:docMk/>
            <pc:sldMk cId="3136473716" sldId="294"/>
            <ac:spMk id="6" creationId="{B2B2520B-AE50-B037-93A8-227FAAB40A87}"/>
          </ac:spMkLst>
        </pc:spChg>
        <pc:spChg chg="add mod">
          <ac:chgData name="Lucie Fontaine" userId="2c6b0298-177f-4237-a83e-8637e19304d5" providerId="ADAL" clId="{38FDF7CA-A37A-44C1-A812-A8007AC22127}" dt="2026-04-20T14:58:16.802" v="12398" actId="1076"/>
          <ac:spMkLst>
            <pc:docMk/>
            <pc:sldMk cId="3136473716" sldId="294"/>
            <ac:spMk id="8" creationId="{0258962C-0D2F-52D3-91B9-E8475555A293}"/>
          </ac:spMkLst>
        </pc:spChg>
        <pc:spChg chg="add mod">
          <ac:chgData name="Lucie Fontaine" userId="2c6b0298-177f-4237-a83e-8637e19304d5" providerId="ADAL" clId="{38FDF7CA-A37A-44C1-A812-A8007AC22127}" dt="2026-04-20T14:58:08.772" v="12397" actId="1076"/>
          <ac:spMkLst>
            <pc:docMk/>
            <pc:sldMk cId="3136473716" sldId="294"/>
            <ac:spMk id="9" creationId="{88E6476A-82B6-2C33-44BF-8507A056979B}"/>
          </ac:spMkLst>
        </pc:spChg>
        <pc:spChg chg="add mod">
          <ac:chgData name="Lucie Fontaine" userId="2c6b0298-177f-4237-a83e-8637e19304d5" providerId="ADAL" clId="{38FDF7CA-A37A-44C1-A812-A8007AC22127}" dt="2026-04-20T14:58:04.645" v="12396" actId="1076"/>
          <ac:spMkLst>
            <pc:docMk/>
            <pc:sldMk cId="3136473716" sldId="294"/>
            <ac:spMk id="10" creationId="{24BF49E1-C8F6-9759-D278-2D2063CF77F4}"/>
          </ac:spMkLst>
        </pc:spChg>
        <pc:spChg chg="add mod">
          <ac:chgData name="Lucie Fontaine" userId="2c6b0298-177f-4237-a83e-8637e19304d5" providerId="ADAL" clId="{38FDF7CA-A37A-44C1-A812-A8007AC22127}" dt="2026-04-24T08:09:34.204" v="22036"/>
          <ac:spMkLst>
            <pc:docMk/>
            <pc:sldMk cId="3136473716" sldId="294"/>
            <ac:spMk id="12" creationId="{C8ED52E9-A58F-6A20-97F8-388A389B742A}"/>
          </ac:spMkLst>
        </pc:spChg>
        <pc:grpChg chg="del">
          <ac:chgData name="Lucie Fontaine" userId="2c6b0298-177f-4237-a83e-8637e19304d5" providerId="ADAL" clId="{38FDF7CA-A37A-44C1-A812-A8007AC22127}" dt="2026-04-16T13:43:35.723" v="8445" actId="478"/>
          <ac:grpSpMkLst>
            <pc:docMk/>
            <pc:sldMk cId="3136473716" sldId="294"/>
            <ac:grpSpMk id="70" creationId="{02BA23B9-ACE3-BB29-6760-149BF39747EB}"/>
          </ac:grpSpMkLst>
        </pc:grpChg>
        <pc:picChg chg="mod">
          <ac:chgData name="Lucie Fontaine" userId="2c6b0298-177f-4237-a83e-8637e19304d5" providerId="ADAL" clId="{38FDF7CA-A37A-44C1-A812-A8007AC22127}" dt="2026-04-16T09:47:58.260" v="7535" actId="1076"/>
          <ac:picMkLst>
            <pc:docMk/>
            <pc:sldMk cId="3136473716" sldId="294"/>
            <ac:picMk id="44" creationId="{90E003D6-E159-E093-9645-3105D953D96A}"/>
          </ac:picMkLst>
        </pc:picChg>
        <pc:picChg chg="mod">
          <ac:chgData name="Lucie Fontaine" userId="2c6b0298-177f-4237-a83e-8637e19304d5" providerId="ADAL" clId="{38FDF7CA-A37A-44C1-A812-A8007AC22127}" dt="2026-04-16T09:47:58.260" v="7535" actId="1076"/>
          <ac:picMkLst>
            <pc:docMk/>
            <pc:sldMk cId="3136473716" sldId="294"/>
            <ac:picMk id="46" creationId="{25EBA56F-58D5-C85D-9496-2FF497FF3BEF}"/>
          </ac:picMkLst>
        </pc:picChg>
        <pc:cxnChg chg="add mod">
          <ac:chgData name="Lucie Fontaine" userId="2c6b0298-177f-4237-a83e-8637e19304d5" providerId="ADAL" clId="{38FDF7CA-A37A-44C1-A812-A8007AC22127}" dt="2026-04-16T13:44:34.847" v="8451"/>
          <ac:cxnSpMkLst>
            <pc:docMk/>
            <pc:sldMk cId="3136473716" sldId="294"/>
            <ac:cxnSpMk id="5" creationId="{6C30C2C9-356B-E3FD-A0EB-81D56E555D10}"/>
          </ac:cxnSpMkLst>
        </pc:cxnChg>
        <pc:cxnChg chg="add mod">
          <ac:chgData name="Lucie Fontaine" userId="2c6b0298-177f-4237-a83e-8637e19304d5" providerId="ADAL" clId="{38FDF7CA-A37A-44C1-A812-A8007AC22127}" dt="2026-04-16T13:44:34.847" v="8451"/>
          <ac:cxnSpMkLst>
            <pc:docMk/>
            <pc:sldMk cId="3136473716" sldId="294"/>
            <ac:cxnSpMk id="7" creationId="{F698AF8E-A9F5-7AE7-9F09-6E02B04F8615}"/>
          </ac:cxnSpMkLst>
        </pc:cxnChg>
        <pc:cxnChg chg="mod">
          <ac:chgData name="Lucie Fontaine" userId="2c6b0298-177f-4237-a83e-8637e19304d5" providerId="ADAL" clId="{38FDF7CA-A37A-44C1-A812-A8007AC22127}" dt="2026-04-21T12:53:58.454" v="13910" actId="1582"/>
          <ac:cxnSpMkLst>
            <pc:docMk/>
            <pc:sldMk cId="3136473716" sldId="294"/>
            <ac:cxnSpMk id="71" creationId="{BFFE29E7-6C98-6254-F675-0AD5A901FC2D}"/>
          </ac:cxnSpMkLst>
        </pc:cxnChg>
        <pc:cxnChg chg="del">
          <ac:chgData name="Lucie Fontaine" userId="2c6b0298-177f-4237-a83e-8637e19304d5" providerId="ADAL" clId="{38FDF7CA-A37A-44C1-A812-A8007AC22127}" dt="2026-04-16T13:43:35.723" v="8445" actId="478"/>
          <ac:cxnSpMkLst>
            <pc:docMk/>
            <pc:sldMk cId="3136473716" sldId="294"/>
            <ac:cxnSpMk id="73" creationId="{4506BD31-6CDE-981A-8D09-733B0A1EE7AF}"/>
          </ac:cxnSpMkLst>
        </pc:cxnChg>
        <pc:cxnChg chg="del">
          <ac:chgData name="Lucie Fontaine" userId="2c6b0298-177f-4237-a83e-8637e19304d5" providerId="ADAL" clId="{38FDF7CA-A37A-44C1-A812-A8007AC22127}" dt="2026-04-16T13:43:35.723" v="8445" actId="478"/>
          <ac:cxnSpMkLst>
            <pc:docMk/>
            <pc:sldMk cId="3136473716" sldId="294"/>
            <ac:cxnSpMk id="74" creationId="{72BB4197-BF8B-EF4B-FBAF-0368FA21D626}"/>
          </ac:cxnSpMkLst>
        </pc:cxnChg>
        <pc:cxnChg chg="mod">
          <ac:chgData name="Lucie Fontaine" userId="2c6b0298-177f-4237-a83e-8637e19304d5" providerId="ADAL" clId="{38FDF7CA-A37A-44C1-A812-A8007AC22127}" dt="2026-04-23T07:59:14.710" v="18491" actId="693"/>
          <ac:cxnSpMkLst>
            <pc:docMk/>
            <pc:sldMk cId="3136473716" sldId="294"/>
            <ac:cxnSpMk id="89" creationId="{31F15CDD-9362-8874-59AF-F5D8C9F206C5}"/>
          </ac:cxnSpMkLst>
        </pc:cxnChg>
      </pc:sldChg>
      <pc:sldChg chg="addSp delSp modSp add mod">
        <pc:chgData name="Lucie Fontaine" userId="2c6b0298-177f-4237-a83e-8637e19304d5" providerId="ADAL" clId="{38FDF7CA-A37A-44C1-A812-A8007AC22127}" dt="2026-04-24T08:10:22.246" v="22045"/>
        <pc:sldMkLst>
          <pc:docMk/>
          <pc:sldMk cId="1853570618" sldId="295"/>
        </pc:sldMkLst>
        <pc:spChg chg="mod">
          <ac:chgData name="Lucie Fontaine" userId="2c6b0298-177f-4237-a83e-8637e19304d5" providerId="ADAL" clId="{38FDF7CA-A37A-44C1-A812-A8007AC22127}" dt="2026-04-16T13:03:23.690" v="8361" actId="20577"/>
          <ac:spMkLst>
            <pc:docMk/>
            <pc:sldMk cId="1853570618" sldId="295"/>
            <ac:spMk id="2" creationId="{36A1B1CD-9497-FCE5-D306-1649357986A7}"/>
          </ac:spMkLst>
        </pc:spChg>
        <pc:spChg chg="del">
          <ac:chgData name="Lucie Fontaine" userId="2c6b0298-177f-4237-a83e-8637e19304d5" providerId="ADAL" clId="{38FDF7CA-A37A-44C1-A812-A8007AC22127}" dt="2026-04-16T13:27:51.671" v="8392" actId="478"/>
          <ac:spMkLst>
            <pc:docMk/>
            <pc:sldMk cId="1853570618" sldId="295"/>
            <ac:spMk id="3" creationId="{BE1173F9-8505-E5C0-6846-828C40AA7784}"/>
          </ac:spMkLst>
        </pc:spChg>
        <pc:spChg chg="add mod">
          <ac:chgData name="Lucie Fontaine" userId="2c6b0298-177f-4237-a83e-8637e19304d5" providerId="ADAL" clId="{38FDF7CA-A37A-44C1-A812-A8007AC22127}" dt="2026-04-17T07:57:59.358" v="9494" actId="478"/>
          <ac:spMkLst>
            <pc:docMk/>
            <pc:sldMk cId="1853570618" sldId="295"/>
            <ac:spMk id="5" creationId="{27A25349-79EE-7520-569F-0B76035CA625}"/>
          </ac:spMkLst>
        </pc:spChg>
        <pc:spChg chg="del">
          <ac:chgData name="Lucie Fontaine" userId="2c6b0298-177f-4237-a83e-8637e19304d5" providerId="ADAL" clId="{38FDF7CA-A37A-44C1-A812-A8007AC22127}" dt="2026-04-16T13:27:51.671" v="8392" actId="478"/>
          <ac:spMkLst>
            <pc:docMk/>
            <pc:sldMk cId="1853570618" sldId="295"/>
            <ac:spMk id="6" creationId="{CF20C6FF-0789-6358-AFE2-1CD633839745}"/>
          </ac:spMkLst>
        </pc:spChg>
        <pc:spChg chg="add mod">
          <ac:chgData name="Lucie Fontaine" userId="2c6b0298-177f-4237-a83e-8637e19304d5" providerId="ADAL" clId="{38FDF7CA-A37A-44C1-A812-A8007AC22127}" dt="2026-04-24T08:10:20.993" v="22044" actId="1036"/>
          <ac:spMkLst>
            <pc:docMk/>
            <pc:sldMk cId="1853570618" sldId="295"/>
            <ac:spMk id="8" creationId="{C92107ED-E9FA-BB7D-7092-1B20FEFF4284}"/>
          </ac:spMkLst>
        </pc:spChg>
        <pc:spChg chg="del">
          <ac:chgData name="Lucie Fontaine" userId="2c6b0298-177f-4237-a83e-8637e19304d5" providerId="ADAL" clId="{38FDF7CA-A37A-44C1-A812-A8007AC22127}" dt="2026-04-16T13:27:51.671" v="8392" actId="478"/>
          <ac:spMkLst>
            <pc:docMk/>
            <pc:sldMk cId="1853570618" sldId="295"/>
            <ac:spMk id="8" creationId="{F825E8D6-8719-AC2D-97A9-0E0F0220B26B}"/>
          </ac:spMkLst>
        </pc:spChg>
        <pc:spChg chg="add mod">
          <ac:chgData name="Lucie Fontaine" userId="2c6b0298-177f-4237-a83e-8637e19304d5" providerId="ADAL" clId="{38FDF7CA-A37A-44C1-A812-A8007AC22127}" dt="2026-04-24T08:10:22.246" v="22045"/>
          <ac:spMkLst>
            <pc:docMk/>
            <pc:sldMk cId="1853570618" sldId="295"/>
            <ac:spMk id="9" creationId="{C0520BE4-E282-EDDE-CC33-470AEBE6D44A}"/>
          </ac:spMkLst>
        </pc:spChg>
        <pc:spChg chg="del">
          <ac:chgData name="Lucie Fontaine" userId="2c6b0298-177f-4237-a83e-8637e19304d5" providerId="ADAL" clId="{38FDF7CA-A37A-44C1-A812-A8007AC22127}" dt="2026-04-16T13:27:51.671" v="8392" actId="478"/>
          <ac:spMkLst>
            <pc:docMk/>
            <pc:sldMk cId="1853570618" sldId="295"/>
            <ac:spMk id="10" creationId="{0BC87CCB-061D-1EC2-D5F0-DB75AAAC2134}"/>
          </ac:spMkLst>
        </pc:spChg>
        <pc:spChg chg="mod">
          <ac:chgData name="Lucie Fontaine" userId="2c6b0298-177f-4237-a83e-8637e19304d5" providerId="ADAL" clId="{38FDF7CA-A37A-44C1-A812-A8007AC22127}" dt="2026-04-16T13:27:52.064" v="8393"/>
          <ac:spMkLst>
            <pc:docMk/>
            <pc:sldMk cId="1853570618" sldId="295"/>
            <ac:spMk id="23" creationId="{B48F0936-F311-70FF-9C7F-ED67A6E720AD}"/>
          </ac:spMkLst>
        </pc:spChg>
        <pc:spChg chg="mod">
          <ac:chgData name="Lucie Fontaine" userId="2c6b0298-177f-4237-a83e-8637e19304d5" providerId="ADAL" clId="{38FDF7CA-A37A-44C1-A812-A8007AC22127}" dt="2026-04-16T13:27:52.064" v="8393"/>
          <ac:spMkLst>
            <pc:docMk/>
            <pc:sldMk cId="1853570618" sldId="295"/>
            <ac:spMk id="24" creationId="{F000380C-3751-69E0-46C7-BCEB25B87579}"/>
          </ac:spMkLst>
        </pc:spChg>
        <pc:spChg chg="mod">
          <ac:chgData name="Lucie Fontaine" userId="2c6b0298-177f-4237-a83e-8637e19304d5" providerId="ADAL" clId="{38FDF7CA-A37A-44C1-A812-A8007AC22127}" dt="2026-04-16T13:27:52.064" v="8393"/>
          <ac:spMkLst>
            <pc:docMk/>
            <pc:sldMk cId="1853570618" sldId="295"/>
            <ac:spMk id="25" creationId="{85DBAF6D-C3DD-0EEF-1808-4EA6E557258F}"/>
          </ac:spMkLst>
        </pc:spChg>
        <pc:spChg chg="mod">
          <ac:chgData name="Lucie Fontaine" userId="2c6b0298-177f-4237-a83e-8637e19304d5" providerId="ADAL" clId="{38FDF7CA-A37A-44C1-A812-A8007AC22127}" dt="2026-04-16T13:27:52.064" v="8393"/>
          <ac:spMkLst>
            <pc:docMk/>
            <pc:sldMk cId="1853570618" sldId="295"/>
            <ac:spMk id="26" creationId="{BE68EB6D-E736-9D1B-B80C-F38909BF046C}"/>
          </ac:spMkLst>
        </pc:spChg>
        <pc:spChg chg="mod">
          <ac:chgData name="Lucie Fontaine" userId="2c6b0298-177f-4237-a83e-8637e19304d5" providerId="ADAL" clId="{38FDF7CA-A37A-44C1-A812-A8007AC22127}" dt="2026-04-16T13:27:52.064" v="8393"/>
          <ac:spMkLst>
            <pc:docMk/>
            <pc:sldMk cId="1853570618" sldId="295"/>
            <ac:spMk id="27" creationId="{BB5146BF-00D9-70B2-5F5A-1BC2A690E7D5}"/>
          </ac:spMkLst>
        </pc:spChg>
        <pc:spChg chg="mod">
          <ac:chgData name="Lucie Fontaine" userId="2c6b0298-177f-4237-a83e-8637e19304d5" providerId="ADAL" clId="{38FDF7CA-A37A-44C1-A812-A8007AC22127}" dt="2026-04-16T13:27:52.064" v="8393"/>
          <ac:spMkLst>
            <pc:docMk/>
            <pc:sldMk cId="1853570618" sldId="295"/>
            <ac:spMk id="28" creationId="{56C6D74A-E2CA-A1BD-B3A9-37BB733F86BC}"/>
          </ac:spMkLst>
        </pc:spChg>
        <pc:spChg chg="add mod">
          <ac:chgData name="Lucie Fontaine" userId="2c6b0298-177f-4237-a83e-8637e19304d5" providerId="ADAL" clId="{38FDF7CA-A37A-44C1-A812-A8007AC22127}" dt="2026-04-16T13:27:52.064" v="8393"/>
          <ac:spMkLst>
            <pc:docMk/>
            <pc:sldMk cId="1853570618" sldId="295"/>
            <ac:spMk id="38" creationId="{010AC4E5-A55D-610B-A60F-9F78E5F37767}"/>
          </ac:spMkLst>
        </pc:spChg>
        <pc:spChg chg="add mod">
          <ac:chgData name="Lucie Fontaine" userId="2c6b0298-177f-4237-a83e-8637e19304d5" providerId="ADAL" clId="{38FDF7CA-A37A-44C1-A812-A8007AC22127}" dt="2026-04-21T08:53:11.048" v="13273" actId="20577"/>
          <ac:spMkLst>
            <pc:docMk/>
            <pc:sldMk cId="1853570618" sldId="295"/>
            <ac:spMk id="39" creationId="{B8C873D6-F0E1-E50B-16BC-92CDA0CFFB7A}"/>
          </ac:spMkLst>
        </pc:spChg>
        <pc:spChg chg="add mod">
          <ac:chgData name="Lucie Fontaine" userId="2c6b0298-177f-4237-a83e-8637e19304d5" providerId="ADAL" clId="{38FDF7CA-A37A-44C1-A812-A8007AC22127}" dt="2026-04-16T13:45:04.161" v="8455" actId="164"/>
          <ac:spMkLst>
            <pc:docMk/>
            <pc:sldMk cId="1853570618" sldId="295"/>
            <ac:spMk id="41" creationId="{6F9DFC34-A002-3BFB-CBC0-00ABB098BCDA}"/>
          </ac:spMkLst>
        </pc:spChg>
        <pc:spChg chg="add mod">
          <ac:chgData name="Lucie Fontaine" userId="2c6b0298-177f-4237-a83e-8637e19304d5" providerId="ADAL" clId="{38FDF7CA-A37A-44C1-A812-A8007AC22127}" dt="2026-04-16T13:45:04.161" v="8455" actId="164"/>
          <ac:spMkLst>
            <pc:docMk/>
            <pc:sldMk cId="1853570618" sldId="295"/>
            <ac:spMk id="43" creationId="{FD6945FA-2DB9-4424-96CF-DEFEB38D138A}"/>
          </ac:spMkLst>
        </pc:spChg>
        <pc:spChg chg="add mod">
          <ac:chgData name="Lucie Fontaine" userId="2c6b0298-177f-4237-a83e-8637e19304d5" providerId="ADAL" clId="{38FDF7CA-A37A-44C1-A812-A8007AC22127}" dt="2026-04-17T07:56:50.670" v="9493" actId="207"/>
          <ac:spMkLst>
            <pc:docMk/>
            <pc:sldMk cId="1853570618" sldId="295"/>
            <ac:spMk id="47" creationId="{6A99925F-E604-21D9-998A-3FA8599BB516}"/>
          </ac:spMkLst>
        </pc:spChg>
        <pc:spChg chg="add mod">
          <ac:chgData name="Lucie Fontaine" userId="2c6b0298-177f-4237-a83e-8637e19304d5" providerId="ADAL" clId="{38FDF7CA-A37A-44C1-A812-A8007AC22127}" dt="2026-04-16T14:18:55.780" v="8560" actId="208"/>
          <ac:spMkLst>
            <pc:docMk/>
            <pc:sldMk cId="1853570618" sldId="295"/>
            <ac:spMk id="48" creationId="{9D3B9DB4-895F-0970-110C-B62BAFA49A73}"/>
          </ac:spMkLst>
        </pc:spChg>
        <pc:spChg chg="add mod">
          <ac:chgData name="Lucie Fontaine" userId="2c6b0298-177f-4237-a83e-8637e19304d5" providerId="ADAL" clId="{38FDF7CA-A37A-44C1-A812-A8007AC22127}" dt="2026-04-16T14:20:00.554" v="8563" actId="1076"/>
          <ac:spMkLst>
            <pc:docMk/>
            <pc:sldMk cId="1853570618" sldId="295"/>
            <ac:spMk id="49" creationId="{1F308AA4-C773-B5E8-E54E-F6E5523FBF34}"/>
          </ac:spMkLst>
        </pc:spChg>
        <pc:grpChg chg="add mod">
          <ac:chgData name="Lucie Fontaine" userId="2c6b0298-177f-4237-a83e-8637e19304d5" providerId="ADAL" clId="{38FDF7CA-A37A-44C1-A812-A8007AC22127}" dt="2026-04-16T13:45:04.161" v="8455" actId="164"/>
          <ac:grpSpMkLst>
            <pc:docMk/>
            <pc:sldMk cId="1853570618" sldId="295"/>
            <ac:grpSpMk id="16" creationId="{47B4FADF-2A8E-83F3-E312-4378DC60E8A7}"/>
          </ac:grpSpMkLst>
        </pc:grpChg>
        <pc:grpChg chg="mod">
          <ac:chgData name="Lucie Fontaine" userId="2c6b0298-177f-4237-a83e-8637e19304d5" providerId="ADAL" clId="{38FDF7CA-A37A-44C1-A812-A8007AC22127}" dt="2026-04-16T13:27:52.064" v="8393"/>
          <ac:grpSpMkLst>
            <pc:docMk/>
            <pc:sldMk cId="1853570618" sldId="295"/>
            <ac:grpSpMk id="18" creationId="{9A41E48E-6289-21C7-DB88-5AFD076BB333}"/>
          </ac:grpSpMkLst>
        </pc:grpChg>
        <pc:grpChg chg="mod">
          <ac:chgData name="Lucie Fontaine" userId="2c6b0298-177f-4237-a83e-8637e19304d5" providerId="ADAL" clId="{38FDF7CA-A37A-44C1-A812-A8007AC22127}" dt="2026-04-16T13:27:52.064" v="8393"/>
          <ac:grpSpMkLst>
            <pc:docMk/>
            <pc:sldMk cId="1853570618" sldId="295"/>
            <ac:grpSpMk id="20" creationId="{06CD9173-5AEE-9478-4279-D2075B834707}"/>
          </ac:grpSpMkLst>
        </pc:grpChg>
        <pc:grpChg chg="add mod">
          <ac:chgData name="Lucie Fontaine" userId="2c6b0298-177f-4237-a83e-8637e19304d5" providerId="ADAL" clId="{38FDF7CA-A37A-44C1-A812-A8007AC22127}" dt="2026-04-16T13:45:04.161" v="8455" actId="164"/>
          <ac:grpSpMkLst>
            <pc:docMk/>
            <pc:sldMk cId="1853570618" sldId="295"/>
            <ac:grpSpMk id="45" creationId="{1FFCED1B-D30A-EBF7-3C9B-0979BD2155AE}"/>
          </ac:grpSpMkLst>
        </pc:grpChg>
        <pc:grpChg chg="del">
          <ac:chgData name="Lucie Fontaine" userId="2c6b0298-177f-4237-a83e-8637e19304d5" providerId="ADAL" clId="{38FDF7CA-A37A-44C1-A812-A8007AC22127}" dt="2026-04-16T13:27:51.671" v="8392" actId="478"/>
          <ac:grpSpMkLst>
            <pc:docMk/>
            <pc:sldMk cId="1853570618" sldId="295"/>
            <ac:grpSpMk id="69" creationId="{8815DBDD-5AA7-06EB-75CC-5260C6ED5706}"/>
          </ac:grpSpMkLst>
        </pc:grpChg>
        <pc:picChg chg="add mod modCrop">
          <ac:chgData name="Lucie Fontaine" userId="2c6b0298-177f-4237-a83e-8637e19304d5" providerId="ADAL" clId="{38FDF7CA-A37A-44C1-A812-A8007AC22127}" dt="2026-04-23T15:13:28.866" v="21318" actId="1076"/>
          <ac:picMkLst>
            <pc:docMk/>
            <pc:sldMk cId="1853570618" sldId="295"/>
            <ac:picMk id="6" creationId="{0D2CE43C-86BB-4945-6F06-06299ACCAE77}"/>
          </ac:picMkLst>
        </pc:picChg>
        <pc:picChg chg="add mod">
          <ac:chgData name="Lucie Fontaine" userId="2c6b0298-177f-4237-a83e-8637e19304d5" providerId="ADAL" clId="{38FDF7CA-A37A-44C1-A812-A8007AC22127}" dt="2026-04-17T07:58:35.274" v="9508" actId="1037"/>
          <ac:picMkLst>
            <pc:docMk/>
            <pc:sldMk cId="1853570618" sldId="295"/>
            <ac:picMk id="7" creationId="{D4125DF8-7C13-FA44-3CCC-CED2B205FC30}"/>
          </ac:picMkLst>
        </pc:picChg>
        <pc:picChg chg="add del mod">
          <ac:chgData name="Lucie Fontaine" userId="2c6b0298-177f-4237-a83e-8637e19304d5" providerId="ADAL" clId="{38FDF7CA-A37A-44C1-A812-A8007AC22127}" dt="2026-04-16T13:04:54.923" v="8367" actId="478"/>
          <ac:picMkLst>
            <pc:docMk/>
            <pc:sldMk cId="1853570618" sldId="295"/>
            <ac:picMk id="12" creationId="{A15914B3-6860-6683-2553-5675471BBCA3}"/>
          </ac:picMkLst>
        </pc:picChg>
        <pc:picChg chg="add mod">
          <ac:chgData name="Lucie Fontaine" userId="2c6b0298-177f-4237-a83e-8637e19304d5" providerId="ADAL" clId="{38FDF7CA-A37A-44C1-A812-A8007AC22127}" dt="2026-04-16T14:18:35.223" v="8558" actId="1076"/>
          <ac:picMkLst>
            <pc:docMk/>
            <pc:sldMk cId="1853570618" sldId="295"/>
            <ac:picMk id="14" creationId="{C5C54CCB-35C8-0B8F-7072-D88882E69F18}"/>
          </ac:picMkLst>
        </pc:picChg>
        <pc:picChg chg="del mod">
          <ac:chgData name="Lucie Fontaine" userId="2c6b0298-177f-4237-a83e-8637e19304d5" providerId="ADAL" clId="{38FDF7CA-A37A-44C1-A812-A8007AC22127}" dt="2026-04-17T07:57:59.358" v="9494" actId="478"/>
          <ac:picMkLst>
            <pc:docMk/>
            <pc:sldMk cId="1853570618" sldId="295"/>
            <ac:picMk id="15" creationId="{1A3B3B50-353B-FC32-E86E-E4C4C1A3EDA6}"/>
          </ac:picMkLst>
        </pc:picChg>
        <pc:picChg chg="del">
          <ac:chgData name="Lucie Fontaine" userId="2c6b0298-177f-4237-a83e-8637e19304d5" providerId="ADAL" clId="{38FDF7CA-A37A-44C1-A812-A8007AC22127}" dt="2026-04-16T13:03:32.556" v="8362" actId="478"/>
          <ac:picMkLst>
            <pc:docMk/>
            <pc:sldMk cId="1853570618" sldId="295"/>
            <ac:picMk id="17" creationId="{60BB9516-6E9C-8D64-343F-7E2010448FBF}"/>
          </ac:picMkLst>
        </pc:picChg>
        <pc:picChg chg="add del mod modCrop">
          <ac:chgData name="Lucie Fontaine" userId="2c6b0298-177f-4237-a83e-8637e19304d5" providerId="ADAL" clId="{38FDF7CA-A37A-44C1-A812-A8007AC22127}" dt="2026-04-23T15:13:24.976" v="21317" actId="478"/>
          <ac:picMkLst>
            <pc:docMk/>
            <pc:sldMk cId="1853570618" sldId="295"/>
            <ac:picMk id="46" creationId="{DBD15B97-AEA3-9409-BA01-4221437493AD}"/>
          </ac:picMkLst>
        </pc:picChg>
        <pc:cxnChg chg="del">
          <ac:chgData name="Lucie Fontaine" userId="2c6b0298-177f-4237-a83e-8637e19304d5" providerId="ADAL" clId="{38FDF7CA-A37A-44C1-A812-A8007AC22127}" dt="2026-04-16T13:27:51.671" v="8392" actId="478"/>
          <ac:cxnSpMkLst>
            <pc:docMk/>
            <pc:sldMk cId="1853570618" sldId="295"/>
            <ac:cxnSpMk id="7" creationId="{9BD5FCFE-F4FE-005E-1FAE-EF513B2EC289}"/>
          </ac:cxnSpMkLst>
        </pc:cxnChg>
        <pc:cxnChg chg="del">
          <ac:chgData name="Lucie Fontaine" userId="2c6b0298-177f-4237-a83e-8637e19304d5" providerId="ADAL" clId="{38FDF7CA-A37A-44C1-A812-A8007AC22127}" dt="2026-04-16T13:27:51.671" v="8392" actId="478"/>
          <ac:cxnSpMkLst>
            <pc:docMk/>
            <pc:sldMk cId="1853570618" sldId="295"/>
            <ac:cxnSpMk id="9" creationId="{2D107BE1-8721-318E-E387-5CCE3CC7CED5}"/>
          </ac:cxnSpMkLst>
        </pc:cxnChg>
        <pc:cxnChg chg="del">
          <ac:chgData name="Lucie Fontaine" userId="2c6b0298-177f-4237-a83e-8637e19304d5" providerId="ADAL" clId="{38FDF7CA-A37A-44C1-A812-A8007AC22127}" dt="2026-04-16T13:27:51.671" v="8392" actId="478"/>
          <ac:cxnSpMkLst>
            <pc:docMk/>
            <pc:sldMk cId="1853570618" sldId="295"/>
            <ac:cxnSpMk id="11" creationId="{86E34551-36A8-C0F3-22AE-D6702DD536F9}"/>
          </ac:cxnSpMkLst>
        </pc:cxnChg>
        <pc:cxnChg chg="mod">
          <ac:chgData name="Lucie Fontaine" userId="2c6b0298-177f-4237-a83e-8637e19304d5" providerId="ADAL" clId="{38FDF7CA-A37A-44C1-A812-A8007AC22127}" dt="2026-04-21T12:54:12.848" v="13912" actId="1582"/>
          <ac:cxnSpMkLst>
            <pc:docMk/>
            <pc:sldMk cId="1853570618" sldId="295"/>
            <ac:cxnSpMk id="19" creationId="{4F1B63C5-10F2-EE12-D4F3-9E1A19F0DE8E}"/>
          </ac:cxnSpMkLst>
        </pc:cxnChg>
        <pc:cxnChg chg="mod">
          <ac:chgData name="Lucie Fontaine" userId="2c6b0298-177f-4237-a83e-8637e19304d5" providerId="ADAL" clId="{38FDF7CA-A37A-44C1-A812-A8007AC22127}" dt="2026-04-16T13:27:52.064" v="8393"/>
          <ac:cxnSpMkLst>
            <pc:docMk/>
            <pc:sldMk cId="1853570618" sldId="295"/>
            <ac:cxnSpMk id="21" creationId="{CC69B02C-5EFD-5AA6-4BED-5AD696498B06}"/>
          </ac:cxnSpMkLst>
        </pc:cxnChg>
        <pc:cxnChg chg="mod">
          <ac:chgData name="Lucie Fontaine" userId="2c6b0298-177f-4237-a83e-8637e19304d5" providerId="ADAL" clId="{38FDF7CA-A37A-44C1-A812-A8007AC22127}" dt="2026-04-16T13:27:52.064" v="8393"/>
          <ac:cxnSpMkLst>
            <pc:docMk/>
            <pc:sldMk cId="1853570618" sldId="295"/>
            <ac:cxnSpMk id="22" creationId="{08664141-4273-6760-A5A1-B341C76C0693}"/>
          </ac:cxnSpMkLst>
        </pc:cxnChg>
        <pc:cxnChg chg="mod">
          <ac:chgData name="Lucie Fontaine" userId="2c6b0298-177f-4237-a83e-8637e19304d5" providerId="ADAL" clId="{38FDF7CA-A37A-44C1-A812-A8007AC22127}" dt="2026-04-16T13:27:52.064" v="8393"/>
          <ac:cxnSpMkLst>
            <pc:docMk/>
            <pc:sldMk cId="1853570618" sldId="295"/>
            <ac:cxnSpMk id="29" creationId="{734AB990-88D2-9062-EB0F-48A8E313D22E}"/>
          </ac:cxnSpMkLst>
        </pc:cxnChg>
        <pc:cxnChg chg="mod">
          <ac:chgData name="Lucie Fontaine" userId="2c6b0298-177f-4237-a83e-8637e19304d5" providerId="ADAL" clId="{38FDF7CA-A37A-44C1-A812-A8007AC22127}" dt="2026-04-16T13:27:52.064" v="8393"/>
          <ac:cxnSpMkLst>
            <pc:docMk/>
            <pc:sldMk cId="1853570618" sldId="295"/>
            <ac:cxnSpMk id="30" creationId="{F8367922-6444-1F33-9C0F-F7060CBEDCF7}"/>
          </ac:cxnSpMkLst>
        </pc:cxnChg>
        <pc:cxnChg chg="mod">
          <ac:chgData name="Lucie Fontaine" userId="2c6b0298-177f-4237-a83e-8637e19304d5" providerId="ADAL" clId="{38FDF7CA-A37A-44C1-A812-A8007AC22127}" dt="2026-04-16T13:27:52.064" v="8393"/>
          <ac:cxnSpMkLst>
            <pc:docMk/>
            <pc:sldMk cId="1853570618" sldId="295"/>
            <ac:cxnSpMk id="31" creationId="{2DB840EA-ADEA-618D-16D3-8183563CF296}"/>
          </ac:cxnSpMkLst>
        </pc:cxnChg>
        <pc:cxnChg chg="mod">
          <ac:chgData name="Lucie Fontaine" userId="2c6b0298-177f-4237-a83e-8637e19304d5" providerId="ADAL" clId="{38FDF7CA-A37A-44C1-A812-A8007AC22127}" dt="2026-04-16T13:27:52.064" v="8393"/>
          <ac:cxnSpMkLst>
            <pc:docMk/>
            <pc:sldMk cId="1853570618" sldId="295"/>
            <ac:cxnSpMk id="32" creationId="{B19BD0C5-9C0A-C23D-D018-C08D91507A25}"/>
          </ac:cxnSpMkLst>
        </pc:cxnChg>
        <pc:cxnChg chg="mod">
          <ac:chgData name="Lucie Fontaine" userId="2c6b0298-177f-4237-a83e-8637e19304d5" providerId="ADAL" clId="{38FDF7CA-A37A-44C1-A812-A8007AC22127}" dt="2026-04-16T13:27:52.064" v="8393"/>
          <ac:cxnSpMkLst>
            <pc:docMk/>
            <pc:sldMk cId="1853570618" sldId="295"/>
            <ac:cxnSpMk id="33" creationId="{FD6EFC90-A1A9-BA14-07C2-34D85166AD4B}"/>
          </ac:cxnSpMkLst>
        </pc:cxnChg>
        <pc:cxnChg chg="mod">
          <ac:chgData name="Lucie Fontaine" userId="2c6b0298-177f-4237-a83e-8637e19304d5" providerId="ADAL" clId="{38FDF7CA-A37A-44C1-A812-A8007AC22127}" dt="2026-04-16T13:27:52.064" v="8393"/>
          <ac:cxnSpMkLst>
            <pc:docMk/>
            <pc:sldMk cId="1853570618" sldId="295"/>
            <ac:cxnSpMk id="34" creationId="{E0615932-A0A0-76C7-AAC2-618817AF55E3}"/>
          </ac:cxnSpMkLst>
        </pc:cxnChg>
        <pc:cxnChg chg="mod">
          <ac:chgData name="Lucie Fontaine" userId="2c6b0298-177f-4237-a83e-8637e19304d5" providerId="ADAL" clId="{38FDF7CA-A37A-44C1-A812-A8007AC22127}" dt="2026-04-16T13:27:52.064" v="8393"/>
          <ac:cxnSpMkLst>
            <pc:docMk/>
            <pc:sldMk cId="1853570618" sldId="295"/>
            <ac:cxnSpMk id="35" creationId="{FC62BE5F-985E-7673-A69A-473BA2E636C0}"/>
          </ac:cxnSpMkLst>
        </pc:cxnChg>
        <pc:cxnChg chg="mod">
          <ac:chgData name="Lucie Fontaine" userId="2c6b0298-177f-4237-a83e-8637e19304d5" providerId="ADAL" clId="{38FDF7CA-A37A-44C1-A812-A8007AC22127}" dt="2026-04-16T13:27:52.064" v="8393"/>
          <ac:cxnSpMkLst>
            <pc:docMk/>
            <pc:sldMk cId="1853570618" sldId="295"/>
            <ac:cxnSpMk id="36" creationId="{74EB8E5D-4120-1F14-5FAD-1D568E7C9384}"/>
          </ac:cxnSpMkLst>
        </pc:cxnChg>
        <pc:cxnChg chg="mod">
          <ac:chgData name="Lucie Fontaine" userId="2c6b0298-177f-4237-a83e-8637e19304d5" providerId="ADAL" clId="{38FDF7CA-A37A-44C1-A812-A8007AC22127}" dt="2026-04-23T07:59:35.791" v="18493" actId="693"/>
          <ac:cxnSpMkLst>
            <pc:docMk/>
            <pc:sldMk cId="1853570618" sldId="295"/>
            <ac:cxnSpMk id="37" creationId="{D4F2ACCE-5263-ED7B-86F8-101BC801659C}"/>
          </ac:cxnSpMkLst>
        </pc:cxnChg>
        <pc:cxnChg chg="add mod">
          <ac:chgData name="Lucie Fontaine" userId="2c6b0298-177f-4237-a83e-8637e19304d5" providerId="ADAL" clId="{38FDF7CA-A37A-44C1-A812-A8007AC22127}" dt="2026-04-16T13:45:04.161" v="8455" actId="164"/>
          <ac:cxnSpMkLst>
            <pc:docMk/>
            <pc:sldMk cId="1853570618" sldId="295"/>
            <ac:cxnSpMk id="40" creationId="{AF436049-DA2B-CBC4-72CC-E1E87F392847}"/>
          </ac:cxnSpMkLst>
        </pc:cxnChg>
        <pc:cxnChg chg="add mod">
          <ac:chgData name="Lucie Fontaine" userId="2c6b0298-177f-4237-a83e-8637e19304d5" providerId="ADAL" clId="{38FDF7CA-A37A-44C1-A812-A8007AC22127}" dt="2026-04-16T13:45:04.161" v="8455" actId="164"/>
          <ac:cxnSpMkLst>
            <pc:docMk/>
            <pc:sldMk cId="1853570618" sldId="295"/>
            <ac:cxnSpMk id="42" creationId="{AA491C49-27AB-D069-430F-80338C2CD225}"/>
          </ac:cxnSpMkLst>
        </pc:cxnChg>
        <pc:cxnChg chg="add mod">
          <ac:chgData name="Lucie Fontaine" userId="2c6b0298-177f-4237-a83e-8637e19304d5" providerId="ADAL" clId="{38FDF7CA-A37A-44C1-A812-A8007AC22127}" dt="2026-04-16T13:45:04.161" v="8455" actId="164"/>
          <ac:cxnSpMkLst>
            <pc:docMk/>
            <pc:sldMk cId="1853570618" sldId="295"/>
            <ac:cxnSpMk id="44" creationId="{04522C2E-6E89-6458-90D7-E1721B26AD29}"/>
          </ac:cxnSpMkLst>
        </pc:cxnChg>
        <pc:cxnChg chg="mod">
          <ac:chgData name="Lucie Fontaine" userId="2c6b0298-177f-4237-a83e-8637e19304d5" providerId="ADAL" clId="{38FDF7CA-A37A-44C1-A812-A8007AC22127}" dt="2026-04-16T13:27:51.671" v="8392" actId="478"/>
          <ac:cxnSpMkLst>
            <pc:docMk/>
            <pc:sldMk cId="1853570618" sldId="295"/>
            <ac:cxnSpMk id="71" creationId="{BFFE29E7-6C98-6254-F675-0AD5A901FC2D}"/>
          </ac:cxnSpMkLst>
        </pc:cxnChg>
        <pc:cxnChg chg="mod">
          <ac:chgData name="Lucie Fontaine" userId="2c6b0298-177f-4237-a83e-8637e19304d5" providerId="ADAL" clId="{38FDF7CA-A37A-44C1-A812-A8007AC22127}" dt="2026-04-16T13:27:51.671" v="8392" actId="478"/>
          <ac:cxnSpMkLst>
            <pc:docMk/>
            <pc:sldMk cId="1853570618" sldId="295"/>
            <ac:cxnSpMk id="82" creationId="{4B091118-522E-FD1D-984F-E599BABA97CB}"/>
          </ac:cxnSpMkLst>
        </pc:cxnChg>
        <pc:cxnChg chg="mod">
          <ac:chgData name="Lucie Fontaine" userId="2c6b0298-177f-4237-a83e-8637e19304d5" providerId="ADAL" clId="{38FDF7CA-A37A-44C1-A812-A8007AC22127}" dt="2026-04-16T13:27:51.671" v="8392" actId="478"/>
          <ac:cxnSpMkLst>
            <pc:docMk/>
            <pc:sldMk cId="1853570618" sldId="295"/>
            <ac:cxnSpMk id="85" creationId="{E8003B4D-25DC-2C78-4DD3-38D2A34C6D7D}"/>
          </ac:cxnSpMkLst>
        </pc:cxnChg>
        <pc:cxnChg chg="mod">
          <ac:chgData name="Lucie Fontaine" userId="2c6b0298-177f-4237-a83e-8637e19304d5" providerId="ADAL" clId="{38FDF7CA-A37A-44C1-A812-A8007AC22127}" dt="2026-04-16T13:27:51.671" v="8392" actId="478"/>
          <ac:cxnSpMkLst>
            <pc:docMk/>
            <pc:sldMk cId="1853570618" sldId="295"/>
            <ac:cxnSpMk id="86" creationId="{7EE6A3C8-B8F3-F4BC-2846-7E7EFACA57DD}"/>
          </ac:cxnSpMkLst>
        </pc:cxnChg>
        <pc:cxnChg chg="mod">
          <ac:chgData name="Lucie Fontaine" userId="2c6b0298-177f-4237-a83e-8637e19304d5" providerId="ADAL" clId="{38FDF7CA-A37A-44C1-A812-A8007AC22127}" dt="2026-04-16T13:27:51.671" v="8392" actId="478"/>
          <ac:cxnSpMkLst>
            <pc:docMk/>
            <pc:sldMk cId="1853570618" sldId="295"/>
            <ac:cxnSpMk id="87" creationId="{0B43FE13-3C58-A94B-50E8-7CE91EFBEA28}"/>
          </ac:cxnSpMkLst>
        </pc:cxnChg>
        <pc:cxnChg chg="mod">
          <ac:chgData name="Lucie Fontaine" userId="2c6b0298-177f-4237-a83e-8637e19304d5" providerId="ADAL" clId="{38FDF7CA-A37A-44C1-A812-A8007AC22127}" dt="2026-04-16T13:27:51.671" v="8392" actId="478"/>
          <ac:cxnSpMkLst>
            <pc:docMk/>
            <pc:sldMk cId="1853570618" sldId="295"/>
            <ac:cxnSpMk id="88" creationId="{5DF02A83-80C1-9EC7-9639-5045EB153D28}"/>
          </ac:cxnSpMkLst>
        </pc:cxnChg>
      </pc:sldChg>
      <pc:sldChg chg="addSp delSp modSp new mod">
        <pc:chgData name="Lucie Fontaine" userId="2c6b0298-177f-4237-a83e-8637e19304d5" providerId="ADAL" clId="{38FDF7CA-A37A-44C1-A812-A8007AC22127}" dt="2026-04-23T09:15:01.393" v="19233" actId="1076"/>
        <pc:sldMkLst>
          <pc:docMk/>
          <pc:sldMk cId="894382678" sldId="296"/>
        </pc:sldMkLst>
        <pc:spChg chg="mod">
          <ac:chgData name="Lucie Fontaine" userId="2c6b0298-177f-4237-a83e-8637e19304d5" providerId="ADAL" clId="{38FDF7CA-A37A-44C1-A812-A8007AC22127}" dt="2026-04-16T13:08:05.831" v="8391" actId="20577"/>
          <ac:spMkLst>
            <pc:docMk/>
            <pc:sldMk cId="894382678" sldId="296"/>
            <ac:spMk id="2" creationId="{23882783-1E89-4F95-4348-4DEBD3954D11}"/>
          </ac:spMkLst>
        </pc:spChg>
        <pc:spChg chg="mod">
          <ac:chgData name="Lucie Fontaine" userId="2c6b0298-177f-4237-a83e-8637e19304d5" providerId="ADAL" clId="{38FDF7CA-A37A-44C1-A812-A8007AC22127}" dt="2026-04-16T14:51:18.495" v="8738" actId="5793"/>
          <ac:spMkLst>
            <pc:docMk/>
            <pc:sldMk cId="894382678" sldId="296"/>
            <ac:spMk id="3" creationId="{7FD41E05-56A6-458B-29DC-891B8C481A9E}"/>
          </ac:spMkLst>
        </pc:spChg>
        <pc:spChg chg="add mod">
          <ac:chgData name="Lucie Fontaine" userId="2c6b0298-177f-4237-a83e-8637e19304d5" providerId="ADAL" clId="{38FDF7CA-A37A-44C1-A812-A8007AC22127}" dt="2026-04-17T07:24:28.020" v="8870" actId="20577"/>
          <ac:spMkLst>
            <pc:docMk/>
            <pc:sldMk cId="894382678" sldId="296"/>
            <ac:spMk id="4" creationId="{1AAA159F-72E1-1ADA-AA26-8B2BD927D7DF}"/>
          </ac:spMkLst>
        </pc:spChg>
        <pc:spChg chg="del">
          <ac:chgData name="Lucie Fontaine" userId="2c6b0298-177f-4237-a83e-8637e19304d5" providerId="ADAL" clId="{38FDF7CA-A37A-44C1-A812-A8007AC22127}" dt="2026-04-16T14:52:15.122" v="8742"/>
          <ac:spMkLst>
            <pc:docMk/>
            <pc:sldMk cId="894382678" sldId="296"/>
            <ac:spMk id="4" creationId="{FFC619CE-E199-9993-6039-4E0AE9CE0E67}"/>
          </ac:spMkLst>
        </pc:spChg>
        <pc:spChg chg="mod">
          <ac:chgData name="Lucie Fontaine" userId="2c6b0298-177f-4237-a83e-8637e19304d5" providerId="ADAL" clId="{38FDF7CA-A37A-44C1-A812-A8007AC22127}" dt="2026-04-16T14:51:18.702" v="8739"/>
          <ac:spMkLst>
            <pc:docMk/>
            <pc:sldMk cId="894382678" sldId="296"/>
            <ac:spMk id="8" creationId="{9F4B5829-F728-9C5F-C2F6-B3639AE60EDB}"/>
          </ac:spMkLst>
        </pc:spChg>
        <pc:spChg chg="mod">
          <ac:chgData name="Lucie Fontaine" userId="2c6b0298-177f-4237-a83e-8637e19304d5" providerId="ADAL" clId="{38FDF7CA-A37A-44C1-A812-A8007AC22127}" dt="2026-04-16T14:51:18.702" v="8739"/>
          <ac:spMkLst>
            <pc:docMk/>
            <pc:sldMk cId="894382678" sldId="296"/>
            <ac:spMk id="10" creationId="{E7982B58-FA03-A3FB-E37F-08236BF3DA9E}"/>
          </ac:spMkLst>
        </pc:spChg>
        <pc:spChg chg="mod">
          <ac:chgData name="Lucie Fontaine" userId="2c6b0298-177f-4237-a83e-8637e19304d5" providerId="ADAL" clId="{38FDF7CA-A37A-44C1-A812-A8007AC22127}" dt="2026-04-16T14:51:18.702" v="8739"/>
          <ac:spMkLst>
            <pc:docMk/>
            <pc:sldMk cId="894382678" sldId="296"/>
            <ac:spMk id="17" creationId="{AD21C734-57A4-BC8A-049E-7B0CD9282388}"/>
          </ac:spMkLst>
        </pc:spChg>
        <pc:spChg chg="mod">
          <ac:chgData name="Lucie Fontaine" userId="2c6b0298-177f-4237-a83e-8637e19304d5" providerId="ADAL" clId="{38FDF7CA-A37A-44C1-A812-A8007AC22127}" dt="2026-04-16T14:51:18.702" v="8739"/>
          <ac:spMkLst>
            <pc:docMk/>
            <pc:sldMk cId="894382678" sldId="296"/>
            <ac:spMk id="18" creationId="{8734E020-6A35-36D6-201F-056EBF4A3049}"/>
          </ac:spMkLst>
        </pc:spChg>
        <pc:spChg chg="mod">
          <ac:chgData name="Lucie Fontaine" userId="2c6b0298-177f-4237-a83e-8637e19304d5" providerId="ADAL" clId="{38FDF7CA-A37A-44C1-A812-A8007AC22127}" dt="2026-04-16T14:51:18.702" v="8739"/>
          <ac:spMkLst>
            <pc:docMk/>
            <pc:sldMk cId="894382678" sldId="296"/>
            <ac:spMk id="19" creationId="{2A2B3DF0-B5E4-9A17-2FE5-1A9B32DA75F7}"/>
          </ac:spMkLst>
        </pc:spChg>
        <pc:spChg chg="mod">
          <ac:chgData name="Lucie Fontaine" userId="2c6b0298-177f-4237-a83e-8637e19304d5" providerId="ADAL" clId="{38FDF7CA-A37A-44C1-A812-A8007AC22127}" dt="2026-04-16T14:51:18.702" v="8739"/>
          <ac:spMkLst>
            <pc:docMk/>
            <pc:sldMk cId="894382678" sldId="296"/>
            <ac:spMk id="20" creationId="{D1D17968-9703-1DEC-F047-47EF4A6E8E3B}"/>
          </ac:spMkLst>
        </pc:spChg>
        <pc:spChg chg="mod">
          <ac:chgData name="Lucie Fontaine" userId="2c6b0298-177f-4237-a83e-8637e19304d5" providerId="ADAL" clId="{38FDF7CA-A37A-44C1-A812-A8007AC22127}" dt="2026-04-16T14:51:18.702" v="8739"/>
          <ac:spMkLst>
            <pc:docMk/>
            <pc:sldMk cId="894382678" sldId="296"/>
            <ac:spMk id="21" creationId="{DBF87917-4B3A-E3E3-0C7A-DE27AA80C479}"/>
          </ac:spMkLst>
        </pc:spChg>
        <pc:spChg chg="mod">
          <ac:chgData name="Lucie Fontaine" userId="2c6b0298-177f-4237-a83e-8637e19304d5" providerId="ADAL" clId="{38FDF7CA-A37A-44C1-A812-A8007AC22127}" dt="2026-04-16T14:51:18.702" v="8739"/>
          <ac:spMkLst>
            <pc:docMk/>
            <pc:sldMk cId="894382678" sldId="296"/>
            <ac:spMk id="22" creationId="{8AB9B08A-EB61-D44A-36E9-3ECA58179F98}"/>
          </ac:spMkLst>
        </pc:spChg>
        <pc:spChg chg="add mod">
          <ac:chgData name="Lucie Fontaine" userId="2c6b0298-177f-4237-a83e-8637e19304d5" providerId="ADAL" clId="{38FDF7CA-A37A-44C1-A812-A8007AC22127}" dt="2026-04-16T15:12:14.253" v="8768" actId="14100"/>
          <ac:spMkLst>
            <pc:docMk/>
            <pc:sldMk cId="894382678" sldId="296"/>
            <ac:spMk id="32" creationId="{A29E662C-F423-DC12-10F9-72A4AD660DB9}"/>
          </ac:spMkLst>
        </pc:spChg>
        <pc:spChg chg="add mod">
          <ac:chgData name="Lucie Fontaine" userId="2c6b0298-177f-4237-a83e-8637e19304d5" providerId="ADAL" clId="{38FDF7CA-A37A-44C1-A812-A8007AC22127}" dt="2026-04-17T07:24:16.669" v="8863" actId="1076"/>
          <ac:spMkLst>
            <pc:docMk/>
            <pc:sldMk cId="894382678" sldId="296"/>
            <ac:spMk id="33" creationId="{008B3A4E-C566-EAE9-0C71-EB65B33511C7}"/>
          </ac:spMkLst>
        </pc:spChg>
        <pc:spChg chg="add mod">
          <ac:chgData name="Lucie Fontaine" userId="2c6b0298-177f-4237-a83e-8637e19304d5" providerId="ADAL" clId="{38FDF7CA-A37A-44C1-A812-A8007AC22127}" dt="2026-04-21T08:54:03.129" v="13279"/>
          <ac:spMkLst>
            <pc:docMk/>
            <pc:sldMk cId="894382678" sldId="296"/>
            <ac:spMk id="34" creationId="{860B06E1-5393-D26F-C918-4FDB0C82EB00}"/>
          </ac:spMkLst>
        </pc:spChg>
        <pc:spChg chg="mod">
          <ac:chgData name="Lucie Fontaine" userId="2c6b0298-177f-4237-a83e-8637e19304d5" providerId="ADAL" clId="{38FDF7CA-A37A-44C1-A812-A8007AC22127}" dt="2026-04-23T08:00:21.234" v="18498"/>
          <ac:spMkLst>
            <pc:docMk/>
            <pc:sldMk cId="894382678" sldId="296"/>
            <ac:spMk id="38" creationId="{64037060-D7A5-83FF-E725-9AA7ACEFF928}"/>
          </ac:spMkLst>
        </pc:spChg>
        <pc:spChg chg="add del mod ord">
          <ac:chgData name="Lucie Fontaine" userId="2c6b0298-177f-4237-a83e-8637e19304d5" providerId="ADAL" clId="{38FDF7CA-A37A-44C1-A812-A8007AC22127}" dt="2026-04-16T15:13:48.586" v="8774"/>
          <ac:spMkLst>
            <pc:docMk/>
            <pc:sldMk cId="894382678" sldId="296"/>
            <ac:spMk id="39" creationId="{CB3AE115-BDAC-83E4-652B-B7F33967A3BD}"/>
          </ac:spMkLst>
        </pc:spChg>
        <pc:spChg chg="mod">
          <ac:chgData name="Lucie Fontaine" userId="2c6b0298-177f-4237-a83e-8637e19304d5" providerId="ADAL" clId="{38FDF7CA-A37A-44C1-A812-A8007AC22127}" dt="2026-04-23T08:00:21.234" v="18498"/>
          <ac:spMkLst>
            <pc:docMk/>
            <pc:sldMk cId="894382678" sldId="296"/>
            <ac:spMk id="41" creationId="{140EE575-0416-D5A9-0987-D57DD33F79AD}"/>
          </ac:spMkLst>
        </pc:spChg>
        <pc:spChg chg="mod">
          <ac:chgData name="Lucie Fontaine" userId="2c6b0298-177f-4237-a83e-8637e19304d5" providerId="ADAL" clId="{38FDF7CA-A37A-44C1-A812-A8007AC22127}" dt="2026-04-23T08:00:21.234" v="18498"/>
          <ac:spMkLst>
            <pc:docMk/>
            <pc:sldMk cId="894382678" sldId="296"/>
            <ac:spMk id="48" creationId="{40C210FA-3423-0684-0120-0EF6425E7B94}"/>
          </ac:spMkLst>
        </pc:spChg>
        <pc:spChg chg="mod">
          <ac:chgData name="Lucie Fontaine" userId="2c6b0298-177f-4237-a83e-8637e19304d5" providerId="ADAL" clId="{38FDF7CA-A37A-44C1-A812-A8007AC22127}" dt="2026-04-23T08:00:21.234" v="18498"/>
          <ac:spMkLst>
            <pc:docMk/>
            <pc:sldMk cId="894382678" sldId="296"/>
            <ac:spMk id="49" creationId="{27EE7374-3104-BA52-EF30-EDE24B6EEB75}"/>
          </ac:spMkLst>
        </pc:spChg>
        <pc:spChg chg="mod">
          <ac:chgData name="Lucie Fontaine" userId="2c6b0298-177f-4237-a83e-8637e19304d5" providerId="ADAL" clId="{38FDF7CA-A37A-44C1-A812-A8007AC22127}" dt="2026-04-23T08:00:21.234" v="18498"/>
          <ac:spMkLst>
            <pc:docMk/>
            <pc:sldMk cId="894382678" sldId="296"/>
            <ac:spMk id="50" creationId="{F59F76F7-6E62-1AB1-98E6-E7C47E04CFF3}"/>
          </ac:spMkLst>
        </pc:spChg>
        <pc:spChg chg="mod">
          <ac:chgData name="Lucie Fontaine" userId="2c6b0298-177f-4237-a83e-8637e19304d5" providerId="ADAL" clId="{38FDF7CA-A37A-44C1-A812-A8007AC22127}" dt="2026-04-23T08:00:21.234" v="18498"/>
          <ac:spMkLst>
            <pc:docMk/>
            <pc:sldMk cId="894382678" sldId="296"/>
            <ac:spMk id="51" creationId="{9A9936C7-99E5-CF19-BAAD-211E47CBE54C}"/>
          </ac:spMkLst>
        </pc:spChg>
        <pc:spChg chg="mod">
          <ac:chgData name="Lucie Fontaine" userId="2c6b0298-177f-4237-a83e-8637e19304d5" providerId="ADAL" clId="{38FDF7CA-A37A-44C1-A812-A8007AC22127}" dt="2026-04-23T08:00:21.234" v="18498"/>
          <ac:spMkLst>
            <pc:docMk/>
            <pc:sldMk cId="894382678" sldId="296"/>
            <ac:spMk id="52" creationId="{06C1785C-BE78-E5FD-990F-7520717A825B}"/>
          </ac:spMkLst>
        </pc:spChg>
        <pc:spChg chg="mod">
          <ac:chgData name="Lucie Fontaine" userId="2c6b0298-177f-4237-a83e-8637e19304d5" providerId="ADAL" clId="{38FDF7CA-A37A-44C1-A812-A8007AC22127}" dt="2026-04-23T08:00:21.234" v="18498"/>
          <ac:spMkLst>
            <pc:docMk/>
            <pc:sldMk cId="894382678" sldId="296"/>
            <ac:spMk id="53" creationId="{9FC56F7A-1145-757B-8895-D3B27914E5A0}"/>
          </ac:spMkLst>
        </pc:spChg>
        <pc:spChg chg="mod">
          <ac:chgData name="Lucie Fontaine" userId="2c6b0298-177f-4237-a83e-8637e19304d5" providerId="ADAL" clId="{38FDF7CA-A37A-44C1-A812-A8007AC22127}" dt="2026-04-23T08:00:23.974" v="18499"/>
          <ac:spMkLst>
            <pc:docMk/>
            <pc:sldMk cId="894382678" sldId="296"/>
            <ac:spMk id="66" creationId="{FD014C10-7E4F-0E60-B15D-12D456B53AAA}"/>
          </ac:spMkLst>
        </pc:spChg>
        <pc:spChg chg="mod">
          <ac:chgData name="Lucie Fontaine" userId="2c6b0298-177f-4237-a83e-8637e19304d5" providerId="ADAL" clId="{38FDF7CA-A37A-44C1-A812-A8007AC22127}" dt="2026-04-23T08:00:23.974" v="18499"/>
          <ac:spMkLst>
            <pc:docMk/>
            <pc:sldMk cId="894382678" sldId="296"/>
            <ac:spMk id="68" creationId="{D8D514F9-EA1F-2A3A-385B-D13A50988B7A}"/>
          </ac:spMkLst>
        </pc:spChg>
        <pc:spChg chg="mod">
          <ac:chgData name="Lucie Fontaine" userId="2c6b0298-177f-4237-a83e-8637e19304d5" providerId="ADAL" clId="{38FDF7CA-A37A-44C1-A812-A8007AC22127}" dt="2026-04-23T08:00:23.974" v="18499"/>
          <ac:spMkLst>
            <pc:docMk/>
            <pc:sldMk cId="894382678" sldId="296"/>
            <ac:spMk id="75" creationId="{810F6308-0B34-E6DD-B438-B8CF44F79394}"/>
          </ac:spMkLst>
        </pc:spChg>
        <pc:spChg chg="mod">
          <ac:chgData name="Lucie Fontaine" userId="2c6b0298-177f-4237-a83e-8637e19304d5" providerId="ADAL" clId="{38FDF7CA-A37A-44C1-A812-A8007AC22127}" dt="2026-04-23T08:00:23.974" v="18499"/>
          <ac:spMkLst>
            <pc:docMk/>
            <pc:sldMk cId="894382678" sldId="296"/>
            <ac:spMk id="76" creationId="{998C4FCF-DB96-3801-FA5E-C76B0E73FB93}"/>
          </ac:spMkLst>
        </pc:spChg>
        <pc:spChg chg="mod">
          <ac:chgData name="Lucie Fontaine" userId="2c6b0298-177f-4237-a83e-8637e19304d5" providerId="ADAL" clId="{38FDF7CA-A37A-44C1-A812-A8007AC22127}" dt="2026-04-23T08:00:23.974" v="18499"/>
          <ac:spMkLst>
            <pc:docMk/>
            <pc:sldMk cId="894382678" sldId="296"/>
            <ac:spMk id="77" creationId="{75C44C1D-2F49-F417-2F3F-6BE741912949}"/>
          </ac:spMkLst>
        </pc:spChg>
        <pc:spChg chg="mod">
          <ac:chgData name="Lucie Fontaine" userId="2c6b0298-177f-4237-a83e-8637e19304d5" providerId="ADAL" clId="{38FDF7CA-A37A-44C1-A812-A8007AC22127}" dt="2026-04-23T08:00:23.974" v="18499"/>
          <ac:spMkLst>
            <pc:docMk/>
            <pc:sldMk cId="894382678" sldId="296"/>
            <ac:spMk id="78" creationId="{C999C93E-CD9B-5BE7-0BF5-CCD3A89764DD}"/>
          </ac:spMkLst>
        </pc:spChg>
        <pc:spChg chg="mod">
          <ac:chgData name="Lucie Fontaine" userId="2c6b0298-177f-4237-a83e-8637e19304d5" providerId="ADAL" clId="{38FDF7CA-A37A-44C1-A812-A8007AC22127}" dt="2026-04-23T08:00:23.974" v="18499"/>
          <ac:spMkLst>
            <pc:docMk/>
            <pc:sldMk cId="894382678" sldId="296"/>
            <ac:spMk id="79" creationId="{DFA59F8D-6D7A-5D0C-B068-ABD7385C333D}"/>
          </ac:spMkLst>
        </pc:spChg>
        <pc:spChg chg="mod">
          <ac:chgData name="Lucie Fontaine" userId="2c6b0298-177f-4237-a83e-8637e19304d5" providerId="ADAL" clId="{38FDF7CA-A37A-44C1-A812-A8007AC22127}" dt="2026-04-23T08:00:23.974" v="18499"/>
          <ac:spMkLst>
            <pc:docMk/>
            <pc:sldMk cId="894382678" sldId="296"/>
            <ac:spMk id="80" creationId="{ED8DF3A9-0FFB-257F-2DA1-D99EF3F591E4}"/>
          </ac:spMkLst>
        </pc:spChg>
        <pc:spChg chg="add mod">
          <ac:chgData name="Lucie Fontaine" userId="2c6b0298-177f-4237-a83e-8637e19304d5" providerId="ADAL" clId="{38FDF7CA-A37A-44C1-A812-A8007AC22127}" dt="2026-04-23T09:14:56.580" v="19231" actId="478"/>
          <ac:spMkLst>
            <pc:docMk/>
            <pc:sldMk cId="894382678" sldId="296"/>
            <ac:spMk id="92" creationId="{BF9CAAD7-C599-317A-0187-2352234D1233}"/>
          </ac:spMkLst>
        </pc:spChg>
        <pc:grpChg chg="add del mod">
          <ac:chgData name="Lucie Fontaine" userId="2c6b0298-177f-4237-a83e-8637e19304d5" providerId="ADAL" clId="{38FDF7CA-A37A-44C1-A812-A8007AC22127}" dt="2026-04-23T08:00:21.032" v="18497" actId="478"/>
          <ac:grpSpMkLst>
            <pc:docMk/>
            <pc:sldMk cId="894382678" sldId="296"/>
            <ac:grpSpMk id="5" creationId="{5B734918-A671-3466-B94F-0A1BEEFD52DF}"/>
          </ac:grpSpMkLst>
        </pc:grpChg>
        <pc:grpChg chg="mod">
          <ac:chgData name="Lucie Fontaine" userId="2c6b0298-177f-4237-a83e-8637e19304d5" providerId="ADAL" clId="{38FDF7CA-A37A-44C1-A812-A8007AC22127}" dt="2026-04-16T14:51:18.702" v="8739"/>
          <ac:grpSpMkLst>
            <pc:docMk/>
            <pc:sldMk cId="894382678" sldId="296"/>
            <ac:grpSpMk id="6" creationId="{7513BF89-4B67-9AB9-A3CF-71DE045693EB}"/>
          </ac:grpSpMkLst>
        </pc:grpChg>
        <pc:grpChg chg="mod">
          <ac:chgData name="Lucie Fontaine" userId="2c6b0298-177f-4237-a83e-8637e19304d5" providerId="ADAL" clId="{38FDF7CA-A37A-44C1-A812-A8007AC22127}" dt="2026-04-16T14:51:18.702" v="8739"/>
          <ac:grpSpMkLst>
            <pc:docMk/>
            <pc:sldMk cId="894382678" sldId="296"/>
            <ac:grpSpMk id="12" creationId="{7FAD5FA0-5A70-A7BC-BE78-B4D7163A3608}"/>
          </ac:grpSpMkLst>
        </pc:grpChg>
        <pc:grpChg chg="mod">
          <ac:chgData name="Lucie Fontaine" userId="2c6b0298-177f-4237-a83e-8637e19304d5" providerId="ADAL" clId="{38FDF7CA-A37A-44C1-A812-A8007AC22127}" dt="2026-04-16T14:51:18.702" v="8739"/>
          <ac:grpSpMkLst>
            <pc:docMk/>
            <pc:sldMk cId="894382678" sldId="296"/>
            <ac:grpSpMk id="14" creationId="{54141FF2-5AD8-03E3-E807-D720D365346D}"/>
          </ac:grpSpMkLst>
        </pc:grpChg>
        <pc:grpChg chg="add mod">
          <ac:chgData name="Lucie Fontaine" userId="2c6b0298-177f-4237-a83e-8637e19304d5" providerId="ADAL" clId="{38FDF7CA-A37A-44C1-A812-A8007AC22127}" dt="2026-04-23T08:00:21.234" v="18498"/>
          <ac:grpSpMkLst>
            <pc:docMk/>
            <pc:sldMk cId="894382678" sldId="296"/>
            <ac:grpSpMk id="35" creationId="{2C7E71B0-D854-3266-789C-037D6DDDE05C}"/>
          </ac:grpSpMkLst>
        </pc:grpChg>
        <pc:grpChg chg="mod">
          <ac:chgData name="Lucie Fontaine" userId="2c6b0298-177f-4237-a83e-8637e19304d5" providerId="ADAL" clId="{38FDF7CA-A37A-44C1-A812-A8007AC22127}" dt="2026-04-23T08:00:21.234" v="18498"/>
          <ac:grpSpMkLst>
            <pc:docMk/>
            <pc:sldMk cId="894382678" sldId="296"/>
            <ac:grpSpMk id="36" creationId="{81C60C50-5CA7-E888-BCD0-38D90B8F981E}"/>
          </ac:grpSpMkLst>
        </pc:grpChg>
        <pc:grpChg chg="mod">
          <ac:chgData name="Lucie Fontaine" userId="2c6b0298-177f-4237-a83e-8637e19304d5" providerId="ADAL" clId="{38FDF7CA-A37A-44C1-A812-A8007AC22127}" dt="2026-04-23T08:00:21.234" v="18498"/>
          <ac:grpSpMkLst>
            <pc:docMk/>
            <pc:sldMk cId="894382678" sldId="296"/>
            <ac:grpSpMk id="43" creationId="{297DDCFD-40B7-5AD8-65CC-6F949D893673}"/>
          </ac:grpSpMkLst>
        </pc:grpChg>
        <pc:grpChg chg="mod">
          <ac:chgData name="Lucie Fontaine" userId="2c6b0298-177f-4237-a83e-8637e19304d5" providerId="ADAL" clId="{38FDF7CA-A37A-44C1-A812-A8007AC22127}" dt="2026-04-23T08:00:21.234" v="18498"/>
          <ac:grpSpMkLst>
            <pc:docMk/>
            <pc:sldMk cId="894382678" sldId="296"/>
            <ac:grpSpMk id="45" creationId="{A3031DDB-7150-D547-E19B-040FD2CA1CC0}"/>
          </ac:grpSpMkLst>
        </pc:grpChg>
        <pc:grpChg chg="add mod">
          <ac:chgData name="Lucie Fontaine" userId="2c6b0298-177f-4237-a83e-8637e19304d5" providerId="ADAL" clId="{38FDF7CA-A37A-44C1-A812-A8007AC22127}" dt="2026-04-23T08:00:23.974" v="18499"/>
          <ac:grpSpMkLst>
            <pc:docMk/>
            <pc:sldMk cId="894382678" sldId="296"/>
            <ac:grpSpMk id="63" creationId="{C2F2F586-39C0-013A-CE1C-74590AEACA4E}"/>
          </ac:grpSpMkLst>
        </pc:grpChg>
        <pc:grpChg chg="mod">
          <ac:chgData name="Lucie Fontaine" userId="2c6b0298-177f-4237-a83e-8637e19304d5" providerId="ADAL" clId="{38FDF7CA-A37A-44C1-A812-A8007AC22127}" dt="2026-04-23T08:00:23.974" v="18499"/>
          <ac:grpSpMkLst>
            <pc:docMk/>
            <pc:sldMk cId="894382678" sldId="296"/>
            <ac:grpSpMk id="64" creationId="{8D2C297E-3130-F7BE-EEB9-6FE066DCC58C}"/>
          </ac:grpSpMkLst>
        </pc:grpChg>
        <pc:grpChg chg="mod">
          <ac:chgData name="Lucie Fontaine" userId="2c6b0298-177f-4237-a83e-8637e19304d5" providerId="ADAL" clId="{38FDF7CA-A37A-44C1-A812-A8007AC22127}" dt="2026-04-23T08:00:23.974" v="18499"/>
          <ac:grpSpMkLst>
            <pc:docMk/>
            <pc:sldMk cId="894382678" sldId="296"/>
            <ac:grpSpMk id="70" creationId="{7648900C-070F-B8C4-F641-0156ABA8AC3E}"/>
          </ac:grpSpMkLst>
        </pc:grpChg>
        <pc:grpChg chg="mod">
          <ac:chgData name="Lucie Fontaine" userId="2c6b0298-177f-4237-a83e-8637e19304d5" providerId="ADAL" clId="{38FDF7CA-A37A-44C1-A812-A8007AC22127}" dt="2026-04-23T08:00:23.974" v="18499"/>
          <ac:grpSpMkLst>
            <pc:docMk/>
            <pc:sldMk cId="894382678" sldId="296"/>
            <ac:grpSpMk id="72" creationId="{A8C87A2B-13BF-1A9A-8910-34AF42199CB0}"/>
          </ac:grpSpMkLst>
        </pc:grpChg>
        <pc:picChg chg="add del mod">
          <ac:chgData name="Lucie Fontaine" userId="2c6b0298-177f-4237-a83e-8637e19304d5" providerId="ADAL" clId="{38FDF7CA-A37A-44C1-A812-A8007AC22127}" dt="2026-04-16T15:13:34.986" v="8770" actId="478"/>
          <ac:picMkLst>
            <pc:docMk/>
            <pc:sldMk cId="894382678" sldId="296"/>
            <ac:picMk id="33" creationId="{DCC10932-D6B7-8A5D-DC47-6411B7D995C1}"/>
          </ac:picMkLst>
        </pc:picChg>
        <pc:picChg chg="add del mod">
          <ac:chgData name="Lucie Fontaine" userId="2c6b0298-177f-4237-a83e-8637e19304d5" providerId="ADAL" clId="{38FDF7CA-A37A-44C1-A812-A8007AC22127}" dt="2026-04-16T15:13:47.805" v="8773" actId="21"/>
          <ac:picMkLst>
            <pc:docMk/>
            <pc:sldMk cId="894382678" sldId="296"/>
            <ac:picMk id="35" creationId="{CB546586-6EB3-D09D-53FA-2B5359C72460}"/>
          </ac:picMkLst>
        </pc:picChg>
        <pc:picChg chg="add del mod">
          <ac:chgData name="Lucie Fontaine" userId="2c6b0298-177f-4237-a83e-8637e19304d5" providerId="ADAL" clId="{38FDF7CA-A37A-44C1-A812-A8007AC22127}" dt="2026-04-23T09:14:56.580" v="19231" actId="478"/>
          <ac:picMkLst>
            <pc:docMk/>
            <pc:sldMk cId="894382678" sldId="296"/>
            <ac:picMk id="40" creationId="{CB546586-6EB3-D09D-53FA-2B5359C72460}"/>
          </ac:picMkLst>
        </pc:picChg>
        <pc:picChg chg="add mod">
          <ac:chgData name="Lucie Fontaine" userId="2c6b0298-177f-4237-a83e-8637e19304d5" providerId="ADAL" clId="{38FDF7CA-A37A-44C1-A812-A8007AC22127}" dt="2026-04-23T09:15:01.393" v="19233" actId="1076"/>
          <ac:picMkLst>
            <pc:docMk/>
            <pc:sldMk cId="894382678" sldId="296"/>
            <ac:picMk id="94" creationId="{E909DC51-C54F-62A8-C3D4-9044C0F2D872}"/>
          </ac:picMkLst>
        </pc:picChg>
        <pc:cxnChg chg="mod">
          <ac:chgData name="Lucie Fontaine" userId="2c6b0298-177f-4237-a83e-8637e19304d5" providerId="ADAL" clId="{38FDF7CA-A37A-44C1-A812-A8007AC22127}" dt="2026-04-16T14:51:18.702" v="8739"/>
          <ac:cxnSpMkLst>
            <pc:docMk/>
            <pc:sldMk cId="894382678" sldId="296"/>
            <ac:cxnSpMk id="7" creationId="{AEC2B1CD-4E00-4248-FCB4-8C1311CA211D}"/>
          </ac:cxnSpMkLst>
        </pc:cxnChg>
        <pc:cxnChg chg="mod">
          <ac:chgData name="Lucie Fontaine" userId="2c6b0298-177f-4237-a83e-8637e19304d5" providerId="ADAL" clId="{38FDF7CA-A37A-44C1-A812-A8007AC22127}" dt="2026-04-16T14:51:18.702" v="8739"/>
          <ac:cxnSpMkLst>
            <pc:docMk/>
            <pc:sldMk cId="894382678" sldId="296"/>
            <ac:cxnSpMk id="9" creationId="{0C382BEF-5730-C414-8A92-E9686043C008}"/>
          </ac:cxnSpMkLst>
        </pc:cxnChg>
        <pc:cxnChg chg="mod">
          <ac:chgData name="Lucie Fontaine" userId="2c6b0298-177f-4237-a83e-8637e19304d5" providerId="ADAL" clId="{38FDF7CA-A37A-44C1-A812-A8007AC22127}" dt="2026-04-16T14:51:18.702" v="8739"/>
          <ac:cxnSpMkLst>
            <pc:docMk/>
            <pc:sldMk cId="894382678" sldId="296"/>
            <ac:cxnSpMk id="11" creationId="{62EF85EC-DFC2-A9D4-1947-E5D1C00402F7}"/>
          </ac:cxnSpMkLst>
        </pc:cxnChg>
        <pc:cxnChg chg="mod">
          <ac:chgData name="Lucie Fontaine" userId="2c6b0298-177f-4237-a83e-8637e19304d5" providerId="ADAL" clId="{38FDF7CA-A37A-44C1-A812-A8007AC22127}" dt="2026-04-23T08:00:21.032" v="18497" actId="478"/>
          <ac:cxnSpMkLst>
            <pc:docMk/>
            <pc:sldMk cId="894382678" sldId="296"/>
            <ac:cxnSpMk id="13" creationId="{9058EF4C-6987-7460-63D7-DAF9C3B78096}"/>
          </ac:cxnSpMkLst>
        </pc:cxnChg>
        <pc:cxnChg chg="mod">
          <ac:chgData name="Lucie Fontaine" userId="2c6b0298-177f-4237-a83e-8637e19304d5" providerId="ADAL" clId="{38FDF7CA-A37A-44C1-A812-A8007AC22127}" dt="2026-04-16T14:51:18.702" v="8739"/>
          <ac:cxnSpMkLst>
            <pc:docMk/>
            <pc:sldMk cId="894382678" sldId="296"/>
            <ac:cxnSpMk id="15" creationId="{C307D885-8701-5F51-CD71-04D600C94C86}"/>
          </ac:cxnSpMkLst>
        </pc:cxnChg>
        <pc:cxnChg chg="mod">
          <ac:chgData name="Lucie Fontaine" userId="2c6b0298-177f-4237-a83e-8637e19304d5" providerId="ADAL" clId="{38FDF7CA-A37A-44C1-A812-A8007AC22127}" dt="2026-04-16T14:51:18.702" v="8739"/>
          <ac:cxnSpMkLst>
            <pc:docMk/>
            <pc:sldMk cId="894382678" sldId="296"/>
            <ac:cxnSpMk id="16" creationId="{E8D260AE-BB74-3ADD-0B12-603F76276C91}"/>
          </ac:cxnSpMkLst>
        </pc:cxnChg>
        <pc:cxnChg chg="mod">
          <ac:chgData name="Lucie Fontaine" userId="2c6b0298-177f-4237-a83e-8637e19304d5" providerId="ADAL" clId="{38FDF7CA-A37A-44C1-A812-A8007AC22127}" dt="2026-04-16T14:51:18.702" v="8739"/>
          <ac:cxnSpMkLst>
            <pc:docMk/>
            <pc:sldMk cId="894382678" sldId="296"/>
            <ac:cxnSpMk id="23" creationId="{26DB472F-D91C-51A9-5B19-D2F4D1DA73F5}"/>
          </ac:cxnSpMkLst>
        </pc:cxnChg>
        <pc:cxnChg chg="mod">
          <ac:chgData name="Lucie Fontaine" userId="2c6b0298-177f-4237-a83e-8637e19304d5" providerId="ADAL" clId="{38FDF7CA-A37A-44C1-A812-A8007AC22127}" dt="2026-04-23T08:00:21.032" v="18497" actId="478"/>
          <ac:cxnSpMkLst>
            <pc:docMk/>
            <pc:sldMk cId="894382678" sldId="296"/>
            <ac:cxnSpMk id="24" creationId="{3F8F5915-6075-7D70-C9C8-963B715B585A}"/>
          </ac:cxnSpMkLst>
        </pc:cxnChg>
        <pc:cxnChg chg="mod">
          <ac:chgData name="Lucie Fontaine" userId="2c6b0298-177f-4237-a83e-8637e19304d5" providerId="ADAL" clId="{38FDF7CA-A37A-44C1-A812-A8007AC22127}" dt="2026-04-16T14:51:18.702" v="8739"/>
          <ac:cxnSpMkLst>
            <pc:docMk/>
            <pc:sldMk cId="894382678" sldId="296"/>
            <ac:cxnSpMk id="25" creationId="{11AADA2A-2A6C-136A-80A3-A85B70367CFE}"/>
          </ac:cxnSpMkLst>
        </pc:cxnChg>
        <pc:cxnChg chg="mod">
          <ac:chgData name="Lucie Fontaine" userId="2c6b0298-177f-4237-a83e-8637e19304d5" providerId="ADAL" clId="{38FDF7CA-A37A-44C1-A812-A8007AC22127}" dt="2026-04-16T14:51:18.702" v="8739"/>
          <ac:cxnSpMkLst>
            <pc:docMk/>
            <pc:sldMk cId="894382678" sldId="296"/>
            <ac:cxnSpMk id="26" creationId="{C8E28751-0F3F-0645-6DAA-6C679C865A20}"/>
          </ac:cxnSpMkLst>
        </pc:cxnChg>
        <pc:cxnChg chg="mod">
          <ac:chgData name="Lucie Fontaine" userId="2c6b0298-177f-4237-a83e-8637e19304d5" providerId="ADAL" clId="{38FDF7CA-A37A-44C1-A812-A8007AC22127}" dt="2026-04-23T08:00:21.032" v="18497" actId="478"/>
          <ac:cxnSpMkLst>
            <pc:docMk/>
            <pc:sldMk cId="894382678" sldId="296"/>
            <ac:cxnSpMk id="27" creationId="{DD33A741-FC57-437B-B982-0D1ECA725CF0}"/>
          </ac:cxnSpMkLst>
        </pc:cxnChg>
        <pc:cxnChg chg="mod">
          <ac:chgData name="Lucie Fontaine" userId="2c6b0298-177f-4237-a83e-8637e19304d5" providerId="ADAL" clId="{38FDF7CA-A37A-44C1-A812-A8007AC22127}" dt="2026-04-23T08:00:21.032" v="18497" actId="478"/>
          <ac:cxnSpMkLst>
            <pc:docMk/>
            <pc:sldMk cId="894382678" sldId="296"/>
            <ac:cxnSpMk id="28" creationId="{8FA68745-F07E-FECE-ECD0-5F28A385E991}"/>
          </ac:cxnSpMkLst>
        </pc:cxnChg>
        <pc:cxnChg chg="mod">
          <ac:chgData name="Lucie Fontaine" userId="2c6b0298-177f-4237-a83e-8637e19304d5" providerId="ADAL" clId="{38FDF7CA-A37A-44C1-A812-A8007AC22127}" dt="2026-04-23T08:00:21.032" v="18497" actId="478"/>
          <ac:cxnSpMkLst>
            <pc:docMk/>
            <pc:sldMk cId="894382678" sldId="296"/>
            <ac:cxnSpMk id="29" creationId="{37A30663-3CAC-691E-ECB2-17CA5A2CBD86}"/>
          </ac:cxnSpMkLst>
        </pc:cxnChg>
        <pc:cxnChg chg="mod">
          <ac:chgData name="Lucie Fontaine" userId="2c6b0298-177f-4237-a83e-8637e19304d5" providerId="ADAL" clId="{38FDF7CA-A37A-44C1-A812-A8007AC22127}" dt="2026-04-23T08:00:21.032" v="18497" actId="478"/>
          <ac:cxnSpMkLst>
            <pc:docMk/>
            <pc:sldMk cId="894382678" sldId="296"/>
            <ac:cxnSpMk id="30" creationId="{F4024670-8953-05F2-3794-89A0E350EA65}"/>
          </ac:cxnSpMkLst>
        </pc:cxnChg>
        <pc:cxnChg chg="mod">
          <ac:chgData name="Lucie Fontaine" userId="2c6b0298-177f-4237-a83e-8637e19304d5" providerId="ADAL" clId="{38FDF7CA-A37A-44C1-A812-A8007AC22127}" dt="2026-04-16T14:51:18.702" v="8739"/>
          <ac:cxnSpMkLst>
            <pc:docMk/>
            <pc:sldMk cId="894382678" sldId="296"/>
            <ac:cxnSpMk id="31" creationId="{0E000B4E-2347-A347-0EC1-032D244AE4EE}"/>
          </ac:cxnSpMkLst>
        </pc:cxnChg>
        <pc:cxnChg chg="add del mod">
          <ac:chgData name="Lucie Fontaine" userId="2c6b0298-177f-4237-a83e-8637e19304d5" providerId="ADAL" clId="{38FDF7CA-A37A-44C1-A812-A8007AC22127}" dt="2026-04-16T15:05:16.720" v="8752" actId="478"/>
          <ac:cxnSpMkLst>
            <pc:docMk/>
            <pc:sldMk cId="894382678" sldId="296"/>
            <ac:cxnSpMk id="37" creationId="{3A421E5B-72A2-5B49-AAFE-59307016E0B3}"/>
          </ac:cxnSpMkLst>
        </pc:cxnChg>
        <pc:cxnChg chg="mod">
          <ac:chgData name="Lucie Fontaine" userId="2c6b0298-177f-4237-a83e-8637e19304d5" providerId="ADAL" clId="{38FDF7CA-A37A-44C1-A812-A8007AC22127}" dt="2026-04-23T08:00:21.234" v="18498"/>
          <ac:cxnSpMkLst>
            <pc:docMk/>
            <pc:sldMk cId="894382678" sldId="296"/>
            <ac:cxnSpMk id="37" creationId="{DDF2EA38-BEAB-8028-9B49-DC1A091A1DA0}"/>
          </ac:cxnSpMkLst>
        </pc:cxnChg>
        <pc:cxnChg chg="mod">
          <ac:chgData name="Lucie Fontaine" userId="2c6b0298-177f-4237-a83e-8637e19304d5" providerId="ADAL" clId="{38FDF7CA-A37A-44C1-A812-A8007AC22127}" dt="2026-04-23T08:00:21.234" v="18498"/>
          <ac:cxnSpMkLst>
            <pc:docMk/>
            <pc:sldMk cId="894382678" sldId="296"/>
            <ac:cxnSpMk id="39" creationId="{5DA4F1D0-162E-104E-BBC5-11252CBDAA15}"/>
          </ac:cxnSpMkLst>
        </pc:cxnChg>
        <pc:cxnChg chg="mod">
          <ac:chgData name="Lucie Fontaine" userId="2c6b0298-177f-4237-a83e-8637e19304d5" providerId="ADAL" clId="{38FDF7CA-A37A-44C1-A812-A8007AC22127}" dt="2026-04-23T08:00:21.234" v="18498"/>
          <ac:cxnSpMkLst>
            <pc:docMk/>
            <pc:sldMk cId="894382678" sldId="296"/>
            <ac:cxnSpMk id="42" creationId="{553BCFC3-8168-0461-CF6B-A99391F237C1}"/>
          </ac:cxnSpMkLst>
        </pc:cxnChg>
        <pc:cxnChg chg="mod">
          <ac:chgData name="Lucie Fontaine" userId="2c6b0298-177f-4237-a83e-8637e19304d5" providerId="ADAL" clId="{38FDF7CA-A37A-44C1-A812-A8007AC22127}" dt="2026-04-23T08:00:21.234" v="18498"/>
          <ac:cxnSpMkLst>
            <pc:docMk/>
            <pc:sldMk cId="894382678" sldId="296"/>
            <ac:cxnSpMk id="44" creationId="{181D6548-D525-4402-75D3-E3528DE00D7D}"/>
          </ac:cxnSpMkLst>
        </pc:cxnChg>
        <pc:cxnChg chg="mod">
          <ac:chgData name="Lucie Fontaine" userId="2c6b0298-177f-4237-a83e-8637e19304d5" providerId="ADAL" clId="{38FDF7CA-A37A-44C1-A812-A8007AC22127}" dt="2026-04-23T08:00:21.234" v="18498"/>
          <ac:cxnSpMkLst>
            <pc:docMk/>
            <pc:sldMk cId="894382678" sldId="296"/>
            <ac:cxnSpMk id="46" creationId="{54F5336E-E5D3-AFEA-268F-94AE6BFE555D}"/>
          </ac:cxnSpMkLst>
        </pc:cxnChg>
        <pc:cxnChg chg="mod">
          <ac:chgData name="Lucie Fontaine" userId="2c6b0298-177f-4237-a83e-8637e19304d5" providerId="ADAL" clId="{38FDF7CA-A37A-44C1-A812-A8007AC22127}" dt="2026-04-23T08:00:21.234" v="18498"/>
          <ac:cxnSpMkLst>
            <pc:docMk/>
            <pc:sldMk cId="894382678" sldId="296"/>
            <ac:cxnSpMk id="47" creationId="{7CABFFF1-3518-24CB-9AED-C333B94EEF2D}"/>
          </ac:cxnSpMkLst>
        </pc:cxnChg>
        <pc:cxnChg chg="mod">
          <ac:chgData name="Lucie Fontaine" userId="2c6b0298-177f-4237-a83e-8637e19304d5" providerId="ADAL" clId="{38FDF7CA-A37A-44C1-A812-A8007AC22127}" dt="2026-04-23T08:00:21.234" v="18498"/>
          <ac:cxnSpMkLst>
            <pc:docMk/>
            <pc:sldMk cId="894382678" sldId="296"/>
            <ac:cxnSpMk id="54" creationId="{29F8679F-8B3D-D8EE-EF27-25EC67E09DE9}"/>
          </ac:cxnSpMkLst>
        </pc:cxnChg>
        <pc:cxnChg chg="mod">
          <ac:chgData name="Lucie Fontaine" userId="2c6b0298-177f-4237-a83e-8637e19304d5" providerId="ADAL" clId="{38FDF7CA-A37A-44C1-A812-A8007AC22127}" dt="2026-04-23T08:00:21.234" v="18498"/>
          <ac:cxnSpMkLst>
            <pc:docMk/>
            <pc:sldMk cId="894382678" sldId="296"/>
            <ac:cxnSpMk id="55" creationId="{1E598A84-9C7B-B647-A1EA-9627867F1A16}"/>
          </ac:cxnSpMkLst>
        </pc:cxnChg>
        <pc:cxnChg chg="mod">
          <ac:chgData name="Lucie Fontaine" userId="2c6b0298-177f-4237-a83e-8637e19304d5" providerId="ADAL" clId="{38FDF7CA-A37A-44C1-A812-A8007AC22127}" dt="2026-04-23T08:00:21.234" v="18498"/>
          <ac:cxnSpMkLst>
            <pc:docMk/>
            <pc:sldMk cId="894382678" sldId="296"/>
            <ac:cxnSpMk id="56" creationId="{3957701F-3E9D-D36F-EA6B-D3C856E47203}"/>
          </ac:cxnSpMkLst>
        </pc:cxnChg>
        <pc:cxnChg chg="mod">
          <ac:chgData name="Lucie Fontaine" userId="2c6b0298-177f-4237-a83e-8637e19304d5" providerId="ADAL" clId="{38FDF7CA-A37A-44C1-A812-A8007AC22127}" dt="2026-04-23T08:00:21.234" v="18498"/>
          <ac:cxnSpMkLst>
            <pc:docMk/>
            <pc:sldMk cId="894382678" sldId="296"/>
            <ac:cxnSpMk id="57" creationId="{580D3ACC-A029-37FB-A1A8-719FF60C547E}"/>
          </ac:cxnSpMkLst>
        </pc:cxnChg>
        <pc:cxnChg chg="mod">
          <ac:chgData name="Lucie Fontaine" userId="2c6b0298-177f-4237-a83e-8637e19304d5" providerId="ADAL" clId="{38FDF7CA-A37A-44C1-A812-A8007AC22127}" dt="2026-04-23T08:00:21.234" v="18498"/>
          <ac:cxnSpMkLst>
            <pc:docMk/>
            <pc:sldMk cId="894382678" sldId="296"/>
            <ac:cxnSpMk id="58" creationId="{46BA00E0-B269-4413-2F5E-EB186C844439}"/>
          </ac:cxnSpMkLst>
        </pc:cxnChg>
        <pc:cxnChg chg="mod">
          <ac:chgData name="Lucie Fontaine" userId="2c6b0298-177f-4237-a83e-8637e19304d5" providerId="ADAL" clId="{38FDF7CA-A37A-44C1-A812-A8007AC22127}" dt="2026-04-23T08:00:21.234" v="18498"/>
          <ac:cxnSpMkLst>
            <pc:docMk/>
            <pc:sldMk cId="894382678" sldId="296"/>
            <ac:cxnSpMk id="59" creationId="{72033C7F-4A73-F240-2E2A-E94C6709913D}"/>
          </ac:cxnSpMkLst>
        </pc:cxnChg>
        <pc:cxnChg chg="mod">
          <ac:chgData name="Lucie Fontaine" userId="2c6b0298-177f-4237-a83e-8637e19304d5" providerId="ADAL" clId="{38FDF7CA-A37A-44C1-A812-A8007AC22127}" dt="2026-04-23T08:00:21.234" v="18498"/>
          <ac:cxnSpMkLst>
            <pc:docMk/>
            <pc:sldMk cId="894382678" sldId="296"/>
            <ac:cxnSpMk id="60" creationId="{742141EB-DFB5-0EC3-BE8A-984CD175CC22}"/>
          </ac:cxnSpMkLst>
        </pc:cxnChg>
        <pc:cxnChg chg="mod">
          <ac:chgData name="Lucie Fontaine" userId="2c6b0298-177f-4237-a83e-8637e19304d5" providerId="ADAL" clId="{38FDF7CA-A37A-44C1-A812-A8007AC22127}" dt="2026-04-23T08:00:21.234" v="18498"/>
          <ac:cxnSpMkLst>
            <pc:docMk/>
            <pc:sldMk cId="894382678" sldId="296"/>
            <ac:cxnSpMk id="61" creationId="{F1463B4C-13CD-8D2F-B545-951BD422BC58}"/>
          </ac:cxnSpMkLst>
        </pc:cxnChg>
        <pc:cxnChg chg="mod">
          <ac:chgData name="Lucie Fontaine" userId="2c6b0298-177f-4237-a83e-8637e19304d5" providerId="ADAL" clId="{38FDF7CA-A37A-44C1-A812-A8007AC22127}" dt="2026-04-23T08:00:21.234" v="18498"/>
          <ac:cxnSpMkLst>
            <pc:docMk/>
            <pc:sldMk cId="894382678" sldId="296"/>
            <ac:cxnSpMk id="62" creationId="{546ADC1C-F745-599F-032D-6E78E5EF9DDF}"/>
          </ac:cxnSpMkLst>
        </pc:cxnChg>
        <pc:cxnChg chg="mod">
          <ac:chgData name="Lucie Fontaine" userId="2c6b0298-177f-4237-a83e-8637e19304d5" providerId="ADAL" clId="{38FDF7CA-A37A-44C1-A812-A8007AC22127}" dt="2026-04-23T08:00:23.974" v="18499"/>
          <ac:cxnSpMkLst>
            <pc:docMk/>
            <pc:sldMk cId="894382678" sldId="296"/>
            <ac:cxnSpMk id="65" creationId="{749ED9BC-16DD-4CF8-E5E4-BA639FEF4487}"/>
          </ac:cxnSpMkLst>
        </pc:cxnChg>
        <pc:cxnChg chg="mod">
          <ac:chgData name="Lucie Fontaine" userId="2c6b0298-177f-4237-a83e-8637e19304d5" providerId="ADAL" clId="{38FDF7CA-A37A-44C1-A812-A8007AC22127}" dt="2026-04-23T08:00:23.974" v="18499"/>
          <ac:cxnSpMkLst>
            <pc:docMk/>
            <pc:sldMk cId="894382678" sldId="296"/>
            <ac:cxnSpMk id="67" creationId="{662BB41A-B484-BA68-0AF9-C9FE70C08E2B}"/>
          </ac:cxnSpMkLst>
        </pc:cxnChg>
        <pc:cxnChg chg="mod">
          <ac:chgData name="Lucie Fontaine" userId="2c6b0298-177f-4237-a83e-8637e19304d5" providerId="ADAL" clId="{38FDF7CA-A37A-44C1-A812-A8007AC22127}" dt="2026-04-23T08:00:23.974" v="18499"/>
          <ac:cxnSpMkLst>
            <pc:docMk/>
            <pc:sldMk cId="894382678" sldId="296"/>
            <ac:cxnSpMk id="69" creationId="{21400BEC-CB64-1134-9CF1-F97F054FD96F}"/>
          </ac:cxnSpMkLst>
        </pc:cxnChg>
        <pc:cxnChg chg="mod">
          <ac:chgData name="Lucie Fontaine" userId="2c6b0298-177f-4237-a83e-8637e19304d5" providerId="ADAL" clId="{38FDF7CA-A37A-44C1-A812-A8007AC22127}" dt="2026-04-23T08:00:23.974" v="18499"/>
          <ac:cxnSpMkLst>
            <pc:docMk/>
            <pc:sldMk cId="894382678" sldId="296"/>
            <ac:cxnSpMk id="71" creationId="{0004D2D3-2462-01E0-6974-64A510CC2A90}"/>
          </ac:cxnSpMkLst>
        </pc:cxnChg>
        <pc:cxnChg chg="mod">
          <ac:chgData name="Lucie Fontaine" userId="2c6b0298-177f-4237-a83e-8637e19304d5" providerId="ADAL" clId="{38FDF7CA-A37A-44C1-A812-A8007AC22127}" dt="2026-04-23T08:00:23.974" v="18499"/>
          <ac:cxnSpMkLst>
            <pc:docMk/>
            <pc:sldMk cId="894382678" sldId="296"/>
            <ac:cxnSpMk id="73" creationId="{2180A656-CCF5-5384-8426-729ECFB10D5A}"/>
          </ac:cxnSpMkLst>
        </pc:cxnChg>
        <pc:cxnChg chg="mod">
          <ac:chgData name="Lucie Fontaine" userId="2c6b0298-177f-4237-a83e-8637e19304d5" providerId="ADAL" clId="{38FDF7CA-A37A-44C1-A812-A8007AC22127}" dt="2026-04-23T08:00:23.974" v="18499"/>
          <ac:cxnSpMkLst>
            <pc:docMk/>
            <pc:sldMk cId="894382678" sldId="296"/>
            <ac:cxnSpMk id="74" creationId="{8998DB82-D7F8-4B20-1D45-F109DA5B0B01}"/>
          </ac:cxnSpMkLst>
        </pc:cxnChg>
        <pc:cxnChg chg="mod">
          <ac:chgData name="Lucie Fontaine" userId="2c6b0298-177f-4237-a83e-8637e19304d5" providerId="ADAL" clId="{38FDF7CA-A37A-44C1-A812-A8007AC22127}" dt="2026-04-23T08:00:23.974" v="18499"/>
          <ac:cxnSpMkLst>
            <pc:docMk/>
            <pc:sldMk cId="894382678" sldId="296"/>
            <ac:cxnSpMk id="81" creationId="{4D74D861-8562-BD66-F193-1BEB3556FAD9}"/>
          </ac:cxnSpMkLst>
        </pc:cxnChg>
        <pc:cxnChg chg="mod">
          <ac:chgData name="Lucie Fontaine" userId="2c6b0298-177f-4237-a83e-8637e19304d5" providerId="ADAL" clId="{38FDF7CA-A37A-44C1-A812-A8007AC22127}" dt="2026-04-23T08:00:23.974" v="18499"/>
          <ac:cxnSpMkLst>
            <pc:docMk/>
            <pc:sldMk cId="894382678" sldId="296"/>
            <ac:cxnSpMk id="82" creationId="{ED2FDDD8-AC51-BCE9-DEFE-42DE3F1BA3A8}"/>
          </ac:cxnSpMkLst>
        </pc:cxnChg>
        <pc:cxnChg chg="mod">
          <ac:chgData name="Lucie Fontaine" userId="2c6b0298-177f-4237-a83e-8637e19304d5" providerId="ADAL" clId="{38FDF7CA-A37A-44C1-A812-A8007AC22127}" dt="2026-04-23T08:00:23.974" v="18499"/>
          <ac:cxnSpMkLst>
            <pc:docMk/>
            <pc:sldMk cId="894382678" sldId="296"/>
            <ac:cxnSpMk id="83" creationId="{4A19BBD6-5F54-5DE0-2D30-EC232222F64D}"/>
          </ac:cxnSpMkLst>
        </pc:cxnChg>
        <pc:cxnChg chg="mod">
          <ac:chgData name="Lucie Fontaine" userId="2c6b0298-177f-4237-a83e-8637e19304d5" providerId="ADAL" clId="{38FDF7CA-A37A-44C1-A812-A8007AC22127}" dt="2026-04-23T08:00:23.974" v="18499"/>
          <ac:cxnSpMkLst>
            <pc:docMk/>
            <pc:sldMk cId="894382678" sldId="296"/>
            <ac:cxnSpMk id="84" creationId="{5A9F6E01-321C-C4EA-5775-D1187793FA4A}"/>
          </ac:cxnSpMkLst>
        </pc:cxnChg>
        <pc:cxnChg chg="mod">
          <ac:chgData name="Lucie Fontaine" userId="2c6b0298-177f-4237-a83e-8637e19304d5" providerId="ADAL" clId="{38FDF7CA-A37A-44C1-A812-A8007AC22127}" dt="2026-04-23T08:00:23.974" v="18499"/>
          <ac:cxnSpMkLst>
            <pc:docMk/>
            <pc:sldMk cId="894382678" sldId="296"/>
            <ac:cxnSpMk id="85" creationId="{500AB715-7B0B-F381-89DC-707616F288EA}"/>
          </ac:cxnSpMkLst>
        </pc:cxnChg>
        <pc:cxnChg chg="mod">
          <ac:chgData name="Lucie Fontaine" userId="2c6b0298-177f-4237-a83e-8637e19304d5" providerId="ADAL" clId="{38FDF7CA-A37A-44C1-A812-A8007AC22127}" dt="2026-04-23T08:00:23.974" v="18499"/>
          <ac:cxnSpMkLst>
            <pc:docMk/>
            <pc:sldMk cId="894382678" sldId="296"/>
            <ac:cxnSpMk id="86" creationId="{E024757B-818E-5424-CF58-98534C3D4340}"/>
          </ac:cxnSpMkLst>
        </pc:cxnChg>
        <pc:cxnChg chg="mod">
          <ac:chgData name="Lucie Fontaine" userId="2c6b0298-177f-4237-a83e-8637e19304d5" providerId="ADAL" clId="{38FDF7CA-A37A-44C1-A812-A8007AC22127}" dt="2026-04-23T08:00:23.974" v="18499"/>
          <ac:cxnSpMkLst>
            <pc:docMk/>
            <pc:sldMk cId="894382678" sldId="296"/>
            <ac:cxnSpMk id="87" creationId="{010FE2D8-4D24-2B74-BF08-B6615290D37C}"/>
          </ac:cxnSpMkLst>
        </pc:cxnChg>
        <pc:cxnChg chg="mod">
          <ac:chgData name="Lucie Fontaine" userId="2c6b0298-177f-4237-a83e-8637e19304d5" providerId="ADAL" clId="{38FDF7CA-A37A-44C1-A812-A8007AC22127}" dt="2026-04-23T08:00:23.974" v="18499"/>
          <ac:cxnSpMkLst>
            <pc:docMk/>
            <pc:sldMk cId="894382678" sldId="296"/>
            <ac:cxnSpMk id="88" creationId="{DD77CEE7-6C9C-9CC2-9E6C-4A303298BB60}"/>
          </ac:cxnSpMkLst>
        </pc:cxnChg>
        <pc:cxnChg chg="mod">
          <ac:chgData name="Lucie Fontaine" userId="2c6b0298-177f-4237-a83e-8637e19304d5" providerId="ADAL" clId="{38FDF7CA-A37A-44C1-A812-A8007AC22127}" dt="2026-04-23T08:00:23.974" v="18499"/>
          <ac:cxnSpMkLst>
            <pc:docMk/>
            <pc:sldMk cId="894382678" sldId="296"/>
            <ac:cxnSpMk id="89" creationId="{7AA42230-252D-CAAE-7DEC-63A47D65FFC2}"/>
          </ac:cxnSpMkLst>
        </pc:cxnChg>
      </pc:sldChg>
      <pc:sldChg chg="addSp delSp modSp new del mod ord">
        <pc:chgData name="Lucie Fontaine" userId="2c6b0298-177f-4237-a83e-8637e19304d5" providerId="ADAL" clId="{38FDF7CA-A37A-44C1-A812-A8007AC22127}" dt="2026-04-16T14:43:37.004" v="8721" actId="2696"/>
        <pc:sldMkLst>
          <pc:docMk/>
          <pc:sldMk cId="3400162598" sldId="297"/>
        </pc:sldMkLst>
        <pc:spChg chg="mod">
          <ac:chgData name="Lucie Fontaine" userId="2c6b0298-177f-4237-a83e-8637e19304d5" providerId="ADAL" clId="{38FDF7CA-A37A-44C1-A812-A8007AC22127}" dt="2026-04-16T13:43:05.050" v="8444" actId="20577"/>
          <ac:spMkLst>
            <pc:docMk/>
            <pc:sldMk cId="3400162598" sldId="297"/>
            <ac:spMk id="2" creationId="{39833C5B-3093-10F4-C1B0-F7301B3DB3BD}"/>
          </ac:spMkLst>
        </pc:spChg>
        <pc:spChg chg="add del mod">
          <ac:chgData name="Lucie Fontaine" userId="2c6b0298-177f-4237-a83e-8637e19304d5" providerId="ADAL" clId="{38FDF7CA-A37A-44C1-A812-A8007AC22127}" dt="2026-04-16T13:47:13.018" v="8475" actId="22"/>
          <ac:spMkLst>
            <pc:docMk/>
            <pc:sldMk cId="3400162598" sldId="297"/>
            <ac:spMk id="4" creationId="{83102EF7-481B-1A8C-028D-6FCD0DAA9C5B}"/>
          </ac:spMkLst>
        </pc:spChg>
        <pc:spChg chg="mod">
          <ac:chgData name="Lucie Fontaine" userId="2c6b0298-177f-4237-a83e-8637e19304d5" providerId="ADAL" clId="{38FDF7CA-A37A-44C1-A812-A8007AC22127}" dt="2026-04-16T13:45:09.229" v="8456"/>
          <ac:spMkLst>
            <pc:docMk/>
            <pc:sldMk cId="3400162598" sldId="297"/>
            <ac:spMk id="8" creationId="{996449F9-3674-F1DD-B64C-E31AD4BEB839}"/>
          </ac:spMkLst>
        </pc:spChg>
        <pc:spChg chg="mod">
          <ac:chgData name="Lucie Fontaine" userId="2c6b0298-177f-4237-a83e-8637e19304d5" providerId="ADAL" clId="{38FDF7CA-A37A-44C1-A812-A8007AC22127}" dt="2026-04-16T13:45:09.229" v="8456"/>
          <ac:spMkLst>
            <pc:docMk/>
            <pc:sldMk cId="3400162598" sldId="297"/>
            <ac:spMk id="10" creationId="{4EFBC434-E46B-84DD-1DC1-FAD3BB7C6B4D}"/>
          </ac:spMkLst>
        </pc:spChg>
        <pc:spChg chg="mod">
          <ac:chgData name="Lucie Fontaine" userId="2c6b0298-177f-4237-a83e-8637e19304d5" providerId="ADAL" clId="{38FDF7CA-A37A-44C1-A812-A8007AC22127}" dt="2026-04-16T13:45:09.229" v="8456"/>
          <ac:spMkLst>
            <pc:docMk/>
            <pc:sldMk cId="3400162598" sldId="297"/>
            <ac:spMk id="17" creationId="{1CAF132C-DCB4-3104-8A4B-D2D1715AB025}"/>
          </ac:spMkLst>
        </pc:spChg>
        <pc:spChg chg="mod">
          <ac:chgData name="Lucie Fontaine" userId="2c6b0298-177f-4237-a83e-8637e19304d5" providerId="ADAL" clId="{38FDF7CA-A37A-44C1-A812-A8007AC22127}" dt="2026-04-16T13:45:09.229" v="8456"/>
          <ac:spMkLst>
            <pc:docMk/>
            <pc:sldMk cId="3400162598" sldId="297"/>
            <ac:spMk id="18" creationId="{E04959BB-4DFC-9FDF-4790-AF72C47B0B71}"/>
          </ac:spMkLst>
        </pc:spChg>
        <pc:spChg chg="mod">
          <ac:chgData name="Lucie Fontaine" userId="2c6b0298-177f-4237-a83e-8637e19304d5" providerId="ADAL" clId="{38FDF7CA-A37A-44C1-A812-A8007AC22127}" dt="2026-04-16T13:45:09.229" v="8456"/>
          <ac:spMkLst>
            <pc:docMk/>
            <pc:sldMk cId="3400162598" sldId="297"/>
            <ac:spMk id="19" creationId="{A0AE9135-277F-DCF0-B8B1-1BC8605ED74B}"/>
          </ac:spMkLst>
        </pc:spChg>
        <pc:spChg chg="mod">
          <ac:chgData name="Lucie Fontaine" userId="2c6b0298-177f-4237-a83e-8637e19304d5" providerId="ADAL" clId="{38FDF7CA-A37A-44C1-A812-A8007AC22127}" dt="2026-04-16T13:45:09.229" v="8456"/>
          <ac:spMkLst>
            <pc:docMk/>
            <pc:sldMk cId="3400162598" sldId="297"/>
            <ac:spMk id="20" creationId="{80032834-6642-5C89-3971-760992EF006D}"/>
          </ac:spMkLst>
        </pc:spChg>
        <pc:spChg chg="mod">
          <ac:chgData name="Lucie Fontaine" userId="2c6b0298-177f-4237-a83e-8637e19304d5" providerId="ADAL" clId="{38FDF7CA-A37A-44C1-A812-A8007AC22127}" dt="2026-04-16T13:45:09.229" v="8456"/>
          <ac:spMkLst>
            <pc:docMk/>
            <pc:sldMk cId="3400162598" sldId="297"/>
            <ac:spMk id="21" creationId="{E1B0DA33-C2C9-51E0-FDA6-F14755649C66}"/>
          </ac:spMkLst>
        </pc:spChg>
        <pc:spChg chg="mod">
          <ac:chgData name="Lucie Fontaine" userId="2c6b0298-177f-4237-a83e-8637e19304d5" providerId="ADAL" clId="{38FDF7CA-A37A-44C1-A812-A8007AC22127}" dt="2026-04-16T13:45:09.229" v="8456"/>
          <ac:spMkLst>
            <pc:docMk/>
            <pc:sldMk cId="3400162598" sldId="297"/>
            <ac:spMk id="22" creationId="{D9E17EC6-BA05-2354-66BD-F3AA38F3AB59}"/>
          </ac:spMkLst>
        </pc:spChg>
        <pc:spChg chg="add mod">
          <ac:chgData name="Lucie Fontaine" userId="2c6b0298-177f-4237-a83e-8637e19304d5" providerId="ADAL" clId="{38FDF7CA-A37A-44C1-A812-A8007AC22127}" dt="2026-04-16T13:45:41.238" v="8462" actId="14100"/>
          <ac:spMkLst>
            <pc:docMk/>
            <pc:sldMk cId="3400162598" sldId="297"/>
            <ac:spMk id="32" creationId="{06CC158B-B1F2-0139-C8AC-B46E5171F985}"/>
          </ac:spMkLst>
        </pc:spChg>
        <pc:spChg chg="add del mod">
          <ac:chgData name="Lucie Fontaine" userId="2c6b0298-177f-4237-a83e-8637e19304d5" providerId="ADAL" clId="{38FDF7CA-A37A-44C1-A812-A8007AC22127}" dt="2026-04-16T13:48:51.372" v="8482"/>
          <ac:spMkLst>
            <pc:docMk/>
            <pc:sldMk cId="3400162598" sldId="297"/>
            <ac:spMk id="40" creationId="{931D2D77-5F2A-6F7D-8675-BF43A290E71A}"/>
          </ac:spMkLst>
        </pc:spChg>
        <pc:grpChg chg="add mod">
          <ac:chgData name="Lucie Fontaine" userId="2c6b0298-177f-4237-a83e-8637e19304d5" providerId="ADAL" clId="{38FDF7CA-A37A-44C1-A812-A8007AC22127}" dt="2026-04-16T13:45:09.229" v="8456"/>
          <ac:grpSpMkLst>
            <pc:docMk/>
            <pc:sldMk cId="3400162598" sldId="297"/>
            <ac:grpSpMk id="5" creationId="{80B468FB-5F45-A87C-411E-2F1302DCD10B}"/>
          </ac:grpSpMkLst>
        </pc:grpChg>
        <pc:grpChg chg="mod">
          <ac:chgData name="Lucie Fontaine" userId="2c6b0298-177f-4237-a83e-8637e19304d5" providerId="ADAL" clId="{38FDF7CA-A37A-44C1-A812-A8007AC22127}" dt="2026-04-16T13:45:09.229" v="8456"/>
          <ac:grpSpMkLst>
            <pc:docMk/>
            <pc:sldMk cId="3400162598" sldId="297"/>
            <ac:grpSpMk id="6" creationId="{48B253E6-2ACA-A384-1FFD-825EE8758A88}"/>
          </ac:grpSpMkLst>
        </pc:grpChg>
        <pc:grpChg chg="mod">
          <ac:chgData name="Lucie Fontaine" userId="2c6b0298-177f-4237-a83e-8637e19304d5" providerId="ADAL" clId="{38FDF7CA-A37A-44C1-A812-A8007AC22127}" dt="2026-04-16T13:45:09.229" v="8456"/>
          <ac:grpSpMkLst>
            <pc:docMk/>
            <pc:sldMk cId="3400162598" sldId="297"/>
            <ac:grpSpMk id="12" creationId="{AF1AF3E3-EF03-F7AE-79FD-85235607CC31}"/>
          </ac:grpSpMkLst>
        </pc:grpChg>
        <pc:grpChg chg="mod">
          <ac:chgData name="Lucie Fontaine" userId="2c6b0298-177f-4237-a83e-8637e19304d5" providerId="ADAL" clId="{38FDF7CA-A37A-44C1-A812-A8007AC22127}" dt="2026-04-16T13:45:09.229" v="8456"/>
          <ac:grpSpMkLst>
            <pc:docMk/>
            <pc:sldMk cId="3400162598" sldId="297"/>
            <ac:grpSpMk id="14" creationId="{8B61B9DE-AABF-95C6-B8C2-B7C2CB723C0B}"/>
          </ac:grpSpMkLst>
        </pc:grpChg>
        <pc:picChg chg="add del mod ord">
          <ac:chgData name="Lucie Fontaine" userId="2c6b0298-177f-4237-a83e-8637e19304d5" providerId="ADAL" clId="{38FDF7CA-A37A-44C1-A812-A8007AC22127}" dt="2026-04-16T13:46:04.144" v="8465" actId="22"/>
          <ac:picMkLst>
            <pc:docMk/>
            <pc:sldMk cId="3400162598" sldId="297"/>
            <ac:picMk id="34" creationId="{CC356EEA-1F2F-FDD9-F9F2-4E131AEEFD65}"/>
          </ac:picMkLst>
        </pc:picChg>
        <pc:picChg chg="add del mod modCrop">
          <ac:chgData name="Lucie Fontaine" userId="2c6b0298-177f-4237-a83e-8637e19304d5" providerId="ADAL" clId="{38FDF7CA-A37A-44C1-A812-A8007AC22127}" dt="2026-04-16T13:47:05.030" v="8474" actId="478"/>
          <ac:picMkLst>
            <pc:docMk/>
            <pc:sldMk cId="3400162598" sldId="297"/>
            <ac:picMk id="36" creationId="{30BC51F8-1CCF-6342-C25D-3DC88234530A}"/>
          </ac:picMkLst>
        </pc:picChg>
        <pc:picChg chg="add del mod ord">
          <ac:chgData name="Lucie Fontaine" userId="2c6b0298-177f-4237-a83e-8637e19304d5" providerId="ADAL" clId="{38FDF7CA-A37A-44C1-A812-A8007AC22127}" dt="2026-04-16T13:47:28.994" v="8480" actId="478"/>
          <ac:picMkLst>
            <pc:docMk/>
            <pc:sldMk cId="3400162598" sldId="297"/>
            <ac:picMk id="38" creationId="{8C6DDA28-AED4-4ABF-7F0E-D32DBF78BDD3}"/>
          </ac:picMkLst>
        </pc:picChg>
        <pc:picChg chg="add mod">
          <ac:chgData name="Lucie Fontaine" userId="2c6b0298-177f-4237-a83e-8637e19304d5" providerId="ADAL" clId="{38FDF7CA-A37A-44C1-A812-A8007AC22127}" dt="2026-04-16T14:21:29.801" v="8566" actId="1076"/>
          <ac:picMkLst>
            <pc:docMk/>
            <pc:sldMk cId="3400162598" sldId="297"/>
            <ac:picMk id="41" creationId="{82740F34-FA02-F935-5B6C-688E3AA09726}"/>
          </ac:picMkLst>
        </pc:picChg>
        <pc:picChg chg="add mod modCrop">
          <ac:chgData name="Lucie Fontaine" userId="2c6b0298-177f-4237-a83e-8637e19304d5" providerId="ADAL" clId="{38FDF7CA-A37A-44C1-A812-A8007AC22127}" dt="2026-04-16T14:21:06.247" v="8564" actId="1076"/>
          <ac:picMkLst>
            <pc:docMk/>
            <pc:sldMk cId="3400162598" sldId="297"/>
            <ac:picMk id="43" creationId="{7FA22769-E43F-B07F-A82E-E093A5E4FBB9}"/>
          </ac:picMkLst>
        </pc:picChg>
        <pc:cxnChg chg="mod">
          <ac:chgData name="Lucie Fontaine" userId="2c6b0298-177f-4237-a83e-8637e19304d5" providerId="ADAL" clId="{38FDF7CA-A37A-44C1-A812-A8007AC22127}" dt="2026-04-16T13:45:09.229" v="8456"/>
          <ac:cxnSpMkLst>
            <pc:docMk/>
            <pc:sldMk cId="3400162598" sldId="297"/>
            <ac:cxnSpMk id="7" creationId="{8AD45605-0883-BCDB-2C12-9265B60A275D}"/>
          </ac:cxnSpMkLst>
        </pc:cxnChg>
        <pc:cxnChg chg="mod">
          <ac:chgData name="Lucie Fontaine" userId="2c6b0298-177f-4237-a83e-8637e19304d5" providerId="ADAL" clId="{38FDF7CA-A37A-44C1-A812-A8007AC22127}" dt="2026-04-16T13:45:09.229" v="8456"/>
          <ac:cxnSpMkLst>
            <pc:docMk/>
            <pc:sldMk cId="3400162598" sldId="297"/>
            <ac:cxnSpMk id="9" creationId="{1B7FA70E-BA69-5220-C136-9C875AF31B23}"/>
          </ac:cxnSpMkLst>
        </pc:cxnChg>
        <pc:cxnChg chg="mod">
          <ac:chgData name="Lucie Fontaine" userId="2c6b0298-177f-4237-a83e-8637e19304d5" providerId="ADAL" clId="{38FDF7CA-A37A-44C1-A812-A8007AC22127}" dt="2026-04-16T13:45:09.229" v="8456"/>
          <ac:cxnSpMkLst>
            <pc:docMk/>
            <pc:sldMk cId="3400162598" sldId="297"/>
            <ac:cxnSpMk id="11" creationId="{4F305AE6-5809-82E0-FF4C-B0AB2844DFF0}"/>
          </ac:cxnSpMkLst>
        </pc:cxnChg>
        <pc:cxnChg chg="mod">
          <ac:chgData name="Lucie Fontaine" userId="2c6b0298-177f-4237-a83e-8637e19304d5" providerId="ADAL" clId="{38FDF7CA-A37A-44C1-A812-A8007AC22127}" dt="2026-04-16T13:45:09.229" v="8456"/>
          <ac:cxnSpMkLst>
            <pc:docMk/>
            <pc:sldMk cId="3400162598" sldId="297"/>
            <ac:cxnSpMk id="13" creationId="{52B51537-DD69-46A6-21CE-E4FAC8262D78}"/>
          </ac:cxnSpMkLst>
        </pc:cxnChg>
        <pc:cxnChg chg="mod">
          <ac:chgData name="Lucie Fontaine" userId="2c6b0298-177f-4237-a83e-8637e19304d5" providerId="ADAL" clId="{38FDF7CA-A37A-44C1-A812-A8007AC22127}" dt="2026-04-16T13:45:09.229" v="8456"/>
          <ac:cxnSpMkLst>
            <pc:docMk/>
            <pc:sldMk cId="3400162598" sldId="297"/>
            <ac:cxnSpMk id="15" creationId="{87747FED-86DB-3373-8F57-550709C61794}"/>
          </ac:cxnSpMkLst>
        </pc:cxnChg>
        <pc:cxnChg chg="mod">
          <ac:chgData name="Lucie Fontaine" userId="2c6b0298-177f-4237-a83e-8637e19304d5" providerId="ADAL" clId="{38FDF7CA-A37A-44C1-A812-A8007AC22127}" dt="2026-04-16T13:45:09.229" v="8456"/>
          <ac:cxnSpMkLst>
            <pc:docMk/>
            <pc:sldMk cId="3400162598" sldId="297"/>
            <ac:cxnSpMk id="16" creationId="{83D42540-3F2F-F3D6-EFA0-C84DDC1FF634}"/>
          </ac:cxnSpMkLst>
        </pc:cxnChg>
        <pc:cxnChg chg="mod">
          <ac:chgData name="Lucie Fontaine" userId="2c6b0298-177f-4237-a83e-8637e19304d5" providerId="ADAL" clId="{38FDF7CA-A37A-44C1-A812-A8007AC22127}" dt="2026-04-16T13:45:09.229" v="8456"/>
          <ac:cxnSpMkLst>
            <pc:docMk/>
            <pc:sldMk cId="3400162598" sldId="297"/>
            <ac:cxnSpMk id="23" creationId="{A0000E8E-3FFB-06D1-E80B-859840F3477F}"/>
          </ac:cxnSpMkLst>
        </pc:cxnChg>
        <pc:cxnChg chg="mod">
          <ac:chgData name="Lucie Fontaine" userId="2c6b0298-177f-4237-a83e-8637e19304d5" providerId="ADAL" clId="{38FDF7CA-A37A-44C1-A812-A8007AC22127}" dt="2026-04-16T13:45:09.229" v="8456"/>
          <ac:cxnSpMkLst>
            <pc:docMk/>
            <pc:sldMk cId="3400162598" sldId="297"/>
            <ac:cxnSpMk id="24" creationId="{9673AC29-14D1-AD73-FA4E-EF2EB3A7DE7E}"/>
          </ac:cxnSpMkLst>
        </pc:cxnChg>
        <pc:cxnChg chg="mod">
          <ac:chgData name="Lucie Fontaine" userId="2c6b0298-177f-4237-a83e-8637e19304d5" providerId="ADAL" clId="{38FDF7CA-A37A-44C1-A812-A8007AC22127}" dt="2026-04-16T13:45:09.229" v="8456"/>
          <ac:cxnSpMkLst>
            <pc:docMk/>
            <pc:sldMk cId="3400162598" sldId="297"/>
            <ac:cxnSpMk id="25" creationId="{20D95D85-62B0-963A-D5A7-F5C977D8957E}"/>
          </ac:cxnSpMkLst>
        </pc:cxnChg>
        <pc:cxnChg chg="mod">
          <ac:chgData name="Lucie Fontaine" userId="2c6b0298-177f-4237-a83e-8637e19304d5" providerId="ADAL" clId="{38FDF7CA-A37A-44C1-A812-A8007AC22127}" dt="2026-04-16T13:45:09.229" v="8456"/>
          <ac:cxnSpMkLst>
            <pc:docMk/>
            <pc:sldMk cId="3400162598" sldId="297"/>
            <ac:cxnSpMk id="26" creationId="{E979387D-8DE1-922D-1B1E-5573B22EE420}"/>
          </ac:cxnSpMkLst>
        </pc:cxnChg>
        <pc:cxnChg chg="mod">
          <ac:chgData name="Lucie Fontaine" userId="2c6b0298-177f-4237-a83e-8637e19304d5" providerId="ADAL" clId="{38FDF7CA-A37A-44C1-A812-A8007AC22127}" dt="2026-04-16T13:45:09.229" v="8456"/>
          <ac:cxnSpMkLst>
            <pc:docMk/>
            <pc:sldMk cId="3400162598" sldId="297"/>
            <ac:cxnSpMk id="27" creationId="{ED505D1B-5863-4DB7-A10A-425FDFC3C0B5}"/>
          </ac:cxnSpMkLst>
        </pc:cxnChg>
        <pc:cxnChg chg="mod">
          <ac:chgData name="Lucie Fontaine" userId="2c6b0298-177f-4237-a83e-8637e19304d5" providerId="ADAL" clId="{38FDF7CA-A37A-44C1-A812-A8007AC22127}" dt="2026-04-16T13:45:09.229" v="8456"/>
          <ac:cxnSpMkLst>
            <pc:docMk/>
            <pc:sldMk cId="3400162598" sldId="297"/>
            <ac:cxnSpMk id="28" creationId="{1A7AB609-B3A2-28DB-74C7-2700D2ADEDED}"/>
          </ac:cxnSpMkLst>
        </pc:cxnChg>
        <pc:cxnChg chg="mod">
          <ac:chgData name="Lucie Fontaine" userId="2c6b0298-177f-4237-a83e-8637e19304d5" providerId="ADAL" clId="{38FDF7CA-A37A-44C1-A812-A8007AC22127}" dt="2026-04-16T13:45:09.229" v="8456"/>
          <ac:cxnSpMkLst>
            <pc:docMk/>
            <pc:sldMk cId="3400162598" sldId="297"/>
            <ac:cxnSpMk id="29" creationId="{0B3AD6BD-69CB-CC4A-B876-7E458B73189A}"/>
          </ac:cxnSpMkLst>
        </pc:cxnChg>
        <pc:cxnChg chg="mod">
          <ac:chgData name="Lucie Fontaine" userId="2c6b0298-177f-4237-a83e-8637e19304d5" providerId="ADAL" clId="{38FDF7CA-A37A-44C1-A812-A8007AC22127}" dt="2026-04-16T13:45:09.229" v="8456"/>
          <ac:cxnSpMkLst>
            <pc:docMk/>
            <pc:sldMk cId="3400162598" sldId="297"/>
            <ac:cxnSpMk id="30" creationId="{FE74EC4D-45E1-E64E-FD1D-C3C787EFB197}"/>
          </ac:cxnSpMkLst>
        </pc:cxnChg>
        <pc:cxnChg chg="mod">
          <ac:chgData name="Lucie Fontaine" userId="2c6b0298-177f-4237-a83e-8637e19304d5" providerId="ADAL" clId="{38FDF7CA-A37A-44C1-A812-A8007AC22127}" dt="2026-04-16T13:45:09.229" v="8456"/>
          <ac:cxnSpMkLst>
            <pc:docMk/>
            <pc:sldMk cId="3400162598" sldId="297"/>
            <ac:cxnSpMk id="31" creationId="{15B84C6E-4C57-E2D7-CA4A-24831D821C20}"/>
          </ac:cxnSpMkLst>
        </pc:cxnChg>
      </pc:sldChg>
      <pc:sldChg chg="addSp delSp modSp new mod modNotesTx">
        <pc:chgData name="Lucie Fontaine" userId="2c6b0298-177f-4237-a83e-8637e19304d5" providerId="ADAL" clId="{38FDF7CA-A37A-44C1-A812-A8007AC22127}" dt="2026-04-23T15:14:46.218" v="21344" actId="478"/>
        <pc:sldMkLst>
          <pc:docMk/>
          <pc:sldMk cId="532798414" sldId="298"/>
        </pc:sldMkLst>
        <pc:spChg chg="mod">
          <ac:chgData name="Lucie Fontaine" userId="2c6b0298-177f-4237-a83e-8637e19304d5" providerId="ADAL" clId="{38FDF7CA-A37A-44C1-A812-A8007AC22127}" dt="2026-04-17T07:05:55.128" v="8790" actId="20577"/>
          <ac:spMkLst>
            <pc:docMk/>
            <pc:sldMk cId="532798414" sldId="298"/>
            <ac:spMk id="2" creationId="{C6411114-4A92-AA04-8C8D-DB98B661AEDA}"/>
          </ac:spMkLst>
        </pc:spChg>
        <pc:spChg chg="mod">
          <ac:chgData name="Lucie Fontaine" userId="2c6b0298-177f-4237-a83e-8637e19304d5" providerId="ADAL" clId="{38FDF7CA-A37A-44C1-A812-A8007AC22127}" dt="2026-04-16T14:31:52.023" v="8615" actId="5793"/>
          <ac:spMkLst>
            <pc:docMk/>
            <pc:sldMk cId="532798414" sldId="298"/>
            <ac:spMk id="3" creationId="{C17AB9B1-B42F-0228-83B7-312B83BEC96E}"/>
          </ac:spMkLst>
        </pc:spChg>
        <pc:spChg chg="mod">
          <ac:chgData name="Lucie Fontaine" userId="2c6b0298-177f-4237-a83e-8637e19304d5" providerId="ADAL" clId="{38FDF7CA-A37A-44C1-A812-A8007AC22127}" dt="2026-04-23T09:09:47.977" v="19215" actId="20577"/>
          <ac:spMkLst>
            <pc:docMk/>
            <pc:sldMk cId="532798414" sldId="298"/>
            <ac:spMk id="4" creationId="{E652485B-1F09-C1AB-9AA1-105F6C6EA285}"/>
          </ac:spMkLst>
        </pc:spChg>
        <pc:spChg chg="mod">
          <ac:chgData name="Lucie Fontaine" userId="2c6b0298-177f-4237-a83e-8637e19304d5" providerId="ADAL" clId="{38FDF7CA-A37A-44C1-A812-A8007AC22127}" dt="2026-04-16T14:31:52.196" v="8616"/>
          <ac:spMkLst>
            <pc:docMk/>
            <pc:sldMk cId="532798414" sldId="298"/>
            <ac:spMk id="8" creationId="{AC8DCF3B-7780-B620-AD03-6801365AA63F}"/>
          </ac:spMkLst>
        </pc:spChg>
        <pc:spChg chg="mod">
          <ac:chgData name="Lucie Fontaine" userId="2c6b0298-177f-4237-a83e-8637e19304d5" providerId="ADAL" clId="{38FDF7CA-A37A-44C1-A812-A8007AC22127}" dt="2026-04-16T14:31:52.196" v="8616"/>
          <ac:spMkLst>
            <pc:docMk/>
            <pc:sldMk cId="532798414" sldId="298"/>
            <ac:spMk id="10" creationId="{E5D5A4B9-0F96-FDE6-0DB1-20D0A7CB1DEC}"/>
          </ac:spMkLst>
        </pc:spChg>
        <pc:spChg chg="mod">
          <ac:chgData name="Lucie Fontaine" userId="2c6b0298-177f-4237-a83e-8637e19304d5" providerId="ADAL" clId="{38FDF7CA-A37A-44C1-A812-A8007AC22127}" dt="2026-04-16T14:31:52.196" v="8616"/>
          <ac:spMkLst>
            <pc:docMk/>
            <pc:sldMk cId="532798414" sldId="298"/>
            <ac:spMk id="17" creationId="{50C47DF8-8D8A-E3AF-8911-58DAB1CE011A}"/>
          </ac:spMkLst>
        </pc:spChg>
        <pc:spChg chg="mod">
          <ac:chgData name="Lucie Fontaine" userId="2c6b0298-177f-4237-a83e-8637e19304d5" providerId="ADAL" clId="{38FDF7CA-A37A-44C1-A812-A8007AC22127}" dt="2026-04-16T14:31:52.196" v="8616"/>
          <ac:spMkLst>
            <pc:docMk/>
            <pc:sldMk cId="532798414" sldId="298"/>
            <ac:spMk id="18" creationId="{B74802B1-EB57-4A8A-ADF1-4604616D0CC0}"/>
          </ac:spMkLst>
        </pc:spChg>
        <pc:spChg chg="mod">
          <ac:chgData name="Lucie Fontaine" userId="2c6b0298-177f-4237-a83e-8637e19304d5" providerId="ADAL" clId="{38FDF7CA-A37A-44C1-A812-A8007AC22127}" dt="2026-04-16T14:31:52.196" v="8616"/>
          <ac:spMkLst>
            <pc:docMk/>
            <pc:sldMk cId="532798414" sldId="298"/>
            <ac:spMk id="19" creationId="{60D83832-DF69-D6DD-A530-B475B98A3762}"/>
          </ac:spMkLst>
        </pc:spChg>
        <pc:spChg chg="mod">
          <ac:chgData name="Lucie Fontaine" userId="2c6b0298-177f-4237-a83e-8637e19304d5" providerId="ADAL" clId="{38FDF7CA-A37A-44C1-A812-A8007AC22127}" dt="2026-04-16T14:31:52.196" v="8616"/>
          <ac:spMkLst>
            <pc:docMk/>
            <pc:sldMk cId="532798414" sldId="298"/>
            <ac:spMk id="20" creationId="{FE85449C-E627-AC05-F910-FE514133E329}"/>
          </ac:spMkLst>
        </pc:spChg>
        <pc:spChg chg="mod">
          <ac:chgData name="Lucie Fontaine" userId="2c6b0298-177f-4237-a83e-8637e19304d5" providerId="ADAL" clId="{38FDF7CA-A37A-44C1-A812-A8007AC22127}" dt="2026-04-16T14:31:52.196" v="8616"/>
          <ac:spMkLst>
            <pc:docMk/>
            <pc:sldMk cId="532798414" sldId="298"/>
            <ac:spMk id="21" creationId="{AF274D46-9EBA-73DA-BEBA-7AC5D206E2D1}"/>
          </ac:spMkLst>
        </pc:spChg>
        <pc:spChg chg="mod">
          <ac:chgData name="Lucie Fontaine" userId="2c6b0298-177f-4237-a83e-8637e19304d5" providerId="ADAL" clId="{38FDF7CA-A37A-44C1-A812-A8007AC22127}" dt="2026-04-16T14:31:52.196" v="8616"/>
          <ac:spMkLst>
            <pc:docMk/>
            <pc:sldMk cId="532798414" sldId="298"/>
            <ac:spMk id="22" creationId="{635FBC69-4EDF-A49E-CA4A-DD241E6D47CB}"/>
          </ac:spMkLst>
        </pc:spChg>
        <pc:spChg chg="add mod">
          <ac:chgData name="Lucie Fontaine" userId="2c6b0298-177f-4237-a83e-8637e19304d5" providerId="ADAL" clId="{38FDF7CA-A37A-44C1-A812-A8007AC22127}" dt="2026-04-16T14:31:52.196" v="8616"/>
          <ac:spMkLst>
            <pc:docMk/>
            <pc:sldMk cId="532798414" sldId="298"/>
            <ac:spMk id="32" creationId="{1C002C71-EDEA-526F-497B-ED7132BED7B2}"/>
          </ac:spMkLst>
        </pc:spChg>
        <pc:spChg chg="add mod">
          <ac:chgData name="Lucie Fontaine" userId="2c6b0298-177f-4237-a83e-8637e19304d5" providerId="ADAL" clId="{38FDF7CA-A37A-44C1-A812-A8007AC22127}" dt="2026-04-21T08:53:29.677" v="13276"/>
          <ac:spMkLst>
            <pc:docMk/>
            <pc:sldMk cId="532798414" sldId="298"/>
            <ac:spMk id="35" creationId="{87985FE1-C321-4F5B-173E-6DC092138720}"/>
          </ac:spMkLst>
        </pc:spChg>
        <pc:spChg chg="add mod">
          <ac:chgData name="Lucie Fontaine" userId="2c6b0298-177f-4237-a83e-8637e19304d5" providerId="ADAL" clId="{38FDF7CA-A37A-44C1-A812-A8007AC22127}" dt="2026-04-22T14:25:45.121" v="17215" actId="1076"/>
          <ac:spMkLst>
            <pc:docMk/>
            <pc:sldMk cId="532798414" sldId="298"/>
            <ac:spMk id="36" creationId="{E9C3E9E2-2653-2FE2-9F9A-5AA10EF5CABA}"/>
          </ac:spMkLst>
        </pc:spChg>
        <pc:grpChg chg="add mod">
          <ac:chgData name="Lucie Fontaine" userId="2c6b0298-177f-4237-a83e-8637e19304d5" providerId="ADAL" clId="{38FDF7CA-A37A-44C1-A812-A8007AC22127}" dt="2026-04-16T14:31:52.196" v="8616"/>
          <ac:grpSpMkLst>
            <pc:docMk/>
            <pc:sldMk cId="532798414" sldId="298"/>
            <ac:grpSpMk id="5" creationId="{0AAC0B67-F2A8-756C-793F-F5F24408C380}"/>
          </ac:grpSpMkLst>
        </pc:grpChg>
        <pc:grpChg chg="mod">
          <ac:chgData name="Lucie Fontaine" userId="2c6b0298-177f-4237-a83e-8637e19304d5" providerId="ADAL" clId="{38FDF7CA-A37A-44C1-A812-A8007AC22127}" dt="2026-04-16T14:31:52.196" v="8616"/>
          <ac:grpSpMkLst>
            <pc:docMk/>
            <pc:sldMk cId="532798414" sldId="298"/>
            <ac:grpSpMk id="6" creationId="{7CD35682-3867-93ED-2A77-CD64C8F1F73F}"/>
          </ac:grpSpMkLst>
        </pc:grpChg>
        <pc:grpChg chg="mod">
          <ac:chgData name="Lucie Fontaine" userId="2c6b0298-177f-4237-a83e-8637e19304d5" providerId="ADAL" clId="{38FDF7CA-A37A-44C1-A812-A8007AC22127}" dt="2026-04-16T14:31:52.196" v="8616"/>
          <ac:grpSpMkLst>
            <pc:docMk/>
            <pc:sldMk cId="532798414" sldId="298"/>
            <ac:grpSpMk id="12" creationId="{4F7CA42E-7754-0516-60B2-3DDA1D985EC9}"/>
          </ac:grpSpMkLst>
        </pc:grpChg>
        <pc:grpChg chg="mod">
          <ac:chgData name="Lucie Fontaine" userId="2c6b0298-177f-4237-a83e-8637e19304d5" providerId="ADAL" clId="{38FDF7CA-A37A-44C1-A812-A8007AC22127}" dt="2026-04-16T14:31:52.196" v="8616"/>
          <ac:grpSpMkLst>
            <pc:docMk/>
            <pc:sldMk cId="532798414" sldId="298"/>
            <ac:grpSpMk id="14" creationId="{1C6F5CE3-9BB1-8578-DC09-8EE1086B9244}"/>
          </ac:grpSpMkLst>
        </pc:grpChg>
        <pc:picChg chg="add mod">
          <ac:chgData name="Lucie Fontaine" userId="2c6b0298-177f-4237-a83e-8637e19304d5" providerId="ADAL" clId="{38FDF7CA-A37A-44C1-A812-A8007AC22127}" dt="2026-04-22T14:25:03.588" v="17195" actId="1076"/>
          <ac:picMkLst>
            <pc:docMk/>
            <pc:sldMk cId="532798414" sldId="298"/>
            <ac:picMk id="33" creationId="{FD22A0B0-DF3F-FD48-3B02-6B2ECE8DCD45}"/>
          </ac:picMkLst>
        </pc:picChg>
        <pc:picChg chg="add del mod">
          <ac:chgData name="Lucie Fontaine" userId="2c6b0298-177f-4237-a83e-8637e19304d5" providerId="ADAL" clId="{38FDF7CA-A37A-44C1-A812-A8007AC22127}" dt="2026-04-23T15:14:46.218" v="21344" actId="478"/>
          <ac:picMkLst>
            <pc:docMk/>
            <pc:sldMk cId="532798414" sldId="298"/>
            <ac:picMk id="34" creationId="{FECA687A-4AAD-39A6-44D6-4F926C4C18E4}"/>
          </ac:picMkLst>
        </pc:picChg>
        <pc:picChg chg="add mod ord modCrop">
          <ac:chgData name="Lucie Fontaine" userId="2c6b0298-177f-4237-a83e-8637e19304d5" providerId="ADAL" clId="{38FDF7CA-A37A-44C1-A812-A8007AC22127}" dt="2026-04-23T15:14:44.474" v="21343" actId="167"/>
          <ac:picMkLst>
            <pc:docMk/>
            <pc:sldMk cId="532798414" sldId="298"/>
            <ac:picMk id="39" creationId="{BB249343-355A-53EA-11DB-270E756D34D9}"/>
          </ac:picMkLst>
        </pc:picChg>
        <pc:cxnChg chg="mod">
          <ac:chgData name="Lucie Fontaine" userId="2c6b0298-177f-4237-a83e-8637e19304d5" providerId="ADAL" clId="{38FDF7CA-A37A-44C1-A812-A8007AC22127}" dt="2026-04-16T14:31:52.196" v="8616"/>
          <ac:cxnSpMkLst>
            <pc:docMk/>
            <pc:sldMk cId="532798414" sldId="298"/>
            <ac:cxnSpMk id="7" creationId="{06352012-2B43-8AAB-E9CB-C5C8FCA57C6B}"/>
          </ac:cxnSpMkLst>
        </pc:cxnChg>
        <pc:cxnChg chg="mod">
          <ac:chgData name="Lucie Fontaine" userId="2c6b0298-177f-4237-a83e-8637e19304d5" providerId="ADAL" clId="{38FDF7CA-A37A-44C1-A812-A8007AC22127}" dt="2026-04-16T14:31:52.196" v="8616"/>
          <ac:cxnSpMkLst>
            <pc:docMk/>
            <pc:sldMk cId="532798414" sldId="298"/>
            <ac:cxnSpMk id="9" creationId="{80CE209E-2DB6-37C3-BC69-F3D1E9F554A8}"/>
          </ac:cxnSpMkLst>
        </pc:cxnChg>
        <pc:cxnChg chg="mod">
          <ac:chgData name="Lucie Fontaine" userId="2c6b0298-177f-4237-a83e-8637e19304d5" providerId="ADAL" clId="{38FDF7CA-A37A-44C1-A812-A8007AC22127}" dt="2026-04-16T14:31:52.196" v="8616"/>
          <ac:cxnSpMkLst>
            <pc:docMk/>
            <pc:sldMk cId="532798414" sldId="298"/>
            <ac:cxnSpMk id="11" creationId="{C600094B-CFE6-CEEE-58E2-A5BD214A99DD}"/>
          </ac:cxnSpMkLst>
        </pc:cxnChg>
        <pc:cxnChg chg="mod">
          <ac:chgData name="Lucie Fontaine" userId="2c6b0298-177f-4237-a83e-8637e19304d5" providerId="ADAL" clId="{38FDF7CA-A37A-44C1-A812-A8007AC22127}" dt="2026-04-21T12:54:28.546" v="13914" actId="1582"/>
          <ac:cxnSpMkLst>
            <pc:docMk/>
            <pc:sldMk cId="532798414" sldId="298"/>
            <ac:cxnSpMk id="13" creationId="{702842FF-A4DD-6C76-D199-98D3038F0560}"/>
          </ac:cxnSpMkLst>
        </pc:cxnChg>
        <pc:cxnChg chg="mod">
          <ac:chgData name="Lucie Fontaine" userId="2c6b0298-177f-4237-a83e-8637e19304d5" providerId="ADAL" clId="{38FDF7CA-A37A-44C1-A812-A8007AC22127}" dt="2026-04-16T14:31:52.196" v="8616"/>
          <ac:cxnSpMkLst>
            <pc:docMk/>
            <pc:sldMk cId="532798414" sldId="298"/>
            <ac:cxnSpMk id="15" creationId="{3880431A-ABD8-FBAC-5A96-63033AAE85EC}"/>
          </ac:cxnSpMkLst>
        </pc:cxnChg>
        <pc:cxnChg chg="mod">
          <ac:chgData name="Lucie Fontaine" userId="2c6b0298-177f-4237-a83e-8637e19304d5" providerId="ADAL" clId="{38FDF7CA-A37A-44C1-A812-A8007AC22127}" dt="2026-04-16T14:31:52.196" v="8616"/>
          <ac:cxnSpMkLst>
            <pc:docMk/>
            <pc:sldMk cId="532798414" sldId="298"/>
            <ac:cxnSpMk id="16" creationId="{C75622C9-E003-F994-D384-B927F1554686}"/>
          </ac:cxnSpMkLst>
        </pc:cxnChg>
        <pc:cxnChg chg="mod">
          <ac:chgData name="Lucie Fontaine" userId="2c6b0298-177f-4237-a83e-8637e19304d5" providerId="ADAL" clId="{38FDF7CA-A37A-44C1-A812-A8007AC22127}" dt="2026-04-16T14:31:52.196" v="8616"/>
          <ac:cxnSpMkLst>
            <pc:docMk/>
            <pc:sldMk cId="532798414" sldId="298"/>
            <ac:cxnSpMk id="23" creationId="{F9BC9E7D-1880-ACFB-D7E7-230844FB3570}"/>
          </ac:cxnSpMkLst>
        </pc:cxnChg>
        <pc:cxnChg chg="mod">
          <ac:chgData name="Lucie Fontaine" userId="2c6b0298-177f-4237-a83e-8637e19304d5" providerId="ADAL" clId="{38FDF7CA-A37A-44C1-A812-A8007AC22127}" dt="2026-04-16T14:31:52.196" v="8616"/>
          <ac:cxnSpMkLst>
            <pc:docMk/>
            <pc:sldMk cId="532798414" sldId="298"/>
            <ac:cxnSpMk id="24" creationId="{E6B5FA64-4D40-DE7F-BAE4-0A9E93F11DFC}"/>
          </ac:cxnSpMkLst>
        </pc:cxnChg>
        <pc:cxnChg chg="mod">
          <ac:chgData name="Lucie Fontaine" userId="2c6b0298-177f-4237-a83e-8637e19304d5" providerId="ADAL" clId="{38FDF7CA-A37A-44C1-A812-A8007AC22127}" dt="2026-04-16T14:31:52.196" v="8616"/>
          <ac:cxnSpMkLst>
            <pc:docMk/>
            <pc:sldMk cId="532798414" sldId="298"/>
            <ac:cxnSpMk id="25" creationId="{DF0BA0A1-A7B4-3906-AEEA-BAB17275B9F7}"/>
          </ac:cxnSpMkLst>
        </pc:cxnChg>
        <pc:cxnChg chg="mod">
          <ac:chgData name="Lucie Fontaine" userId="2c6b0298-177f-4237-a83e-8637e19304d5" providerId="ADAL" clId="{38FDF7CA-A37A-44C1-A812-A8007AC22127}" dt="2026-04-16T14:31:52.196" v="8616"/>
          <ac:cxnSpMkLst>
            <pc:docMk/>
            <pc:sldMk cId="532798414" sldId="298"/>
            <ac:cxnSpMk id="26" creationId="{852D886F-5C05-6B80-AE8B-5939DE273160}"/>
          </ac:cxnSpMkLst>
        </pc:cxnChg>
        <pc:cxnChg chg="mod">
          <ac:chgData name="Lucie Fontaine" userId="2c6b0298-177f-4237-a83e-8637e19304d5" providerId="ADAL" clId="{38FDF7CA-A37A-44C1-A812-A8007AC22127}" dt="2026-04-16T14:31:52.196" v="8616"/>
          <ac:cxnSpMkLst>
            <pc:docMk/>
            <pc:sldMk cId="532798414" sldId="298"/>
            <ac:cxnSpMk id="27" creationId="{6F755EBA-0DD0-B4EA-30F1-756AC6E17CFD}"/>
          </ac:cxnSpMkLst>
        </pc:cxnChg>
        <pc:cxnChg chg="mod">
          <ac:chgData name="Lucie Fontaine" userId="2c6b0298-177f-4237-a83e-8637e19304d5" providerId="ADAL" clId="{38FDF7CA-A37A-44C1-A812-A8007AC22127}" dt="2026-04-16T14:31:52.196" v="8616"/>
          <ac:cxnSpMkLst>
            <pc:docMk/>
            <pc:sldMk cId="532798414" sldId="298"/>
            <ac:cxnSpMk id="28" creationId="{1ED22958-9E6B-1D34-5274-9DFFF29CAEB9}"/>
          </ac:cxnSpMkLst>
        </pc:cxnChg>
        <pc:cxnChg chg="mod">
          <ac:chgData name="Lucie Fontaine" userId="2c6b0298-177f-4237-a83e-8637e19304d5" providerId="ADAL" clId="{38FDF7CA-A37A-44C1-A812-A8007AC22127}" dt="2026-04-16T14:31:52.196" v="8616"/>
          <ac:cxnSpMkLst>
            <pc:docMk/>
            <pc:sldMk cId="532798414" sldId="298"/>
            <ac:cxnSpMk id="29" creationId="{4E57F285-C713-5ECB-9AAD-2999B9762ECE}"/>
          </ac:cxnSpMkLst>
        </pc:cxnChg>
        <pc:cxnChg chg="mod">
          <ac:chgData name="Lucie Fontaine" userId="2c6b0298-177f-4237-a83e-8637e19304d5" providerId="ADAL" clId="{38FDF7CA-A37A-44C1-A812-A8007AC22127}" dt="2026-04-16T14:31:52.196" v="8616"/>
          <ac:cxnSpMkLst>
            <pc:docMk/>
            <pc:sldMk cId="532798414" sldId="298"/>
            <ac:cxnSpMk id="30" creationId="{408A3280-0A30-7988-EED6-078D9361B11C}"/>
          </ac:cxnSpMkLst>
        </pc:cxnChg>
        <pc:cxnChg chg="mod">
          <ac:chgData name="Lucie Fontaine" userId="2c6b0298-177f-4237-a83e-8637e19304d5" providerId="ADAL" clId="{38FDF7CA-A37A-44C1-A812-A8007AC22127}" dt="2026-04-23T07:59:49.258" v="18495" actId="693"/>
          <ac:cxnSpMkLst>
            <pc:docMk/>
            <pc:sldMk cId="532798414" sldId="298"/>
            <ac:cxnSpMk id="31" creationId="{301F5413-2EBB-5171-1B80-5607AEB19B2B}"/>
          </ac:cxnSpMkLst>
        </pc:cxnChg>
      </pc:sldChg>
      <pc:sldChg chg="addSp delSp modSp add mod ord modNotesTx">
        <pc:chgData name="Lucie Fontaine" userId="2c6b0298-177f-4237-a83e-8637e19304d5" providerId="ADAL" clId="{38FDF7CA-A37A-44C1-A812-A8007AC22127}" dt="2026-04-23T15:16:18.425" v="21369" actId="478"/>
        <pc:sldMkLst>
          <pc:docMk/>
          <pc:sldMk cId="3274121887" sldId="299"/>
        </pc:sldMkLst>
        <pc:spChg chg="mod">
          <ac:chgData name="Lucie Fontaine" userId="2c6b0298-177f-4237-a83e-8637e19304d5" providerId="ADAL" clId="{38FDF7CA-A37A-44C1-A812-A8007AC22127}" dt="2026-04-17T07:06:19.362" v="8817" actId="20577"/>
          <ac:spMkLst>
            <pc:docMk/>
            <pc:sldMk cId="3274121887" sldId="299"/>
            <ac:spMk id="2" creationId="{23882783-1E89-4F95-4348-4DEBD3954D11}"/>
          </ac:spMkLst>
        </pc:spChg>
        <pc:spChg chg="add del mod">
          <ac:chgData name="Lucie Fontaine" userId="2c6b0298-177f-4237-a83e-8637e19304d5" providerId="ADAL" clId="{38FDF7CA-A37A-44C1-A812-A8007AC22127}" dt="2026-04-17T09:35:12.739" v="10725" actId="478"/>
          <ac:spMkLst>
            <pc:docMk/>
            <pc:sldMk cId="3274121887" sldId="299"/>
            <ac:spMk id="4" creationId="{399FB0FF-5B4C-3657-491D-7844AB4C8541}"/>
          </ac:spMkLst>
        </pc:spChg>
        <pc:spChg chg="add mod">
          <ac:chgData name="Lucie Fontaine" userId="2c6b0298-177f-4237-a83e-8637e19304d5" providerId="ADAL" clId="{38FDF7CA-A37A-44C1-A812-A8007AC22127}" dt="2026-04-21T08:53:41.669" v="13277"/>
          <ac:spMkLst>
            <pc:docMk/>
            <pc:sldMk cId="3274121887" sldId="299"/>
            <ac:spMk id="4" creationId="{5E998DDD-4B20-D46F-55CC-FA7841F89580}"/>
          </ac:spMkLst>
        </pc:spChg>
        <pc:spChg chg="add mod">
          <ac:chgData name="Lucie Fontaine" userId="2c6b0298-177f-4237-a83e-8637e19304d5" providerId="ADAL" clId="{38FDF7CA-A37A-44C1-A812-A8007AC22127}" dt="2026-04-21T08:53:59.767" v="13278"/>
          <ac:spMkLst>
            <pc:docMk/>
            <pc:sldMk cId="3274121887" sldId="299"/>
            <ac:spMk id="33" creationId="{97B26E4D-759A-90B0-CD5A-E7FEB26E6184}"/>
          </ac:spMkLst>
        </pc:spChg>
        <pc:spChg chg="add del mod">
          <ac:chgData name="Lucie Fontaine" userId="2c6b0298-177f-4237-a83e-8637e19304d5" providerId="ADAL" clId="{38FDF7CA-A37A-44C1-A812-A8007AC22127}" dt="2026-04-21T12:37:26.941" v="13464"/>
          <ac:spMkLst>
            <pc:docMk/>
            <pc:sldMk cId="3274121887" sldId="299"/>
            <ac:spMk id="35" creationId="{98981935-86E4-7D05-8772-5FCBAD83822E}"/>
          </ac:spMkLst>
        </pc:spChg>
        <pc:spChg chg="add mod">
          <ac:chgData name="Lucie Fontaine" userId="2c6b0298-177f-4237-a83e-8637e19304d5" providerId="ADAL" clId="{38FDF7CA-A37A-44C1-A812-A8007AC22127}" dt="2026-04-21T12:28:06.996" v="13420" actId="1036"/>
          <ac:spMkLst>
            <pc:docMk/>
            <pc:sldMk cId="3274121887" sldId="299"/>
            <ac:spMk id="37" creationId="{CBED8476-2CC6-538E-221E-FEE2FF1B31AA}"/>
          </ac:spMkLst>
        </pc:spChg>
        <pc:spChg chg="add mod">
          <ac:chgData name="Lucie Fontaine" userId="2c6b0298-177f-4237-a83e-8637e19304d5" providerId="ADAL" clId="{38FDF7CA-A37A-44C1-A812-A8007AC22127}" dt="2026-04-21T12:26:09.049" v="13378" actId="1076"/>
          <ac:spMkLst>
            <pc:docMk/>
            <pc:sldMk cId="3274121887" sldId="299"/>
            <ac:spMk id="38" creationId="{896A79F4-B6D6-026C-3695-A699DAF9A6A7}"/>
          </ac:spMkLst>
        </pc:spChg>
        <pc:spChg chg="add del mod">
          <ac:chgData name="Lucie Fontaine" userId="2c6b0298-177f-4237-a83e-8637e19304d5" providerId="ADAL" clId="{38FDF7CA-A37A-44C1-A812-A8007AC22127}" dt="2026-04-21T12:37:37.791" v="13468" actId="478"/>
          <ac:spMkLst>
            <pc:docMk/>
            <pc:sldMk cId="3274121887" sldId="299"/>
            <ac:spMk id="39" creationId="{6E074A98-AC19-23CD-222A-7759A85A9E50}"/>
          </ac:spMkLst>
        </pc:spChg>
        <pc:spChg chg="add del mod">
          <ac:chgData name="Lucie Fontaine" userId="2c6b0298-177f-4237-a83e-8637e19304d5" providerId="ADAL" clId="{38FDF7CA-A37A-44C1-A812-A8007AC22127}" dt="2026-04-21T12:28:07.834" v="13422"/>
          <ac:spMkLst>
            <pc:docMk/>
            <pc:sldMk cId="3274121887" sldId="299"/>
            <ac:spMk id="40" creationId="{D3DEFCBB-68B1-5567-02A6-C03F1F0025CC}"/>
          </ac:spMkLst>
        </pc:spChg>
        <pc:spChg chg="add mod">
          <ac:chgData name="Lucie Fontaine" userId="2c6b0298-177f-4237-a83e-8637e19304d5" providerId="ADAL" clId="{38FDF7CA-A37A-44C1-A812-A8007AC22127}" dt="2026-04-21T12:36:44.240" v="13456" actId="1076"/>
          <ac:spMkLst>
            <pc:docMk/>
            <pc:sldMk cId="3274121887" sldId="299"/>
            <ac:spMk id="41" creationId="{91C3D0FF-804A-90E7-AF1A-1239F17B3CED}"/>
          </ac:spMkLst>
        </pc:spChg>
        <pc:spChg chg="add mod">
          <ac:chgData name="Lucie Fontaine" userId="2c6b0298-177f-4237-a83e-8637e19304d5" providerId="ADAL" clId="{38FDF7CA-A37A-44C1-A812-A8007AC22127}" dt="2026-04-21T12:39:52.603" v="13490" actId="1038"/>
          <ac:spMkLst>
            <pc:docMk/>
            <pc:sldMk cId="3274121887" sldId="299"/>
            <ac:spMk id="42" creationId="{B9071439-B6A9-10E9-9AFB-CE0509F38A50}"/>
          </ac:spMkLst>
        </pc:spChg>
        <pc:spChg chg="add mod">
          <ac:chgData name="Lucie Fontaine" userId="2c6b0298-177f-4237-a83e-8637e19304d5" providerId="ADAL" clId="{38FDF7CA-A37A-44C1-A812-A8007AC22127}" dt="2026-04-21T12:37:23.603" v="13462" actId="20577"/>
          <ac:spMkLst>
            <pc:docMk/>
            <pc:sldMk cId="3274121887" sldId="299"/>
            <ac:spMk id="43" creationId="{5830FD6D-3017-0059-0856-4FFD1EE6EA34}"/>
          </ac:spMkLst>
        </pc:spChg>
        <pc:spChg chg="add mod">
          <ac:chgData name="Lucie Fontaine" userId="2c6b0298-177f-4237-a83e-8637e19304d5" providerId="ADAL" clId="{38FDF7CA-A37A-44C1-A812-A8007AC22127}" dt="2026-04-21T12:37:26.941" v="13464"/>
          <ac:spMkLst>
            <pc:docMk/>
            <pc:sldMk cId="3274121887" sldId="299"/>
            <ac:spMk id="44" creationId="{07FB6497-3407-1141-6167-410370FF5810}"/>
          </ac:spMkLst>
        </pc:spChg>
        <pc:spChg chg="add mod">
          <ac:chgData name="Lucie Fontaine" userId="2c6b0298-177f-4237-a83e-8637e19304d5" providerId="ADAL" clId="{38FDF7CA-A37A-44C1-A812-A8007AC22127}" dt="2026-04-21T12:37:34.686" v="13467" actId="20577"/>
          <ac:spMkLst>
            <pc:docMk/>
            <pc:sldMk cId="3274121887" sldId="299"/>
            <ac:spMk id="45" creationId="{2CB293EA-74A4-8E01-BD2E-9F9E39A2466F}"/>
          </ac:spMkLst>
        </pc:spChg>
        <pc:spChg chg="add mod">
          <ac:chgData name="Lucie Fontaine" userId="2c6b0298-177f-4237-a83e-8637e19304d5" providerId="ADAL" clId="{38FDF7CA-A37A-44C1-A812-A8007AC22127}" dt="2026-04-21T12:41:46.730" v="13501" actId="1076"/>
          <ac:spMkLst>
            <pc:docMk/>
            <pc:sldMk cId="3274121887" sldId="299"/>
            <ac:spMk id="69" creationId="{AABAB986-65EC-8CF1-80DC-CB6402E3D3DB}"/>
          </ac:spMkLst>
        </pc:spChg>
        <pc:spChg chg="add mod">
          <ac:chgData name="Lucie Fontaine" userId="2c6b0298-177f-4237-a83e-8637e19304d5" providerId="ADAL" clId="{38FDF7CA-A37A-44C1-A812-A8007AC22127}" dt="2026-04-21T12:42:12.053" v="13587" actId="1038"/>
          <ac:spMkLst>
            <pc:docMk/>
            <pc:sldMk cId="3274121887" sldId="299"/>
            <ac:spMk id="70" creationId="{CB080B1B-0956-AE43-63B3-1CC7A41FB4E4}"/>
          </ac:spMkLst>
        </pc:spChg>
        <pc:spChg chg="add del mod">
          <ac:chgData name="Lucie Fontaine" userId="2c6b0298-177f-4237-a83e-8637e19304d5" providerId="ADAL" clId="{38FDF7CA-A37A-44C1-A812-A8007AC22127}" dt="2026-04-21T15:33:31.662" v="14441" actId="478"/>
          <ac:spMkLst>
            <pc:docMk/>
            <pc:sldMk cId="3274121887" sldId="299"/>
            <ac:spMk id="71" creationId="{8ADB646E-D412-1B28-D72E-339397353C2F}"/>
          </ac:spMkLst>
        </pc:spChg>
        <pc:spChg chg="add del mod">
          <ac:chgData name="Lucie Fontaine" userId="2c6b0298-177f-4237-a83e-8637e19304d5" providerId="ADAL" clId="{38FDF7CA-A37A-44C1-A812-A8007AC22127}" dt="2026-04-22T08:06:54.579" v="14803" actId="478"/>
          <ac:spMkLst>
            <pc:docMk/>
            <pc:sldMk cId="3274121887" sldId="299"/>
            <ac:spMk id="72" creationId="{B6EBFEAD-267C-F9BC-9290-EF19D497986B}"/>
          </ac:spMkLst>
        </pc:spChg>
        <pc:spChg chg="add del mod">
          <ac:chgData name="Lucie Fontaine" userId="2c6b0298-177f-4237-a83e-8637e19304d5" providerId="ADAL" clId="{38FDF7CA-A37A-44C1-A812-A8007AC22127}" dt="2026-04-22T08:06:54.579" v="14803" actId="478"/>
          <ac:spMkLst>
            <pc:docMk/>
            <pc:sldMk cId="3274121887" sldId="299"/>
            <ac:spMk id="73" creationId="{C97ED735-667E-E816-A129-276F1284F29D}"/>
          </ac:spMkLst>
        </pc:spChg>
        <pc:spChg chg="add del mod">
          <ac:chgData name="Lucie Fontaine" userId="2c6b0298-177f-4237-a83e-8637e19304d5" providerId="ADAL" clId="{38FDF7CA-A37A-44C1-A812-A8007AC22127}" dt="2026-04-22T08:06:54.579" v="14803" actId="478"/>
          <ac:spMkLst>
            <pc:docMk/>
            <pc:sldMk cId="3274121887" sldId="299"/>
            <ac:spMk id="74" creationId="{F82A2F77-6370-2D1E-F9A2-CFCE0ABB2B85}"/>
          </ac:spMkLst>
        </pc:spChg>
        <pc:spChg chg="add del mod">
          <ac:chgData name="Lucie Fontaine" userId="2c6b0298-177f-4237-a83e-8637e19304d5" providerId="ADAL" clId="{38FDF7CA-A37A-44C1-A812-A8007AC22127}" dt="2026-04-22T08:06:54.579" v="14803" actId="478"/>
          <ac:spMkLst>
            <pc:docMk/>
            <pc:sldMk cId="3274121887" sldId="299"/>
            <ac:spMk id="75" creationId="{B6801280-521E-7809-C3D6-531470A55AC0}"/>
          </ac:spMkLst>
        </pc:spChg>
        <pc:picChg chg="del">
          <ac:chgData name="Lucie Fontaine" userId="2c6b0298-177f-4237-a83e-8637e19304d5" providerId="ADAL" clId="{38FDF7CA-A37A-44C1-A812-A8007AC22127}" dt="2026-04-17T09:35:12.739" v="10725" actId="478"/>
          <ac:picMkLst>
            <pc:docMk/>
            <pc:sldMk cId="3274121887" sldId="299"/>
            <ac:picMk id="33" creationId="{DCC10932-D6B7-8A5D-DC47-6411B7D995C1}"/>
          </ac:picMkLst>
        </pc:picChg>
        <pc:picChg chg="add del mod modCrop">
          <ac:chgData name="Lucie Fontaine" userId="2c6b0298-177f-4237-a83e-8637e19304d5" providerId="ADAL" clId="{38FDF7CA-A37A-44C1-A812-A8007AC22127}" dt="2026-04-23T15:15:46.551" v="21362" actId="478"/>
          <ac:picMkLst>
            <pc:docMk/>
            <pc:sldMk cId="3274121887" sldId="299"/>
            <ac:picMk id="34" creationId="{23434758-AF37-C887-B491-F0717CFE9DAD}"/>
          </ac:picMkLst>
        </pc:picChg>
        <pc:picChg chg="del">
          <ac:chgData name="Lucie Fontaine" userId="2c6b0298-177f-4237-a83e-8637e19304d5" providerId="ADAL" clId="{38FDF7CA-A37A-44C1-A812-A8007AC22127}" dt="2026-04-16T15:13:53.863" v="8775" actId="478"/>
          <ac:picMkLst>
            <pc:docMk/>
            <pc:sldMk cId="3274121887" sldId="299"/>
            <ac:picMk id="35" creationId="{CB546586-6EB3-D09D-53FA-2B5359C72460}"/>
          </ac:picMkLst>
        </pc:picChg>
        <pc:picChg chg="add del mod modCrop">
          <ac:chgData name="Lucie Fontaine" userId="2c6b0298-177f-4237-a83e-8637e19304d5" providerId="ADAL" clId="{38FDF7CA-A37A-44C1-A812-A8007AC22127}" dt="2026-04-23T15:16:18.425" v="21369" actId="478"/>
          <ac:picMkLst>
            <pc:docMk/>
            <pc:sldMk cId="3274121887" sldId="299"/>
            <ac:picMk id="36" creationId="{E1D57968-3194-4B4E-D6D4-70768BEF298B}"/>
          </ac:picMkLst>
        </pc:picChg>
        <pc:picChg chg="add mod">
          <ac:chgData name="Lucie Fontaine" userId="2c6b0298-177f-4237-a83e-8637e19304d5" providerId="ADAL" clId="{38FDF7CA-A37A-44C1-A812-A8007AC22127}" dt="2026-04-23T15:15:11.460" v="21350" actId="1076"/>
          <ac:picMkLst>
            <pc:docMk/>
            <pc:sldMk cId="3274121887" sldId="299"/>
            <ac:picMk id="39" creationId="{D04BE9CA-0572-BEEB-5732-13FEF1BD5CAA}"/>
          </ac:picMkLst>
        </pc:picChg>
        <pc:picChg chg="add mod">
          <ac:chgData name="Lucie Fontaine" userId="2c6b0298-177f-4237-a83e-8637e19304d5" providerId="ADAL" clId="{38FDF7CA-A37A-44C1-A812-A8007AC22127}" dt="2026-04-23T15:15:50.122" v="21363" actId="1076"/>
          <ac:picMkLst>
            <pc:docMk/>
            <pc:sldMk cId="3274121887" sldId="299"/>
            <ac:picMk id="40" creationId="{9309B803-A959-9EA4-EB86-5B9784F3CC77}"/>
          </ac:picMkLst>
        </pc:picChg>
        <pc:picChg chg="add mod ord modCrop">
          <ac:chgData name="Lucie Fontaine" userId="2c6b0298-177f-4237-a83e-8637e19304d5" providerId="ADAL" clId="{38FDF7CA-A37A-44C1-A812-A8007AC22127}" dt="2026-04-23T15:16:17.122" v="21368" actId="167"/>
          <ac:picMkLst>
            <pc:docMk/>
            <pc:sldMk cId="3274121887" sldId="299"/>
            <ac:picMk id="44" creationId="{9CEA228C-595D-0EBE-0D80-3F6060E4C870}"/>
          </ac:picMkLst>
        </pc:picChg>
        <pc:cxnChg chg="mod">
          <ac:chgData name="Lucie Fontaine" userId="2c6b0298-177f-4237-a83e-8637e19304d5" providerId="ADAL" clId="{38FDF7CA-A37A-44C1-A812-A8007AC22127}" dt="2026-04-21T12:55:10.452" v="13915" actId="1582"/>
          <ac:cxnSpMkLst>
            <pc:docMk/>
            <pc:sldMk cId="3274121887" sldId="299"/>
            <ac:cxnSpMk id="13" creationId="{9058EF4C-6987-7460-63D7-DAF9C3B78096}"/>
          </ac:cxnSpMkLst>
        </pc:cxnChg>
        <pc:cxnChg chg="mod">
          <ac:chgData name="Lucie Fontaine" userId="2c6b0298-177f-4237-a83e-8637e19304d5" providerId="ADAL" clId="{38FDF7CA-A37A-44C1-A812-A8007AC22127}" dt="2026-04-23T07:59:57.496" v="18496" actId="693"/>
          <ac:cxnSpMkLst>
            <pc:docMk/>
            <pc:sldMk cId="3274121887" sldId="299"/>
            <ac:cxnSpMk id="31" creationId="{0E000B4E-2347-A347-0EC1-032D244AE4EE}"/>
          </ac:cxnSpMkLst>
        </pc:cxnChg>
        <pc:cxnChg chg="add del">
          <ac:chgData name="Lucie Fontaine" userId="2c6b0298-177f-4237-a83e-8637e19304d5" providerId="ADAL" clId="{38FDF7CA-A37A-44C1-A812-A8007AC22127}" dt="2026-04-21T12:37:53.423" v="13470" actId="11529"/>
          <ac:cxnSpMkLst>
            <pc:docMk/>
            <pc:sldMk cId="3274121887" sldId="299"/>
            <ac:cxnSpMk id="47" creationId="{176A6C56-E742-1CEF-F9D3-8F035EDC4E0B}"/>
          </ac:cxnSpMkLst>
        </pc:cxnChg>
        <pc:cxnChg chg="add mod">
          <ac:chgData name="Lucie Fontaine" userId="2c6b0298-177f-4237-a83e-8637e19304d5" providerId="ADAL" clId="{38FDF7CA-A37A-44C1-A812-A8007AC22127}" dt="2026-04-22T13:29:39.211" v="16738" actId="208"/>
          <ac:cxnSpMkLst>
            <pc:docMk/>
            <pc:sldMk cId="3274121887" sldId="299"/>
            <ac:cxnSpMk id="49" creationId="{7A985230-9796-9706-45FE-53E4F48D6959}"/>
          </ac:cxnSpMkLst>
        </pc:cxnChg>
        <pc:cxnChg chg="add mod">
          <ac:chgData name="Lucie Fontaine" userId="2c6b0298-177f-4237-a83e-8637e19304d5" providerId="ADAL" clId="{38FDF7CA-A37A-44C1-A812-A8007AC22127}" dt="2026-04-22T14:29:31.228" v="17224" actId="208"/>
          <ac:cxnSpMkLst>
            <pc:docMk/>
            <pc:sldMk cId="3274121887" sldId="299"/>
            <ac:cxnSpMk id="53" creationId="{B576EE71-5C9E-60A6-B297-EC8C7221109C}"/>
          </ac:cxnSpMkLst>
        </pc:cxnChg>
        <pc:cxnChg chg="add mod">
          <ac:chgData name="Lucie Fontaine" userId="2c6b0298-177f-4237-a83e-8637e19304d5" providerId="ADAL" clId="{38FDF7CA-A37A-44C1-A812-A8007AC22127}" dt="2026-04-22T13:29:39.211" v="16738" actId="208"/>
          <ac:cxnSpMkLst>
            <pc:docMk/>
            <pc:sldMk cId="3274121887" sldId="299"/>
            <ac:cxnSpMk id="56" creationId="{EEC4F722-73BA-DF30-419E-AFF2A14F5A17}"/>
          </ac:cxnSpMkLst>
        </pc:cxnChg>
        <pc:cxnChg chg="add mod">
          <ac:chgData name="Lucie Fontaine" userId="2c6b0298-177f-4237-a83e-8637e19304d5" providerId="ADAL" clId="{38FDF7CA-A37A-44C1-A812-A8007AC22127}" dt="2026-04-22T14:29:31.228" v="17224" actId="208"/>
          <ac:cxnSpMkLst>
            <pc:docMk/>
            <pc:sldMk cId="3274121887" sldId="299"/>
            <ac:cxnSpMk id="60" creationId="{81C77041-BBEB-CCE7-DA67-CE246B8E71D4}"/>
          </ac:cxnSpMkLst>
        </pc:cxnChg>
        <pc:cxnChg chg="add mod">
          <ac:chgData name="Lucie Fontaine" userId="2c6b0298-177f-4237-a83e-8637e19304d5" providerId="ADAL" clId="{38FDF7CA-A37A-44C1-A812-A8007AC22127}" dt="2026-04-22T13:29:39.211" v="16738" actId="208"/>
          <ac:cxnSpMkLst>
            <pc:docMk/>
            <pc:sldMk cId="3274121887" sldId="299"/>
            <ac:cxnSpMk id="62" creationId="{6D87D783-495D-4253-61B5-85B2F6D7B8AA}"/>
          </ac:cxnSpMkLst>
        </pc:cxnChg>
        <pc:cxnChg chg="add mod">
          <ac:chgData name="Lucie Fontaine" userId="2c6b0298-177f-4237-a83e-8637e19304d5" providerId="ADAL" clId="{38FDF7CA-A37A-44C1-A812-A8007AC22127}" dt="2026-04-22T14:29:31.228" v="17224" actId="208"/>
          <ac:cxnSpMkLst>
            <pc:docMk/>
            <pc:sldMk cId="3274121887" sldId="299"/>
            <ac:cxnSpMk id="64" creationId="{B70EE0A6-A808-3A3E-0662-EB437C6DA189}"/>
          </ac:cxnSpMkLst>
        </pc:cxnChg>
        <pc:cxnChg chg="add mod">
          <ac:chgData name="Lucie Fontaine" userId="2c6b0298-177f-4237-a83e-8637e19304d5" providerId="ADAL" clId="{38FDF7CA-A37A-44C1-A812-A8007AC22127}" dt="2026-04-22T13:29:39.211" v="16738" actId="208"/>
          <ac:cxnSpMkLst>
            <pc:docMk/>
            <pc:sldMk cId="3274121887" sldId="299"/>
            <ac:cxnSpMk id="66" creationId="{B416DFB4-1D3E-110B-8BF4-2479C065AA0D}"/>
          </ac:cxnSpMkLst>
        </pc:cxnChg>
        <pc:cxnChg chg="add mod">
          <ac:chgData name="Lucie Fontaine" userId="2c6b0298-177f-4237-a83e-8637e19304d5" providerId="ADAL" clId="{38FDF7CA-A37A-44C1-A812-A8007AC22127}" dt="2026-04-22T14:29:31.228" v="17224" actId="208"/>
          <ac:cxnSpMkLst>
            <pc:docMk/>
            <pc:sldMk cId="3274121887" sldId="299"/>
            <ac:cxnSpMk id="68" creationId="{C6F8056E-8427-4A77-8E20-016E48F8CC07}"/>
          </ac:cxnSpMkLst>
        </pc:cxnChg>
      </pc:sldChg>
      <pc:sldChg chg="addSp delSp modSp add del mod">
        <pc:chgData name="Lucie Fontaine" userId="2c6b0298-177f-4237-a83e-8637e19304d5" providerId="ADAL" clId="{38FDF7CA-A37A-44C1-A812-A8007AC22127}" dt="2026-04-17T08:44:45.216" v="10382" actId="2696"/>
        <pc:sldMkLst>
          <pc:docMk/>
          <pc:sldMk cId="324846877" sldId="300"/>
        </pc:sldMkLst>
        <pc:spChg chg="del">
          <ac:chgData name="Lucie Fontaine" userId="2c6b0298-177f-4237-a83e-8637e19304d5" providerId="ADAL" clId="{38FDF7CA-A37A-44C1-A812-A8007AC22127}" dt="2026-04-17T07:24:44.059" v="8872" actId="478"/>
          <ac:spMkLst>
            <pc:docMk/>
            <pc:sldMk cId="324846877" sldId="300"/>
            <ac:spMk id="4" creationId="{1AAA159F-72E1-1ADA-AA26-8B2BD927D7DF}"/>
          </ac:spMkLst>
        </pc:spChg>
        <pc:spChg chg="del">
          <ac:chgData name="Lucie Fontaine" userId="2c6b0298-177f-4237-a83e-8637e19304d5" providerId="ADAL" clId="{38FDF7CA-A37A-44C1-A812-A8007AC22127}" dt="2026-04-17T07:24:44.059" v="8872" actId="478"/>
          <ac:spMkLst>
            <pc:docMk/>
            <pc:sldMk cId="324846877" sldId="300"/>
            <ac:spMk id="33" creationId="{008B3A4E-C566-EAE9-0C71-EB65B33511C7}"/>
          </ac:spMkLst>
        </pc:spChg>
        <pc:spChg chg="add mod">
          <ac:chgData name="Lucie Fontaine" userId="2c6b0298-177f-4237-a83e-8637e19304d5" providerId="ADAL" clId="{38FDF7CA-A37A-44C1-A812-A8007AC22127}" dt="2026-04-17T07:28:20.374" v="8919" actId="1076"/>
          <ac:spMkLst>
            <pc:docMk/>
            <pc:sldMk cId="324846877" sldId="300"/>
            <ac:spMk id="35" creationId="{D0A62F4D-BC2C-2F34-40A8-50ACA3865021}"/>
          </ac:spMkLst>
        </pc:spChg>
        <pc:spChg chg="add mod">
          <ac:chgData name="Lucie Fontaine" userId="2c6b0298-177f-4237-a83e-8637e19304d5" providerId="ADAL" clId="{38FDF7CA-A37A-44C1-A812-A8007AC22127}" dt="2026-04-17T07:41:44.655" v="8942" actId="1076"/>
          <ac:spMkLst>
            <pc:docMk/>
            <pc:sldMk cId="324846877" sldId="300"/>
            <ac:spMk id="42" creationId="{D46562C0-9D6C-D7BE-0ADF-28C65214443C}"/>
          </ac:spMkLst>
        </pc:spChg>
        <pc:spChg chg="add mod">
          <ac:chgData name="Lucie Fontaine" userId="2c6b0298-177f-4237-a83e-8637e19304d5" providerId="ADAL" clId="{38FDF7CA-A37A-44C1-A812-A8007AC22127}" dt="2026-04-17T07:41:44.655" v="8942" actId="1076"/>
          <ac:spMkLst>
            <pc:docMk/>
            <pc:sldMk cId="324846877" sldId="300"/>
            <ac:spMk id="43" creationId="{8CF1DEFE-68D2-FFDF-3301-7AB9E8EF165E}"/>
          </ac:spMkLst>
        </pc:spChg>
        <pc:spChg chg="add mod">
          <ac:chgData name="Lucie Fontaine" userId="2c6b0298-177f-4237-a83e-8637e19304d5" providerId="ADAL" clId="{38FDF7CA-A37A-44C1-A812-A8007AC22127}" dt="2026-04-17T07:41:58.386" v="8967" actId="1035"/>
          <ac:spMkLst>
            <pc:docMk/>
            <pc:sldMk cId="324846877" sldId="300"/>
            <ac:spMk id="44" creationId="{112D11D1-33AB-367B-9673-B84141DC211A}"/>
          </ac:spMkLst>
        </pc:spChg>
        <pc:spChg chg="add mod">
          <ac:chgData name="Lucie Fontaine" userId="2c6b0298-177f-4237-a83e-8637e19304d5" providerId="ADAL" clId="{38FDF7CA-A37A-44C1-A812-A8007AC22127}" dt="2026-04-17T07:41:44.655" v="8942" actId="1076"/>
          <ac:spMkLst>
            <pc:docMk/>
            <pc:sldMk cId="324846877" sldId="300"/>
            <ac:spMk id="45" creationId="{20840505-D4CB-79CD-6ABC-3F81AEE39094}"/>
          </ac:spMkLst>
        </pc:spChg>
        <pc:spChg chg="add del">
          <ac:chgData name="Lucie Fontaine" userId="2c6b0298-177f-4237-a83e-8637e19304d5" providerId="ADAL" clId="{38FDF7CA-A37A-44C1-A812-A8007AC22127}" dt="2026-04-17T07:43:02.158" v="8969" actId="478"/>
          <ac:spMkLst>
            <pc:docMk/>
            <pc:sldMk cId="324846877" sldId="300"/>
            <ac:spMk id="46" creationId="{CA20121C-7EB6-4B17-F26F-EECC26FD4274}"/>
          </ac:spMkLst>
        </pc:spChg>
        <pc:spChg chg="add del mod">
          <ac:chgData name="Lucie Fontaine" userId="2c6b0298-177f-4237-a83e-8637e19304d5" providerId="ADAL" clId="{38FDF7CA-A37A-44C1-A812-A8007AC22127}" dt="2026-04-17T07:47:28.645" v="9253" actId="478"/>
          <ac:spMkLst>
            <pc:docMk/>
            <pc:sldMk cId="324846877" sldId="300"/>
            <ac:spMk id="47" creationId="{A9A9E79F-7937-1624-A174-C6601F721011}"/>
          </ac:spMkLst>
        </pc:spChg>
        <pc:spChg chg="add del mod">
          <ac:chgData name="Lucie Fontaine" userId="2c6b0298-177f-4237-a83e-8637e19304d5" providerId="ADAL" clId="{38FDF7CA-A37A-44C1-A812-A8007AC22127}" dt="2026-04-17T07:47:28.645" v="9253" actId="478"/>
          <ac:spMkLst>
            <pc:docMk/>
            <pc:sldMk cId="324846877" sldId="300"/>
            <ac:spMk id="48" creationId="{B204E70E-505F-420F-E90E-9AEBB849B814}"/>
          </ac:spMkLst>
        </pc:spChg>
        <pc:spChg chg="add del mod">
          <ac:chgData name="Lucie Fontaine" userId="2c6b0298-177f-4237-a83e-8637e19304d5" providerId="ADAL" clId="{38FDF7CA-A37A-44C1-A812-A8007AC22127}" dt="2026-04-17T07:47:25.728" v="9252" actId="478"/>
          <ac:spMkLst>
            <pc:docMk/>
            <pc:sldMk cId="324846877" sldId="300"/>
            <ac:spMk id="49" creationId="{63484B79-C64D-502F-498D-05964E5A8D66}"/>
          </ac:spMkLst>
        </pc:spChg>
        <pc:spChg chg="add del mod">
          <ac:chgData name="Lucie Fontaine" userId="2c6b0298-177f-4237-a83e-8637e19304d5" providerId="ADAL" clId="{38FDF7CA-A37A-44C1-A812-A8007AC22127}" dt="2026-04-17T07:47:25.728" v="9252" actId="478"/>
          <ac:spMkLst>
            <pc:docMk/>
            <pc:sldMk cId="324846877" sldId="300"/>
            <ac:spMk id="50" creationId="{5D345FC4-E242-C905-98F5-563DB50DA1C8}"/>
          </ac:spMkLst>
        </pc:spChg>
        <pc:picChg chg="add del mod">
          <ac:chgData name="Lucie Fontaine" userId="2c6b0298-177f-4237-a83e-8637e19304d5" providerId="ADAL" clId="{38FDF7CA-A37A-44C1-A812-A8007AC22127}" dt="2026-04-17T07:25:43.084" v="8880" actId="478"/>
          <ac:picMkLst>
            <pc:docMk/>
            <pc:sldMk cId="324846877" sldId="300"/>
            <ac:picMk id="37" creationId="{E308646F-5BFC-1BCB-550A-6BB616697EB1}"/>
          </ac:picMkLst>
        </pc:picChg>
        <pc:picChg chg="add del mod">
          <ac:chgData name="Lucie Fontaine" userId="2c6b0298-177f-4237-a83e-8637e19304d5" providerId="ADAL" clId="{38FDF7CA-A37A-44C1-A812-A8007AC22127}" dt="2026-04-17T07:47:20.185" v="9251" actId="478"/>
          <ac:picMkLst>
            <pc:docMk/>
            <pc:sldMk cId="324846877" sldId="300"/>
            <ac:picMk id="38" creationId="{B325ADCE-2C22-4A55-1FC1-6A3C048D6D22}"/>
          </ac:picMkLst>
        </pc:picChg>
        <pc:picChg chg="del">
          <ac:chgData name="Lucie Fontaine" userId="2c6b0298-177f-4237-a83e-8637e19304d5" providerId="ADAL" clId="{38FDF7CA-A37A-44C1-A812-A8007AC22127}" dt="2026-04-17T07:24:44.059" v="8872" actId="478"/>
          <ac:picMkLst>
            <pc:docMk/>
            <pc:sldMk cId="324846877" sldId="300"/>
            <ac:picMk id="40" creationId="{CB546586-6EB3-D09D-53FA-2B5359C72460}"/>
          </ac:picMkLst>
        </pc:picChg>
        <pc:picChg chg="add mod">
          <ac:chgData name="Lucie Fontaine" userId="2c6b0298-177f-4237-a83e-8637e19304d5" providerId="ADAL" clId="{38FDF7CA-A37A-44C1-A812-A8007AC22127}" dt="2026-04-17T07:41:44.655" v="8942" actId="1076"/>
          <ac:picMkLst>
            <pc:docMk/>
            <pc:sldMk cId="324846877" sldId="300"/>
            <ac:picMk id="41" creationId="{63144EE3-200A-C15F-4098-BD6DEE61FF20}"/>
          </ac:picMkLst>
        </pc:picChg>
      </pc:sldChg>
      <pc:sldChg chg="addSp delSp modSp add mod">
        <pc:chgData name="Lucie Fontaine" userId="2c6b0298-177f-4237-a83e-8637e19304d5" providerId="ADAL" clId="{38FDF7CA-A37A-44C1-A812-A8007AC22127}" dt="2026-04-29T14:47:04.923" v="23031" actId="1076"/>
        <pc:sldMkLst>
          <pc:docMk/>
          <pc:sldMk cId="622824023" sldId="301"/>
        </pc:sldMkLst>
        <pc:spChg chg="add mod">
          <ac:chgData name="Lucie Fontaine" userId="2c6b0298-177f-4237-a83e-8637e19304d5" providerId="ADAL" clId="{38FDF7CA-A37A-44C1-A812-A8007AC22127}" dt="2026-04-29T14:44:42.991" v="23016" actId="1076"/>
          <ac:spMkLst>
            <pc:docMk/>
            <pc:sldMk cId="622824023" sldId="301"/>
            <ac:spMk id="4" creationId="{F63875A2-3A41-A942-94C7-7D050ED096CA}"/>
          </ac:spMkLst>
        </pc:spChg>
        <pc:spChg chg="add mod">
          <ac:chgData name="Lucie Fontaine" userId="2c6b0298-177f-4237-a83e-8637e19304d5" providerId="ADAL" clId="{38FDF7CA-A37A-44C1-A812-A8007AC22127}" dt="2026-04-24T08:10:41.346" v="22049"/>
          <ac:spMkLst>
            <pc:docMk/>
            <pc:sldMk cId="622824023" sldId="301"/>
            <ac:spMk id="5" creationId="{B52877A2-945B-8803-1C8B-40D681F5B3B8}"/>
          </ac:spMkLst>
        </pc:spChg>
        <pc:spChg chg="add mod">
          <ac:chgData name="Lucie Fontaine" userId="2c6b0298-177f-4237-a83e-8637e19304d5" providerId="ADAL" clId="{38FDF7CA-A37A-44C1-A812-A8007AC22127}" dt="2026-04-21T08:54:05.362" v="13280"/>
          <ac:spMkLst>
            <pc:docMk/>
            <pc:sldMk cId="622824023" sldId="301"/>
            <ac:spMk id="33" creationId="{9985166D-AF2F-97D6-D6A6-9A01D8461C46}"/>
          </ac:spMkLst>
        </pc:spChg>
        <pc:spChg chg="del">
          <ac:chgData name="Lucie Fontaine" userId="2c6b0298-177f-4237-a83e-8637e19304d5" providerId="ADAL" clId="{38FDF7CA-A37A-44C1-A812-A8007AC22127}" dt="2026-04-23T09:22:13.874" v="19283" actId="478"/>
          <ac:spMkLst>
            <pc:docMk/>
            <pc:sldMk cId="622824023" sldId="301"/>
            <ac:spMk id="35" creationId="{D0A62F4D-BC2C-2F34-40A8-50ACA3865021}"/>
          </ac:spMkLst>
        </pc:spChg>
        <pc:spChg chg="mod">
          <ac:chgData name="Lucie Fontaine" userId="2c6b0298-177f-4237-a83e-8637e19304d5" providerId="ADAL" clId="{38FDF7CA-A37A-44C1-A812-A8007AC22127}" dt="2026-04-29T14:44:42.991" v="23016" actId="1076"/>
          <ac:spMkLst>
            <pc:docMk/>
            <pc:sldMk cId="622824023" sldId="301"/>
            <ac:spMk id="42" creationId="{D46562C0-9D6C-D7BE-0ADF-28C65214443C}"/>
          </ac:spMkLst>
        </pc:spChg>
        <pc:spChg chg="del mod">
          <ac:chgData name="Lucie Fontaine" userId="2c6b0298-177f-4237-a83e-8637e19304d5" providerId="ADAL" clId="{38FDF7CA-A37A-44C1-A812-A8007AC22127}" dt="2026-04-21T14:39:30.476" v="13932" actId="478"/>
          <ac:spMkLst>
            <pc:docMk/>
            <pc:sldMk cId="622824023" sldId="301"/>
            <ac:spMk id="43" creationId="{8CF1DEFE-68D2-FFDF-3301-7AB9E8EF165E}"/>
          </ac:spMkLst>
        </pc:spChg>
        <pc:spChg chg="mod">
          <ac:chgData name="Lucie Fontaine" userId="2c6b0298-177f-4237-a83e-8637e19304d5" providerId="ADAL" clId="{38FDF7CA-A37A-44C1-A812-A8007AC22127}" dt="2026-04-29T14:44:42.991" v="23016" actId="1076"/>
          <ac:spMkLst>
            <pc:docMk/>
            <pc:sldMk cId="622824023" sldId="301"/>
            <ac:spMk id="44" creationId="{112D11D1-33AB-367B-9673-B84141DC211A}"/>
          </ac:spMkLst>
        </pc:spChg>
        <pc:spChg chg="mod">
          <ac:chgData name="Lucie Fontaine" userId="2c6b0298-177f-4237-a83e-8637e19304d5" providerId="ADAL" clId="{38FDF7CA-A37A-44C1-A812-A8007AC22127}" dt="2026-04-29T14:44:42.991" v="23016" actId="1076"/>
          <ac:spMkLst>
            <pc:docMk/>
            <pc:sldMk cId="622824023" sldId="301"/>
            <ac:spMk id="45" creationId="{20840505-D4CB-79CD-6ABC-3F81AEE39094}"/>
          </ac:spMkLst>
        </pc:spChg>
        <pc:spChg chg="del mod">
          <ac:chgData name="Lucie Fontaine" userId="2c6b0298-177f-4237-a83e-8637e19304d5" providerId="ADAL" clId="{38FDF7CA-A37A-44C1-A812-A8007AC22127}" dt="2026-04-17T08:44:39.994" v="10381" actId="478"/>
          <ac:spMkLst>
            <pc:docMk/>
            <pc:sldMk cId="622824023" sldId="301"/>
            <ac:spMk id="47" creationId="{A9A9E79F-7937-1624-A174-C6601F721011}"/>
          </ac:spMkLst>
        </pc:spChg>
        <pc:spChg chg="mod">
          <ac:chgData name="Lucie Fontaine" userId="2c6b0298-177f-4237-a83e-8637e19304d5" providerId="ADAL" clId="{38FDF7CA-A37A-44C1-A812-A8007AC22127}" dt="2026-04-23T08:00:30.285" v="18501"/>
          <ac:spMkLst>
            <pc:docMk/>
            <pc:sldMk cId="622824023" sldId="301"/>
            <ac:spMk id="47" creationId="{CF1936B3-D562-4A1D-A047-4F1C52AB746A}"/>
          </ac:spMkLst>
        </pc:spChg>
        <pc:spChg chg="del mod">
          <ac:chgData name="Lucie Fontaine" userId="2c6b0298-177f-4237-a83e-8637e19304d5" providerId="ADAL" clId="{38FDF7CA-A37A-44C1-A812-A8007AC22127}" dt="2026-04-17T08:44:39.994" v="10381" actId="478"/>
          <ac:spMkLst>
            <pc:docMk/>
            <pc:sldMk cId="622824023" sldId="301"/>
            <ac:spMk id="48" creationId="{B204E70E-505F-420F-E90E-9AEBB849B814}"/>
          </ac:spMkLst>
        </pc:spChg>
        <pc:spChg chg="del mod">
          <ac:chgData name="Lucie Fontaine" userId="2c6b0298-177f-4237-a83e-8637e19304d5" providerId="ADAL" clId="{38FDF7CA-A37A-44C1-A812-A8007AC22127}" dt="2026-04-17T08:44:39.994" v="10381" actId="478"/>
          <ac:spMkLst>
            <pc:docMk/>
            <pc:sldMk cId="622824023" sldId="301"/>
            <ac:spMk id="49" creationId="{63484B79-C64D-502F-498D-05964E5A8D66}"/>
          </ac:spMkLst>
        </pc:spChg>
        <pc:spChg chg="mod">
          <ac:chgData name="Lucie Fontaine" userId="2c6b0298-177f-4237-a83e-8637e19304d5" providerId="ADAL" clId="{38FDF7CA-A37A-44C1-A812-A8007AC22127}" dt="2026-04-23T08:00:30.285" v="18501"/>
          <ac:spMkLst>
            <pc:docMk/>
            <pc:sldMk cId="622824023" sldId="301"/>
            <ac:spMk id="50" creationId="{2619ECD5-FA5F-00A7-18BF-3D44CD4914AE}"/>
          </ac:spMkLst>
        </pc:spChg>
        <pc:spChg chg="del mod">
          <ac:chgData name="Lucie Fontaine" userId="2c6b0298-177f-4237-a83e-8637e19304d5" providerId="ADAL" clId="{38FDF7CA-A37A-44C1-A812-A8007AC22127}" dt="2026-04-17T08:44:39.994" v="10381" actId="478"/>
          <ac:spMkLst>
            <pc:docMk/>
            <pc:sldMk cId="622824023" sldId="301"/>
            <ac:spMk id="50" creationId="{5D345FC4-E242-C905-98F5-563DB50DA1C8}"/>
          </ac:spMkLst>
        </pc:spChg>
        <pc:spChg chg="mod">
          <ac:chgData name="Lucie Fontaine" userId="2c6b0298-177f-4237-a83e-8637e19304d5" providerId="ADAL" clId="{38FDF7CA-A37A-44C1-A812-A8007AC22127}" dt="2026-04-23T08:00:30.285" v="18501"/>
          <ac:spMkLst>
            <pc:docMk/>
            <pc:sldMk cId="622824023" sldId="301"/>
            <ac:spMk id="60" creationId="{BB2F152B-3926-D1AE-8D19-DCE679F83190}"/>
          </ac:spMkLst>
        </pc:spChg>
        <pc:spChg chg="mod">
          <ac:chgData name="Lucie Fontaine" userId="2c6b0298-177f-4237-a83e-8637e19304d5" providerId="ADAL" clId="{38FDF7CA-A37A-44C1-A812-A8007AC22127}" dt="2026-04-23T08:00:30.285" v="18501"/>
          <ac:spMkLst>
            <pc:docMk/>
            <pc:sldMk cId="622824023" sldId="301"/>
            <ac:spMk id="61" creationId="{0C2C10F5-4223-FFD2-2688-A6854BDB9DC6}"/>
          </ac:spMkLst>
        </pc:spChg>
        <pc:spChg chg="mod">
          <ac:chgData name="Lucie Fontaine" userId="2c6b0298-177f-4237-a83e-8637e19304d5" providerId="ADAL" clId="{38FDF7CA-A37A-44C1-A812-A8007AC22127}" dt="2026-04-23T08:00:30.285" v="18501"/>
          <ac:spMkLst>
            <pc:docMk/>
            <pc:sldMk cId="622824023" sldId="301"/>
            <ac:spMk id="62" creationId="{100E1CAC-C140-1571-16E7-153F47547756}"/>
          </ac:spMkLst>
        </pc:spChg>
        <pc:spChg chg="mod">
          <ac:chgData name="Lucie Fontaine" userId="2c6b0298-177f-4237-a83e-8637e19304d5" providerId="ADAL" clId="{38FDF7CA-A37A-44C1-A812-A8007AC22127}" dt="2026-04-23T08:00:30.285" v="18501"/>
          <ac:spMkLst>
            <pc:docMk/>
            <pc:sldMk cId="622824023" sldId="301"/>
            <ac:spMk id="63" creationId="{4DBB0095-CEA5-06F2-D9B2-037E3202D181}"/>
          </ac:spMkLst>
        </pc:spChg>
        <pc:spChg chg="mod">
          <ac:chgData name="Lucie Fontaine" userId="2c6b0298-177f-4237-a83e-8637e19304d5" providerId="ADAL" clId="{38FDF7CA-A37A-44C1-A812-A8007AC22127}" dt="2026-04-23T08:00:30.285" v="18501"/>
          <ac:spMkLst>
            <pc:docMk/>
            <pc:sldMk cId="622824023" sldId="301"/>
            <ac:spMk id="64" creationId="{310BDE56-20A3-3D64-4140-22171D5D96C9}"/>
          </ac:spMkLst>
        </pc:spChg>
        <pc:spChg chg="mod">
          <ac:chgData name="Lucie Fontaine" userId="2c6b0298-177f-4237-a83e-8637e19304d5" providerId="ADAL" clId="{38FDF7CA-A37A-44C1-A812-A8007AC22127}" dt="2026-04-23T08:00:30.285" v="18501"/>
          <ac:spMkLst>
            <pc:docMk/>
            <pc:sldMk cId="622824023" sldId="301"/>
            <ac:spMk id="65" creationId="{DD84CD01-F7B3-F64B-BC86-9C53851030EF}"/>
          </ac:spMkLst>
        </pc:spChg>
        <pc:grpChg chg="del">
          <ac:chgData name="Lucie Fontaine" userId="2c6b0298-177f-4237-a83e-8637e19304d5" providerId="ADAL" clId="{38FDF7CA-A37A-44C1-A812-A8007AC22127}" dt="2026-04-23T08:00:29.720" v="18500" actId="478"/>
          <ac:grpSpMkLst>
            <pc:docMk/>
            <pc:sldMk cId="622824023" sldId="301"/>
            <ac:grpSpMk id="5" creationId="{5B734918-A671-3466-B94F-0A1BEEFD52DF}"/>
          </ac:grpSpMkLst>
        </pc:grpChg>
        <pc:grpChg chg="add mod">
          <ac:chgData name="Lucie Fontaine" userId="2c6b0298-177f-4237-a83e-8637e19304d5" providerId="ADAL" clId="{38FDF7CA-A37A-44C1-A812-A8007AC22127}" dt="2026-04-23T08:00:30.285" v="18501"/>
          <ac:grpSpMkLst>
            <pc:docMk/>
            <pc:sldMk cId="622824023" sldId="301"/>
            <ac:grpSpMk id="34" creationId="{268B5353-5FCE-97D8-68AA-C59D0CBD3963}"/>
          </ac:grpSpMkLst>
        </pc:grpChg>
        <pc:grpChg chg="mod">
          <ac:chgData name="Lucie Fontaine" userId="2c6b0298-177f-4237-a83e-8637e19304d5" providerId="ADAL" clId="{38FDF7CA-A37A-44C1-A812-A8007AC22127}" dt="2026-04-23T08:00:30.285" v="18501"/>
          <ac:grpSpMkLst>
            <pc:docMk/>
            <pc:sldMk cId="622824023" sldId="301"/>
            <ac:grpSpMk id="43" creationId="{9576DF46-4E2F-3959-200C-DB3BB8D155D4}"/>
          </ac:grpSpMkLst>
        </pc:grpChg>
        <pc:grpChg chg="mod">
          <ac:chgData name="Lucie Fontaine" userId="2c6b0298-177f-4237-a83e-8637e19304d5" providerId="ADAL" clId="{38FDF7CA-A37A-44C1-A812-A8007AC22127}" dt="2026-04-23T08:00:30.285" v="18501"/>
          <ac:grpSpMkLst>
            <pc:docMk/>
            <pc:sldMk cId="622824023" sldId="301"/>
            <ac:grpSpMk id="52" creationId="{72E0D35E-C301-2036-CC6B-C87B570739EC}"/>
          </ac:grpSpMkLst>
        </pc:grpChg>
        <pc:grpChg chg="mod">
          <ac:chgData name="Lucie Fontaine" userId="2c6b0298-177f-4237-a83e-8637e19304d5" providerId="ADAL" clId="{38FDF7CA-A37A-44C1-A812-A8007AC22127}" dt="2026-04-23T08:00:30.285" v="18501"/>
          <ac:grpSpMkLst>
            <pc:docMk/>
            <pc:sldMk cId="622824023" sldId="301"/>
            <ac:grpSpMk id="54" creationId="{284DCA2C-62B9-71DE-6041-7071CBB63B6F}"/>
          </ac:grpSpMkLst>
        </pc:grpChg>
        <pc:picChg chg="del mod">
          <ac:chgData name="Lucie Fontaine" userId="2c6b0298-177f-4237-a83e-8637e19304d5" providerId="ADAL" clId="{38FDF7CA-A37A-44C1-A812-A8007AC22127}" dt="2026-04-23T09:21:06.723" v="19268" actId="478"/>
          <ac:picMkLst>
            <pc:docMk/>
            <pc:sldMk cId="622824023" sldId="301"/>
            <ac:picMk id="38" creationId="{B325ADCE-2C22-4A55-1FC1-6A3C048D6D22}"/>
          </ac:picMkLst>
        </pc:picChg>
        <pc:picChg chg="del mod">
          <ac:chgData name="Lucie Fontaine" userId="2c6b0298-177f-4237-a83e-8637e19304d5" providerId="ADAL" clId="{38FDF7CA-A37A-44C1-A812-A8007AC22127}" dt="2026-04-23T09:22:10.269" v="19282" actId="478"/>
          <ac:picMkLst>
            <pc:docMk/>
            <pc:sldMk cId="622824023" sldId="301"/>
            <ac:picMk id="41" creationId="{63144EE3-200A-C15F-4098-BD6DEE61FF20}"/>
          </ac:picMkLst>
        </pc:picChg>
        <pc:picChg chg="add mod ord">
          <ac:chgData name="Lucie Fontaine" userId="2c6b0298-177f-4237-a83e-8637e19304d5" providerId="ADAL" clId="{38FDF7CA-A37A-44C1-A812-A8007AC22127}" dt="2026-04-23T09:21:03.372" v="19267" actId="167"/>
          <ac:picMkLst>
            <pc:docMk/>
            <pc:sldMk cId="622824023" sldId="301"/>
            <ac:picMk id="77" creationId="{C0C71C5A-5C21-D12C-1EFE-DDCABC03FDC8}"/>
          </ac:picMkLst>
        </pc:picChg>
        <pc:picChg chg="add mod ord">
          <ac:chgData name="Lucie Fontaine" userId="2c6b0298-177f-4237-a83e-8637e19304d5" providerId="ADAL" clId="{38FDF7CA-A37A-44C1-A812-A8007AC22127}" dt="2026-04-29T14:44:48.816" v="23017" actId="14100"/>
          <ac:picMkLst>
            <pc:docMk/>
            <pc:sldMk cId="622824023" sldId="301"/>
            <ac:picMk id="79" creationId="{FE882322-12A4-EFAF-AD87-A1061E047078}"/>
          </ac:picMkLst>
        </pc:picChg>
        <pc:cxnChg chg="mod">
          <ac:chgData name="Lucie Fontaine" userId="2c6b0298-177f-4237-a83e-8637e19304d5" providerId="ADAL" clId="{38FDF7CA-A37A-44C1-A812-A8007AC22127}" dt="2026-04-23T08:00:29.720" v="18500" actId="478"/>
          <ac:cxnSpMkLst>
            <pc:docMk/>
            <pc:sldMk cId="622824023" sldId="301"/>
            <ac:cxnSpMk id="13" creationId="{9058EF4C-6987-7460-63D7-DAF9C3B78096}"/>
          </ac:cxnSpMkLst>
        </pc:cxnChg>
        <pc:cxnChg chg="mod">
          <ac:chgData name="Lucie Fontaine" userId="2c6b0298-177f-4237-a83e-8637e19304d5" providerId="ADAL" clId="{38FDF7CA-A37A-44C1-A812-A8007AC22127}" dt="2026-04-23T08:00:29.720" v="18500" actId="478"/>
          <ac:cxnSpMkLst>
            <pc:docMk/>
            <pc:sldMk cId="622824023" sldId="301"/>
            <ac:cxnSpMk id="24" creationId="{3F8F5915-6075-7D70-C9C8-963B715B585A}"/>
          </ac:cxnSpMkLst>
        </pc:cxnChg>
        <pc:cxnChg chg="mod">
          <ac:chgData name="Lucie Fontaine" userId="2c6b0298-177f-4237-a83e-8637e19304d5" providerId="ADAL" clId="{38FDF7CA-A37A-44C1-A812-A8007AC22127}" dt="2026-04-23T08:00:29.720" v="18500" actId="478"/>
          <ac:cxnSpMkLst>
            <pc:docMk/>
            <pc:sldMk cId="622824023" sldId="301"/>
            <ac:cxnSpMk id="27" creationId="{DD33A741-FC57-437B-B982-0D1ECA725CF0}"/>
          </ac:cxnSpMkLst>
        </pc:cxnChg>
        <pc:cxnChg chg="mod">
          <ac:chgData name="Lucie Fontaine" userId="2c6b0298-177f-4237-a83e-8637e19304d5" providerId="ADAL" clId="{38FDF7CA-A37A-44C1-A812-A8007AC22127}" dt="2026-04-23T08:00:29.720" v="18500" actId="478"/>
          <ac:cxnSpMkLst>
            <pc:docMk/>
            <pc:sldMk cId="622824023" sldId="301"/>
            <ac:cxnSpMk id="28" creationId="{8FA68745-F07E-FECE-ECD0-5F28A385E991}"/>
          </ac:cxnSpMkLst>
        </pc:cxnChg>
        <pc:cxnChg chg="mod">
          <ac:chgData name="Lucie Fontaine" userId="2c6b0298-177f-4237-a83e-8637e19304d5" providerId="ADAL" clId="{38FDF7CA-A37A-44C1-A812-A8007AC22127}" dt="2026-04-23T08:00:29.720" v="18500" actId="478"/>
          <ac:cxnSpMkLst>
            <pc:docMk/>
            <pc:sldMk cId="622824023" sldId="301"/>
            <ac:cxnSpMk id="29" creationId="{37A30663-3CAC-691E-ECB2-17CA5A2CBD86}"/>
          </ac:cxnSpMkLst>
        </pc:cxnChg>
        <pc:cxnChg chg="mod">
          <ac:chgData name="Lucie Fontaine" userId="2c6b0298-177f-4237-a83e-8637e19304d5" providerId="ADAL" clId="{38FDF7CA-A37A-44C1-A812-A8007AC22127}" dt="2026-04-23T08:00:29.720" v="18500" actId="478"/>
          <ac:cxnSpMkLst>
            <pc:docMk/>
            <pc:sldMk cId="622824023" sldId="301"/>
            <ac:cxnSpMk id="30" creationId="{F4024670-8953-05F2-3794-89A0E350EA65}"/>
          </ac:cxnSpMkLst>
        </pc:cxnChg>
        <pc:cxnChg chg="add mod">
          <ac:chgData name="Lucie Fontaine" userId="2c6b0298-177f-4237-a83e-8637e19304d5" providerId="ADAL" clId="{38FDF7CA-A37A-44C1-A812-A8007AC22127}" dt="2026-04-29T14:46:59.527" v="23028" actId="1076"/>
          <ac:cxnSpMkLst>
            <pc:docMk/>
            <pc:sldMk cId="622824023" sldId="301"/>
            <ac:cxnSpMk id="36" creationId="{CF989587-59C7-5C84-22FF-9FD9B0D1F548}"/>
          </ac:cxnSpMkLst>
        </pc:cxnChg>
        <pc:cxnChg chg="add mod">
          <ac:chgData name="Lucie Fontaine" userId="2c6b0298-177f-4237-a83e-8637e19304d5" providerId="ADAL" clId="{38FDF7CA-A37A-44C1-A812-A8007AC22127}" dt="2026-04-29T14:47:01.434" v="23029" actId="1076"/>
          <ac:cxnSpMkLst>
            <pc:docMk/>
            <pc:sldMk cId="622824023" sldId="301"/>
            <ac:cxnSpMk id="37" creationId="{9C824780-F548-723F-0272-F0843B13B5E9}"/>
          </ac:cxnSpMkLst>
        </pc:cxnChg>
        <pc:cxnChg chg="add mod">
          <ac:chgData name="Lucie Fontaine" userId="2c6b0298-177f-4237-a83e-8637e19304d5" providerId="ADAL" clId="{38FDF7CA-A37A-44C1-A812-A8007AC22127}" dt="2026-04-29T14:47:02.725" v="23030" actId="1076"/>
          <ac:cxnSpMkLst>
            <pc:docMk/>
            <pc:sldMk cId="622824023" sldId="301"/>
            <ac:cxnSpMk id="39" creationId="{263A86E9-25BB-CD7F-FCD1-3999CF2B0F43}"/>
          </ac:cxnSpMkLst>
        </pc:cxnChg>
        <pc:cxnChg chg="add mod">
          <ac:chgData name="Lucie Fontaine" userId="2c6b0298-177f-4237-a83e-8637e19304d5" providerId="ADAL" clId="{38FDF7CA-A37A-44C1-A812-A8007AC22127}" dt="2026-04-29T14:47:04.923" v="23031" actId="1076"/>
          <ac:cxnSpMkLst>
            <pc:docMk/>
            <pc:sldMk cId="622824023" sldId="301"/>
            <ac:cxnSpMk id="40" creationId="{6FAC32EF-0060-B518-25B3-A54FA7D9B216}"/>
          </ac:cxnSpMkLst>
        </pc:cxnChg>
        <pc:cxnChg chg="mod">
          <ac:chgData name="Lucie Fontaine" userId="2c6b0298-177f-4237-a83e-8637e19304d5" providerId="ADAL" clId="{38FDF7CA-A37A-44C1-A812-A8007AC22127}" dt="2026-04-23T08:00:30.285" v="18501"/>
          <ac:cxnSpMkLst>
            <pc:docMk/>
            <pc:sldMk cId="622824023" sldId="301"/>
            <ac:cxnSpMk id="46" creationId="{4A0D7A92-C4F2-5234-345D-9B03DB584874}"/>
          </ac:cxnSpMkLst>
        </pc:cxnChg>
        <pc:cxnChg chg="add del">
          <ac:chgData name="Lucie Fontaine" userId="2c6b0298-177f-4237-a83e-8637e19304d5" providerId="ADAL" clId="{38FDF7CA-A37A-44C1-A812-A8007AC22127}" dt="2026-04-21T12:50:41.004" v="13840" actId="11529"/>
          <ac:cxnSpMkLst>
            <pc:docMk/>
            <pc:sldMk cId="622824023" sldId="301"/>
            <ac:cxnSpMk id="47" creationId="{9CE11D73-BADA-745A-5074-1D01EDD7F9D1}"/>
          </ac:cxnSpMkLst>
        </pc:cxnChg>
        <pc:cxnChg chg="mod">
          <ac:chgData name="Lucie Fontaine" userId="2c6b0298-177f-4237-a83e-8637e19304d5" providerId="ADAL" clId="{38FDF7CA-A37A-44C1-A812-A8007AC22127}" dt="2026-04-23T08:00:30.285" v="18501"/>
          <ac:cxnSpMkLst>
            <pc:docMk/>
            <pc:sldMk cId="622824023" sldId="301"/>
            <ac:cxnSpMk id="48" creationId="{93FCA42A-023B-B66A-6E1D-C19F7855DB5B}"/>
          </ac:cxnSpMkLst>
        </pc:cxnChg>
        <pc:cxnChg chg="add mod">
          <ac:chgData name="Lucie Fontaine" userId="2c6b0298-177f-4237-a83e-8637e19304d5" providerId="ADAL" clId="{38FDF7CA-A37A-44C1-A812-A8007AC22127}" dt="2026-04-22T13:30:08.237" v="16739" actId="208"/>
          <ac:cxnSpMkLst>
            <pc:docMk/>
            <pc:sldMk cId="622824023" sldId="301"/>
            <ac:cxnSpMk id="49" creationId="{A8D4919F-0C57-F2D2-2FAE-8052BFE8E90B}"/>
          </ac:cxnSpMkLst>
        </pc:cxnChg>
        <pc:cxnChg chg="mod">
          <ac:chgData name="Lucie Fontaine" userId="2c6b0298-177f-4237-a83e-8637e19304d5" providerId="ADAL" clId="{38FDF7CA-A37A-44C1-A812-A8007AC22127}" dt="2026-04-23T08:00:30.285" v="18501"/>
          <ac:cxnSpMkLst>
            <pc:docMk/>
            <pc:sldMk cId="622824023" sldId="301"/>
            <ac:cxnSpMk id="51" creationId="{B59111EB-A68F-4B23-8481-2749B8FB3807}"/>
          </ac:cxnSpMkLst>
        </pc:cxnChg>
        <pc:cxnChg chg="mod">
          <ac:chgData name="Lucie Fontaine" userId="2c6b0298-177f-4237-a83e-8637e19304d5" providerId="ADAL" clId="{38FDF7CA-A37A-44C1-A812-A8007AC22127}" dt="2026-04-23T08:00:30.285" v="18501"/>
          <ac:cxnSpMkLst>
            <pc:docMk/>
            <pc:sldMk cId="622824023" sldId="301"/>
            <ac:cxnSpMk id="53" creationId="{0684CB3E-3DAF-47BB-3B24-814FA1C62344}"/>
          </ac:cxnSpMkLst>
        </pc:cxnChg>
        <pc:cxnChg chg="add mod">
          <ac:chgData name="Lucie Fontaine" userId="2c6b0298-177f-4237-a83e-8637e19304d5" providerId="ADAL" clId="{38FDF7CA-A37A-44C1-A812-A8007AC22127}" dt="2026-04-22T13:30:08.237" v="16739" actId="208"/>
          <ac:cxnSpMkLst>
            <pc:docMk/>
            <pc:sldMk cId="622824023" sldId="301"/>
            <ac:cxnSpMk id="55" creationId="{8F45D868-F2EA-FF14-411C-BD2890BB1371}"/>
          </ac:cxnSpMkLst>
        </pc:cxnChg>
        <pc:cxnChg chg="add mod">
          <ac:chgData name="Lucie Fontaine" userId="2c6b0298-177f-4237-a83e-8637e19304d5" providerId="ADAL" clId="{38FDF7CA-A37A-44C1-A812-A8007AC22127}" dt="2026-04-22T13:30:08.237" v="16739" actId="208"/>
          <ac:cxnSpMkLst>
            <pc:docMk/>
            <pc:sldMk cId="622824023" sldId="301"/>
            <ac:cxnSpMk id="56" creationId="{2348FC35-8823-48CE-86D1-4B603600B467}"/>
          </ac:cxnSpMkLst>
        </pc:cxnChg>
        <pc:cxnChg chg="add mod">
          <ac:chgData name="Lucie Fontaine" userId="2c6b0298-177f-4237-a83e-8637e19304d5" providerId="ADAL" clId="{38FDF7CA-A37A-44C1-A812-A8007AC22127}" dt="2026-04-22T13:30:08.237" v="16739" actId="208"/>
          <ac:cxnSpMkLst>
            <pc:docMk/>
            <pc:sldMk cId="622824023" sldId="301"/>
            <ac:cxnSpMk id="57" creationId="{807A4CE1-1BB8-357B-7080-4AC43C60E41E}"/>
          </ac:cxnSpMkLst>
        </pc:cxnChg>
        <pc:cxnChg chg="mod">
          <ac:chgData name="Lucie Fontaine" userId="2c6b0298-177f-4237-a83e-8637e19304d5" providerId="ADAL" clId="{38FDF7CA-A37A-44C1-A812-A8007AC22127}" dt="2026-04-23T08:00:30.285" v="18501"/>
          <ac:cxnSpMkLst>
            <pc:docMk/>
            <pc:sldMk cId="622824023" sldId="301"/>
            <ac:cxnSpMk id="58" creationId="{A3C6C352-454B-2A89-E499-FE9449E98337}"/>
          </ac:cxnSpMkLst>
        </pc:cxnChg>
        <pc:cxnChg chg="mod">
          <ac:chgData name="Lucie Fontaine" userId="2c6b0298-177f-4237-a83e-8637e19304d5" providerId="ADAL" clId="{38FDF7CA-A37A-44C1-A812-A8007AC22127}" dt="2026-04-23T08:00:30.285" v="18501"/>
          <ac:cxnSpMkLst>
            <pc:docMk/>
            <pc:sldMk cId="622824023" sldId="301"/>
            <ac:cxnSpMk id="59" creationId="{9B2A8974-2446-2BF4-5AF0-BCF968B294CE}"/>
          </ac:cxnSpMkLst>
        </pc:cxnChg>
        <pc:cxnChg chg="mod">
          <ac:chgData name="Lucie Fontaine" userId="2c6b0298-177f-4237-a83e-8637e19304d5" providerId="ADAL" clId="{38FDF7CA-A37A-44C1-A812-A8007AC22127}" dt="2026-04-23T08:00:30.285" v="18501"/>
          <ac:cxnSpMkLst>
            <pc:docMk/>
            <pc:sldMk cId="622824023" sldId="301"/>
            <ac:cxnSpMk id="66" creationId="{8662FEE4-492D-2CA5-B3E0-4E49D188F977}"/>
          </ac:cxnSpMkLst>
        </pc:cxnChg>
        <pc:cxnChg chg="mod">
          <ac:chgData name="Lucie Fontaine" userId="2c6b0298-177f-4237-a83e-8637e19304d5" providerId="ADAL" clId="{38FDF7CA-A37A-44C1-A812-A8007AC22127}" dt="2026-04-23T08:00:30.285" v="18501"/>
          <ac:cxnSpMkLst>
            <pc:docMk/>
            <pc:sldMk cId="622824023" sldId="301"/>
            <ac:cxnSpMk id="67" creationId="{E89F506E-341B-CEFF-6432-955650D3597E}"/>
          </ac:cxnSpMkLst>
        </pc:cxnChg>
        <pc:cxnChg chg="mod">
          <ac:chgData name="Lucie Fontaine" userId="2c6b0298-177f-4237-a83e-8637e19304d5" providerId="ADAL" clId="{38FDF7CA-A37A-44C1-A812-A8007AC22127}" dt="2026-04-23T08:00:30.285" v="18501"/>
          <ac:cxnSpMkLst>
            <pc:docMk/>
            <pc:sldMk cId="622824023" sldId="301"/>
            <ac:cxnSpMk id="68" creationId="{7AD9B1E1-1F6F-E094-84CE-4B18C9906252}"/>
          </ac:cxnSpMkLst>
        </pc:cxnChg>
        <pc:cxnChg chg="mod">
          <ac:chgData name="Lucie Fontaine" userId="2c6b0298-177f-4237-a83e-8637e19304d5" providerId="ADAL" clId="{38FDF7CA-A37A-44C1-A812-A8007AC22127}" dt="2026-04-23T08:00:30.285" v="18501"/>
          <ac:cxnSpMkLst>
            <pc:docMk/>
            <pc:sldMk cId="622824023" sldId="301"/>
            <ac:cxnSpMk id="69" creationId="{F1C4B4E0-356E-A17B-9021-45044DCBB2E5}"/>
          </ac:cxnSpMkLst>
        </pc:cxnChg>
        <pc:cxnChg chg="mod">
          <ac:chgData name="Lucie Fontaine" userId="2c6b0298-177f-4237-a83e-8637e19304d5" providerId="ADAL" clId="{38FDF7CA-A37A-44C1-A812-A8007AC22127}" dt="2026-04-23T08:00:30.285" v="18501"/>
          <ac:cxnSpMkLst>
            <pc:docMk/>
            <pc:sldMk cId="622824023" sldId="301"/>
            <ac:cxnSpMk id="70" creationId="{9304E301-BCA0-9534-9310-FA25462819FE}"/>
          </ac:cxnSpMkLst>
        </pc:cxnChg>
        <pc:cxnChg chg="mod">
          <ac:chgData name="Lucie Fontaine" userId="2c6b0298-177f-4237-a83e-8637e19304d5" providerId="ADAL" clId="{38FDF7CA-A37A-44C1-A812-A8007AC22127}" dt="2026-04-23T08:00:30.285" v="18501"/>
          <ac:cxnSpMkLst>
            <pc:docMk/>
            <pc:sldMk cId="622824023" sldId="301"/>
            <ac:cxnSpMk id="71" creationId="{5BFDCF47-D59E-339C-372B-F97D019EBFA8}"/>
          </ac:cxnSpMkLst>
        </pc:cxnChg>
        <pc:cxnChg chg="mod">
          <ac:chgData name="Lucie Fontaine" userId="2c6b0298-177f-4237-a83e-8637e19304d5" providerId="ADAL" clId="{38FDF7CA-A37A-44C1-A812-A8007AC22127}" dt="2026-04-23T08:00:30.285" v="18501"/>
          <ac:cxnSpMkLst>
            <pc:docMk/>
            <pc:sldMk cId="622824023" sldId="301"/>
            <ac:cxnSpMk id="72" creationId="{A376880F-622C-6BEF-87C7-1503363E0353}"/>
          </ac:cxnSpMkLst>
        </pc:cxnChg>
        <pc:cxnChg chg="mod">
          <ac:chgData name="Lucie Fontaine" userId="2c6b0298-177f-4237-a83e-8637e19304d5" providerId="ADAL" clId="{38FDF7CA-A37A-44C1-A812-A8007AC22127}" dt="2026-04-23T08:00:30.285" v="18501"/>
          <ac:cxnSpMkLst>
            <pc:docMk/>
            <pc:sldMk cId="622824023" sldId="301"/>
            <ac:cxnSpMk id="73" creationId="{45B58D6E-085E-BB48-D466-19970C904CC7}"/>
          </ac:cxnSpMkLst>
        </pc:cxnChg>
        <pc:cxnChg chg="mod">
          <ac:chgData name="Lucie Fontaine" userId="2c6b0298-177f-4237-a83e-8637e19304d5" providerId="ADAL" clId="{38FDF7CA-A37A-44C1-A812-A8007AC22127}" dt="2026-04-23T08:00:30.285" v="18501"/>
          <ac:cxnSpMkLst>
            <pc:docMk/>
            <pc:sldMk cId="622824023" sldId="301"/>
            <ac:cxnSpMk id="74" creationId="{4CD6A65F-1D4E-4A7F-7B7A-E6AF5BE5FF61}"/>
          </ac:cxnSpMkLst>
        </pc:cxnChg>
      </pc:sldChg>
      <pc:sldChg chg="addSp delSp modSp add del mod">
        <pc:chgData name="Lucie Fontaine" userId="2c6b0298-177f-4237-a83e-8637e19304d5" providerId="ADAL" clId="{38FDF7CA-A37A-44C1-A812-A8007AC22127}" dt="2026-04-17T09:03:45.848" v="10388" actId="2696"/>
        <pc:sldMkLst>
          <pc:docMk/>
          <pc:sldMk cId="452731860" sldId="302"/>
        </pc:sldMkLst>
        <pc:spChg chg="add del mod">
          <ac:chgData name="Lucie Fontaine" userId="2c6b0298-177f-4237-a83e-8637e19304d5" providerId="ADAL" clId="{38FDF7CA-A37A-44C1-A812-A8007AC22127}" dt="2026-04-17T08:32:13.807" v="9997" actId="22"/>
          <ac:spMkLst>
            <pc:docMk/>
            <pc:sldMk cId="452731860" sldId="302"/>
            <ac:spMk id="35" creationId="{D0A62F4D-BC2C-2F34-40A8-50ACA3865021}"/>
          </ac:spMkLst>
        </pc:spChg>
        <pc:spChg chg="add del mod">
          <ac:chgData name="Lucie Fontaine" userId="2c6b0298-177f-4237-a83e-8637e19304d5" providerId="ADAL" clId="{38FDF7CA-A37A-44C1-A812-A8007AC22127}" dt="2026-04-17T07:49:47.808" v="9272" actId="21"/>
          <ac:spMkLst>
            <pc:docMk/>
            <pc:sldMk cId="452731860" sldId="302"/>
            <ac:spMk id="36" creationId="{F29ED8EA-387A-43A6-6572-A072EB7AF6E2}"/>
          </ac:spMkLst>
        </pc:spChg>
        <pc:spChg chg="add del mod">
          <ac:chgData name="Lucie Fontaine" userId="2c6b0298-177f-4237-a83e-8637e19304d5" providerId="ADAL" clId="{38FDF7CA-A37A-44C1-A812-A8007AC22127}" dt="2026-04-17T08:26:20.171" v="9955" actId="478"/>
          <ac:spMkLst>
            <pc:docMk/>
            <pc:sldMk cId="452731860" sldId="302"/>
            <ac:spMk id="39" creationId="{B7C027AA-A716-B175-A2E2-7C24EE6DFF1E}"/>
          </ac:spMkLst>
        </pc:spChg>
        <pc:spChg chg="add del">
          <ac:chgData name="Lucie Fontaine" userId="2c6b0298-177f-4237-a83e-8637e19304d5" providerId="ADAL" clId="{38FDF7CA-A37A-44C1-A812-A8007AC22127}" dt="2026-04-17T07:49:06.044" v="9257" actId="478"/>
          <ac:spMkLst>
            <pc:docMk/>
            <pc:sldMk cId="452731860" sldId="302"/>
            <ac:spMk id="42" creationId="{D46562C0-9D6C-D7BE-0ADF-28C65214443C}"/>
          </ac:spMkLst>
        </pc:spChg>
        <pc:spChg chg="add del">
          <ac:chgData name="Lucie Fontaine" userId="2c6b0298-177f-4237-a83e-8637e19304d5" providerId="ADAL" clId="{38FDF7CA-A37A-44C1-A812-A8007AC22127}" dt="2026-04-17T07:49:06.044" v="9257" actId="478"/>
          <ac:spMkLst>
            <pc:docMk/>
            <pc:sldMk cId="452731860" sldId="302"/>
            <ac:spMk id="43" creationId="{8CF1DEFE-68D2-FFDF-3301-7AB9E8EF165E}"/>
          </ac:spMkLst>
        </pc:spChg>
        <pc:spChg chg="add del">
          <ac:chgData name="Lucie Fontaine" userId="2c6b0298-177f-4237-a83e-8637e19304d5" providerId="ADAL" clId="{38FDF7CA-A37A-44C1-A812-A8007AC22127}" dt="2026-04-17T07:49:06.044" v="9257" actId="478"/>
          <ac:spMkLst>
            <pc:docMk/>
            <pc:sldMk cId="452731860" sldId="302"/>
            <ac:spMk id="44" creationId="{112D11D1-33AB-367B-9673-B84141DC211A}"/>
          </ac:spMkLst>
        </pc:spChg>
        <pc:spChg chg="del">
          <ac:chgData name="Lucie Fontaine" userId="2c6b0298-177f-4237-a83e-8637e19304d5" providerId="ADAL" clId="{38FDF7CA-A37A-44C1-A812-A8007AC22127}" dt="2026-04-17T07:49:06.044" v="9257" actId="478"/>
          <ac:spMkLst>
            <pc:docMk/>
            <pc:sldMk cId="452731860" sldId="302"/>
            <ac:spMk id="45" creationId="{20840505-D4CB-79CD-6ABC-3F81AEE39094}"/>
          </ac:spMkLst>
        </pc:spChg>
        <pc:spChg chg="add del">
          <ac:chgData name="Lucie Fontaine" userId="2c6b0298-177f-4237-a83e-8637e19304d5" providerId="ADAL" clId="{38FDF7CA-A37A-44C1-A812-A8007AC22127}" dt="2026-04-17T07:49:11.666" v="9258" actId="478"/>
          <ac:spMkLst>
            <pc:docMk/>
            <pc:sldMk cId="452731860" sldId="302"/>
            <ac:spMk id="47" creationId="{A9A9E79F-7937-1624-A174-C6601F721011}"/>
          </ac:spMkLst>
        </pc:spChg>
        <pc:spChg chg="add del">
          <ac:chgData name="Lucie Fontaine" userId="2c6b0298-177f-4237-a83e-8637e19304d5" providerId="ADAL" clId="{38FDF7CA-A37A-44C1-A812-A8007AC22127}" dt="2026-04-17T07:49:11.666" v="9258" actId="478"/>
          <ac:spMkLst>
            <pc:docMk/>
            <pc:sldMk cId="452731860" sldId="302"/>
            <ac:spMk id="48" creationId="{B204E70E-505F-420F-E90E-9AEBB849B814}"/>
          </ac:spMkLst>
        </pc:spChg>
        <pc:spChg chg="add del">
          <ac:chgData name="Lucie Fontaine" userId="2c6b0298-177f-4237-a83e-8637e19304d5" providerId="ADAL" clId="{38FDF7CA-A37A-44C1-A812-A8007AC22127}" dt="2026-04-17T07:49:11.666" v="9258" actId="478"/>
          <ac:spMkLst>
            <pc:docMk/>
            <pc:sldMk cId="452731860" sldId="302"/>
            <ac:spMk id="49" creationId="{63484B79-C64D-502F-498D-05964E5A8D66}"/>
          </ac:spMkLst>
        </pc:spChg>
        <pc:spChg chg="add del">
          <ac:chgData name="Lucie Fontaine" userId="2c6b0298-177f-4237-a83e-8637e19304d5" providerId="ADAL" clId="{38FDF7CA-A37A-44C1-A812-A8007AC22127}" dt="2026-04-17T07:49:11.666" v="9258" actId="478"/>
          <ac:spMkLst>
            <pc:docMk/>
            <pc:sldMk cId="452731860" sldId="302"/>
            <ac:spMk id="50" creationId="{5D345FC4-E242-C905-98F5-563DB50DA1C8}"/>
          </ac:spMkLst>
        </pc:spChg>
        <pc:spChg chg="add del mod">
          <ac:chgData name="Lucie Fontaine" userId="2c6b0298-177f-4237-a83e-8637e19304d5" providerId="ADAL" clId="{38FDF7CA-A37A-44C1-A812-A8007AC22127}" dt="2026-04-17T08:26:18.250" v="9953" actId="478"/>
          <ac:spMkLst>
            <pc:docMk/>
            <pc:sldMk cId="452731860" sldId="302"/>
            <ac:spMk id="53" creationId="{9121413A-62CC-7078-8583-993194B3A332}"/>
          </ac:spMkLst>
        </pc:spChg>
        <pc:spChg chg="add del mod">
          <ac:chgData name="Lucie Fontaine" userId="2c6b0298-177f-4237-a83e-8637e19304d5" providerId="ADAL" clId="{38FDF7CA-A37A-44C1-A812-A8007AC22127}" dt="2026-04-17T08:32:45.551" v="10002" actId="22"/>
          <ac:spMkLst>
            <pc:docMk/>
            <pc:sldMk cId="452731860" sldId="302"/>
            <ac:spMk id="59" creationId="{54895C4F-2C9D-5B69-094D-A64363B7685F}"/>
          </ac:spMkLst>
        </pc:spChg>
        <pc:spChg chg="add mod">
          <ac:chgData name="Lucie Fontaine" userId="2c6b0298-177f-4237-a83e-8637e19304d5" providerId="ADAL" clId="{38FDF7CA-A37A-44C1-A812-A8007AC22127}" dt="2026-04-17T08:33:36.117" v="10004" actId="1076"/>
          <ac:spMkLst>
            <pc:docMk/>
            <pc:sldMk cId="452731860" sldId="302"/>
            <ac:spMk id="62" creationId="{53FAA7B8-990F-501F-F193-574ED188866A}"/>
          </ac:spMkLst>
        </pc:spChg>
        <pc:spChg chg="add mod">
          <ac:chgData name="Lucie Fontaine" userId="2c6b0298-177f-4237-a83e-8637e19304d5" providerId="ADAL" clId="{38FDF7CA-A37A-44C1-A812-A8007AC22127}" dt="2026-04-17T08:34:04.234" v="10021" actId="1076"/>
          <ac:spMkLst>
            <pc:docMk/>
            <pc:sldMk cId="452731860" sldId="302"/>
            <ac:spMk id="63" creationId="{423D78DB-5E05-4F5D-2399-1E06B62B5529}"/>
          </ac:spMkLst>
        </pc:spChg>
        <pc:picChg chg="add del mod ord modCrop">
          <ac:chgData name="Lucie Fontaine" userId="2c6b0298-177f-4237-a83e-8637e19304d5" providerId="ADAL" clId="{38FDF7CA-A37A-44C1-A812-A8007AC22127}" dt="2026-04-17T07:49:48.919" v="9276" actId="22"/>
          <ac:picMkLst>
            <pc:docMk/>
            <pc:sldMk cId="452731860" sldId="302"/>
            <ac:picMk id="33" creationId="{CC6F28A3-9959-27DD-4CA8-35FC27669616}"/>
          </ac:picMkLst>
        </pc:picChg>
        <pc:picChg chg="add del mod">
          <ac:chgData name="Lucie Fontaine" userId="2c6b0298-177f-4237-a83e-8637e19304d5" providerId="ADAL" clId="{38FDF7CA-A37A-44C1-A812-A8007AC22127}" dt="2026-04-17T07:54:19.490" v="9384" actId="478"/>
          <ac:picMkLst>
            <pc:docMk/>
            <pc:sldMk cId="452731860" sldId="302"/>
            <ac:picMk id="37" creationId="{CC6F28A3-9959-27DD-4CA8-35FC27669616}"/>
          </ac:picMkLst>
        </pc:picChg>
        <pc:picChg chg="add del">
          <ac:chgData name="Lucie Fontaine" userId="2c6b0298-177f-4237-a83e-8637e19304d5" providerId="ADAL" clId="{38FDF7CA-A37A-44C1-A812-A8007AC22127}" dt="2026-04-17T07:49:06.044" v="9257" actId="478"/>
          <ac:picMkLst>
            <pc:docMk/>
            <pc:sldMk cId="452731860" sldId="302"/>
            <ac:picMk id="38" creationId="{B325ADCE-2C22-4A55-1FC1-6A3C048D6D22}"/>
          </ac:picMkLst>
        </pc:picChg>
        <pc:picChg chg="add del">
          <ac:chgData name="Lucie Fontaine" userId="2c6b0298-177f-4237-a83e-8637e19304d5" providerId="ADAL" clId="{38FDF7CA-A37A-44C1-A812-A8007AC22127}" dt="2026-04-17T07:49:06.044" v="9257" actId="478"/>
          <ac:picMkLst>
            <pc:docMk/>
            <pc:sldMk cId="452731860" sldId="302"/>
            <ac:picMk id="41" creationId="{63144EE3-200A-C15F-4098-BD6DEE61FF20}"/>
          </ac:picMkLst>
        </pc:picChg>
        <pc:picChg chg="add del mod modCrop">
          <ac:chgData name="Lucie Fontaine" userId="2c6b0298-177f-4237-a83e-8637e19304d5" providerId="ADAL" clId="{38FDF7CA-A37A-44C1-A812-A8007AC22127}" dt="2026-04-17T08:32:09.463" v="9992" actId="478"/>
          <ac:picMkLst>
            <pc:docMk/>
            <pc:sldMk cId="452731860" sldId="302"/>
            <ac:picMk id="46" creationId="{5D8E190C-BF7A-325F-823F-06687B0ACC1E}"/>
          </ac:picMkLst>
        </pc:picChg>
        <pc:picChg chg="add del mod">
          <ac:chgData name="Lucie Fontaine" userId="2c6b0298-177f-4237-a83e-8637e19304d5" providerId="ADAL" clId="{38FDF7CA-A37A-44C1-A812-A8007AC22127}" dt="2026-04-17T08:32:12.890" v="9996" actId="22"/>
          <ac:picMkLst>
            <pc:docMk/>
            <pc:sldMk cId="452731860" sldId="302"/>
            <ac:picMk id="55" creationId="{42AFEFC4-1F16-ACD3-0045-A799121A6ED7}"/>
          </ac:picMkLst>
        </pc:picChg>
        <pc:picChg chg="add del mod ord">
          <ac:chgData name="Lucie Fontaine" userId="2c6b0298-177f-4237-a83e-8637e19304d5" providerId="ADAL" clId="{38FDF7CA-A37A-44C1-A812-A8007AC22127}" dt="2026-04-17T08:32:43.832" v="10000" actId="478"/>
          <ac:picMkLst>
            <pc:docMk/>
            <pc:sldMk cId="452731860" sldId="302"/>
            <ac:picMk id="57" creationId="{29485005-80B7-DC50-2703-916F8643B9E4}"/>
          </ac:picMkLst>
        </pc:picChg>
        <pc:picChg chg="add mod ord">
          <ac:chgData name="Lucie Fontaine" userId="2c6b0298-177f-4237-a83e-8637e19304d5" providerId="ADAL" clId="{38FDF7CA-A37A-44C1-A812-A8007AC22127}" dt="2026-04-17T08:32:45.551" v="10002" actId="22"/>
          <ac:picMkLst>
            <pc:docMk/>
            <pc:sldMk cId="452731860" sldId="302"/>
            <ac:picMk id="61" creationId="{5B8BEFBE-92A0-0833-6477-AC1806F8942E}"/>
          </ac:picMkLst>
        </pc:picChg>
        <pc:cxnChg chg="add del mod">
          <ac:chgData name="Lucie Fontaine" userId="2c6b0298-177f-4237-a83e-8637e19304d5" providerId="ADAL" clId="{38FDF7CA-A37A-44C1-A812-A8007AC22127}" dt="2026-04-17T08:26:19.138" v="9954" actId="478"/>
          <ac:cxnSpMkLst>
            <pc:docMk/>
            <pc:sldMk cId="452731860" sldId="302"/>
            <ac:cxnSpMk id="52" creationId="{C07CD3CF-2CB8-6F0D-03A8-23E8741B4967}"/>
          </ac:cxnSpMkLst>
        </pc:cxnChg>
      </pc:sldChg>
      <pc:sldChg chg="add del">
        <pc:chgData name="Lucie Fontaine" userId="2c6b0298-177f-4237-a83e-8637e19304d5" providerId="ADAL" clId="{38FDF7CA-A37A-44C1-A812-A8007AC22127}" dt="2026-04-17T08:06:52.690" v="9675" actId="2696"/>
        <pc:sldMkLst>
          <pc:docMk/>
          <pc:sldMk cId="2973963099" sldId="303"/>
        </pc:sldMkLst>
      </pc:sldChg>
      <pc:sldChg chg="addSp delSp modSp new add del mod ord">
        <pc:chgData name="Lucie Fontaine" userId="2c6b0298-177f-4237-a83e-8637e19304d5" providerId="ADAL" clId="{38FDF7CA-A37A-44C1-A812-A8007AC22127}" dt="2026-04-17T08:39:31.963" v="10178" actId="2696"/>
        <pc:sldMkLst>
          <pc:docMk/>
          <pc:sldMk cId="3983041267" sldId="303"/>
        </pc:sldMkLst>
        <pc:spChg chg="mod">
          <ac:chgData name="Lucie Fontaine" userId="2c6b0298-177f-4237-a83e-8637e19304d5" providerId="ADAL" clId="{38FDF7CA-A37A-44C1-A812-A8007AC22127}" dt="2026-04-17T08:22:49.959" v="9831" actId="20577"/>
          <ac:spMkLst>
            <pc:docMk/>
            <pc:sldMk cId="3983041267" sldId="303"/>
            <ac:spMk id="2" creationId="{5E0A5A7F-8AC9-75C8-6C05-E48B9582F11C}"/>
          </ac:spMkLst>
        </pc:spChg>
        <pc:spChg chg="del mod">
          <ac:chgData name="Lucie Fontaine" userId="2c6b0298-177f-4237-a83e-8637e19304d5" providerId="ADAL" clId="{38FDF7CA-A37A-44C1-A812-A8007AC22127}" dt="2026-04-17T08:07:03.921" v="9678" actId="22"/>
          <ac:spMkLst>
            <pc:docMk/>
            <pc:sldMk cId="3983041267" sldId="303"/>
            <ac:spMk id="3" creationId="{7ECE0D94-EE7E-CFD1-F2C7-F2961DFFEC2A}"/>
          </ac:spMkLst>
        </pc:spChg>
        <pc:spChg chg="mod">
          <ac:chgData name="Lucie Fontaine" userId="2c6b0298-177f-4237-a83e-8637e19304d5" providerId="ADAL" clId="{38FDF7CA-A37A-44C1-A812-A8007AC22127}" dt="2026-04-17T08:24:32.260" v="9922" actId="20577"/>
          <ac:spMkLst>
            <pc:docMk/>
            <pc:sldMk cId="3983041267" sldId="303"/>
            <ac:spMk id="4" creationId="{717D360C-2B75-7941-09B5-64F8ECBCFB35}"/>
          </ac:spMkLst>
        </pc:spChg>
        <pc:spChg chg="add mod">
          <ac:chgData name="Lucie Fontaine" userId="2c6b0298-177f-4237-a83e-8637e19304d5" providerId="ADAL" clId="{38FDF7CA-A37A-44C1-A812-A8007AC22127}" dt="2026-04-17T08:24:26.855" v="9921"/>
          <ac:spMkLst>
            <pc:docMk/>
            <pc:sldMk cId="3983041267" sldId="303"/>
            <ac:spMk id="11" creationId="{02899464-7B6B-76CF-63B8-E44B05CA6EA2}"/>
          </ac:spMkLst>
        </pc:spChg>
        <pc:picChg chg="add mod ord">
          <ac:chgData name="Lucie Fontaine" userId="2c6b0298-177f-4237-a83e-8637e19304d5" providerId="ADAL" clId="{38FDF7CA-A37A-44C1-A812-A8007AC22127}" dt="2026-04-17T08:24:37.097" v="9924" actId="1076"/>
          <ac:picMkLst>
            <pc:docMk/>
            <pc:sldMk cId="3983041267" sldId="303"/>
            <ac:picMk id="6" creationId="{0B942343-1F0E-287F-1FA9-479FB1535035}"/>
          </ac:picMkLst>
        </pc:picChg>
        <pc:picChg chg="add mod">
          <ac:chgData name="Lucie Fontaine" userId="2c6b0298-177f-4237-a83e-8637e19304d5" providerId="ADAL" clId="{38FDF7CA-A37A-44C1-A812-A8007AC22127}" dt="2026-04-17T08:24:37.097" v="9924" actId="1076"/>
          <ac:picMkLst>
            <pc:docMk/>
            <pc:sldMk cId="3983041267" sldId="303"/>
            <ac:picMk id="8" creationId="{3BF91801-BFA4-B82D-9B51-3E82C41470EC}"/>
          </ac:picMkLst>
        </pc:picChg>
        <pc:picChg chg="add del mod">
          <ac:chgData name="Lucie Fontaine" userId="2c6b0298-177f-4237-a83e-8637e19304d5" providerId="ADAL" clId="{38FDF7CA-A37A-44C1-A812-A8007AC22127}" dt="2026-04-17T08:24:33.554" v="9923" actId="478"/>
          <ac:picMkLst>
            <pc:docMk/>
            <pc:sldMk cId="3983041267" sldId="303"/>
            <ac:picMk id="10" creationId="{84A32D2C-4233-9809-05B1-46B5395E838A}"/>
          </ac:picMkLst>
        </pc:picChg>
        <pc:picChg chg="add del">
          <ac:chgData name="Lucie Fontaine" userId="2c6b0298-177f-4237-a83e-8637e19304d5" providerId="ADAL" clId="{38FDF7CA-A37A-44C1-A812-A8007AC22127}" dt="2026-04-17T08:38:43.760" v="10167" actId="22"/>
          <ac:picMkLst>
            <pc:docMk/>
            <pc:sldMk cId="3983041267" sldId="303"/>
            <ac:picMk id="13" creationId="{DF50A5D2-E46E-B091-F04A-29C935700883}"/>
          </ac:picMkLst>
        </pc:picChg>
      </pc:sldChg>
      <pc:sldChg chg="addSp delSp modSp new mod modClrScheme chgLayout">
        <pc:chgData name="Lucie Fontaine" userId="2c6b0298-177f-4237-a83e-8637e19304d5" providerId="ADAL" clId="{38FDF7CA-A37A-44C1-A812-A8007AC22127}" dt="2026-04-17T08:22:37.553" v="9813" actId="1076"/>
        <pc:sldMkLst>
          <pc:docMk/>
          <pc:sldMk cId="1821379300" sldId="304"/>
        </pc:sldMkLst>
        <pc:spChg chg="del mod ord">
          <ac:chgData name="Lucie Fontaine" userId="2c6b0298-177f-4237-a83e-8637e19304d5" providerId="ADAL" clId="{38FDF7CA-A37A-44C1-A812-A8007AC22127}" dt="2026-04-17T08:12:48.752" v="9767" actId="700"/>
          <ac:spMkLst>
            <pc:docMk/>
            <pc:sldMk cId="1821379300" sldId="304"/>
            <ac:spMk id="2" creationId="{4C6428E3-F887-B038-D8FE-FA8A5DC24BC2}"/>
          </ac:spMkLst>
        </pc:spChg>
        <pc:spChg chg="del mod ord">
          <ac:chgData name="Lucie Fontaine" userId="2c6b0298-177f-4237-a83e-8637e19304d5" providerId="ADAL" clId="{38FDF7CA-A37A-44C1-A812-A8007AC22127}" dt="2026-04-17T08:12:48.752" v="9767" actId="700"/>
          <ac:spMkLst>
            <pc:docMk/>
            <pc:sldMk cId="1821379300" sldId="304"/>
            <ac:spMk id="3" creationId="{894D1389-56CD-19DC-7606-044CDA0F6B06}"/>
          </ac:spMkLst>
        </pc:spChg>
        <pc:spChg chg="del">
          <ac:chgData name="Lucie Fontaine" userId="2c6b0298-177f-4237-a83e-8637e19304d5" providerId="ADAL" clId="{38FDF7CA-A37A-44C1-A812-A8007AC22127}" dt="2026-04-17T08:12:48.752" v="9767" actId="700"/>
          <ac:spMkLst>
            <pc:docMk/>
            <pc:sldMk cId="1821379300" sldId="304"/>
            <ac:spMk id="4" creationId="{C4DE7DFA-4F5D-F9B7-383D-9204A77B8CDF}"/>
          </ac:spMkLst>
        </pc:spChg>
        <pc:spChg chg="add mod ord">
          <ac:chgData name="Lucie Fontaine" userId="2c6b0298-177f-4237-a83e-8637e19304d5" providerId="ADAL" clId="{38FDF7CA-A37A-44C1-A812-A8007AC22127}" dt="2026-04-17T08:12:54.638" v="9786" actId="20577"/>
          <ac:spMkLst>
            <pc:docMk/>
            <pc:sldMk cId="1821379300" sldId="304"/>
            <ac:spMk id="5" creationId="{52190DC9-BB52-27E4-5416-D6AF8EF9620E}"/>
          </ac:spMkLst>
        </pc:spChg>
        <pc:spChg chg="add del mod ord">
          <ac:chgData name="Lucie Fontaine" userId="2c6b0298-177f-4237-a83e-8637e19304d5" providerId="ADAL" clId="{38FDF7CA-A37A-44C1-A812-A8007AC22127}" dt="2026-04-17T08:12:50.335" v="9769" actId="22"/>
          <ac:spMkLst>
            <pc:docMk/>
            <pc:sldMk cId="1821379300" sldId="304"/>
            <ac:spMk id="6" creationId="{0D2CEDED-0E11-0DC1-BF3F-22CBA7DA8AC6}"/>
          </ac:spMkLst>
        </pc:spChg>
        <pc:spChg chg="add mod">
          <ac:chgData name="Lucie Fontaine" userId="2c6b0298-177f-4237-a83e-8637e19304d5" providerId="ADAL" clId="{38FDF7CA-A37A-44C1-A812-A8007AC22127}" dt="2026-04-17T08:22:37.553" v="9813" actId="1076"/>
          <ac:spMkLst>
            <pc:docMk/>
            <pc:sldMk cId="1821379300" sldId="304"/>
            <ac:spMk id="9" creationId="{9A2F16FC-6D89-B75C-3A26-D5BA3B88B5C6}"/>
          </ac:spMkLst>
        </pc:spChg>
        <pc:picChg chg="add mod ord">
          <ac:chgData name="Lucie Fontaine" userId="2c6b0298-177f-4237-a83e-8637e19304d5" providerId="ADAL" clId="{38FDF7CA-A37A-44C1-A812-A8007AC22127}" dt="2026-04-17T08:12:50.335" v="9769" actId="22"/>
          <ac:picMkLst>
            <pc:docMk/>
            <pc:sldMk cId="1821379300" sldId="304"/>
            <ac:picMk id="8" creationId="{5A6244AE-B23C-6DFB-D3D6-066EB859522F}"/>
          </ac:picMkLst>
        </pc:picChg>
      </pc:sldChg>
      <pc:sldChg chg="modSp add del mod">
        <pc:chgData name="Lucie Fontaine" userId="2c6b0298-177f-4237-a83e-8637e19304d5" providerId="ADAL" clId="{38FDF7CA-A37A-44C1-A812-A8007AC22127}" dt="2026-04-17T08:12:41.142" v="9765" actId="2696"/>
        <pc:sldMkLst>
          <pc:docMk/>
          <pc:sldMk cId="4137908515" sldId="304"/>
        </pc:sldMkLst>
        <pc:spChg chg="mod">
          <ac:chgData name="Lucie Fontaine" userId="2c6b0298-177f-4237-a83e-8637e19304d5" providerId="ADAL" clId="{38FDF7CA-A37A-44C1-A812-A8007AC22127}" dt="2026-04-17T08:11:56.169" v="9764" actId="20577"/>
          <ac:spMkLst>
            <pc:docMk/>
            <pc:sldMk cId="4137908515" sldId="304"/>
            <ac:spMk id="2" creationId="{C6411114-4A92-AA04-8C8D-DB98B661AEDA}"/>
          </ac:spMkLst>
        </pc:spChg>
      </pc:sldChg>
      <pc:sldChg chg="addSp modSp new del mod ord">
        <pc:chgData name="Lucie Fontaine" userId="2c6b0298-177f-4237-a83e-8637e19304d5" providerId="ADAL" clId="{38FDF7CA-A37A-44C1-A812-A8007AC22127}" dt="2026-04-17T09:06:48.840" v="10491" actId="2696"/>
        <pc:sldMkLst>
          <pc:docMk/>
          <pc:sldMk cId="2331020783" sldId="305"/>
        </pc:sldMkLst>
        <pc:spChg chg="mod">
          <ac:chgData name="Lucie Fontaine" userId="2c6b0298-177f-4237-a83e-8637e19304d5" providerId="ADAL" clId="{38FDF7CA-A37A-44C1-A812-A8007AC22127}" dt="2026-04-17T08:25:42.896" v="9950" actId="20577"/>
          <ac:spMkLst>
            <pc:docMk/>
            <pc:sldMk cId="2331020783" sldId="305"/>
            <ac:spMk id="2" creationId="{9370BB4C-ACE8-BC53-3876-BE474A1ADD31}"/>
          </ac:spMkLst>
        </pc:spChg>
        <pc:spChg chg="mod">
          <ac:chgData name="Lucie Fontaine" userId="2c6b0298-177f-4237-a83e-8637e19304d5" providerId="ADAL" clId="{38FDF7CA-A37A-44C1-A812-A8007AC22127}" dt="2026-04-17T08:24:46.766" v="9926" actId="5793"/>
          <ac:spMkLst>
            <pc:docMk/>
            <pc:sldMk cId="2331020783" sldId="305"/>
            <ac:spMk id="3" creationId="{0AB02688-3252-FD6F-43AB-549D47934AB8}"/>
          </ac:spMkLst>
        </pc:spChg>
        <pc:spChg chg="mod">
          <ac:chgData name="Lucie Fontaine" userId="2c6b0298-177f-4237-a83e-8637e19304d5" providerId="ADAL" clId="{38FDF7CA-A37A-44C1-A812-A8007AC22127}" dt="2026-04-17T09:05:04.571" v="10446" actId="20577"/>
          <ac:spMkLst>
            <pc:docMk/>
            <pc:sldMk cId="2331020783" sldId="305"/>
            <ac:spMk id="4" creationId="{F7A62692-8502-D841-6C42-BCF58B32392F}"/>
          </ac:spMkLst>
        </pc:spChg>
        <pc:spChg chg="add mod">
          <ac:chgData name="Lucie Fontaine" userId="2c6b0298-177f-4237-a83e-8637e19304d5" providerId="ADAL" clId="{38FDF7CA-A37A-44C1-A812-A8007AC22127}" dt="2026-04-17T08:24:46.923" v="9927"/>
          <ac:spMkLst>
            <pc:docMk/>
            <pc:sldMk cId="2331020783" sldId="305"/>
            <ac:spMk id="5" creationId="{FAA04A80-20D5-B5DC-20AF-53DF2EF1FBA3}"/>
          </ac:spMkLst>
        </pc:spChg>
        <pc:spChg chg="mod">
          <ac:chgData name="Lucie Fontaine" userId="2c6b0298-177f-4237-a83e-8637e19304d5" providerId="ADAL" clId="{38FDF7CA-A37A-44C1-A812-A8007AC22127}" dt="2026-04-17T08:24:53.833" v="9928"/>
          <ac:spMkLst>
            <pc:docMk/>
            <pc:sldMk cId="2331020783" sldId="305"/>
            <ac:spMk id="9" creationId="{AA6AA5F3-633F-1ECB-B3CF-DAF176B51B4F}"/>
          </ac:spMkLst>
        </pc:spChg>
        <pc:spChg chg="mod">
          <ac:chgData name="Lucie Fontaine" userId="2c6b0298-177f-4237-a83e-8637e19304d5" providerId="ADAL" clId="{38FDF7CA-A37A-44C1-A812-A8007AC22127}" dt="2026-04-17T08:24:53.833" v="9928"/>
          <ac:spMkLst>
            <pc:docMk/>
            <pc:sldMk cId="2331020783" sldId="305"/>
            <ac:spMk id="11" creationId="{EDE18C3B-4C29-09D9-2C83-230A81C58874}"/>
          </ac:spMkLst>
        </pc:spChg>
        <pc:spChg chg="mod">
          <ac:chgData name="Lucie Fontaine" userId="2c6b0298-177f-4237-a83e-8637e19304d5" providerId="ADAL" clId="{38FDF7CA-A37A-44C1-A812-A8007AC22127}" dt="2026-04-17T08:24:53.833" v="9928"/>
          <ac:spMkLst>
            <pc:docMk/>
            <pc:sldMk cId="2331020783" sldId="305"/>
            <ac:spMk id="18" creationId="{AE4A95D9-5C1D-FFD2-6F72-CB393B5FC12E}"/>
          </ac:spMkLst>
        </pc:spChg>
        <pc:spChg chg="mod">
          <ac:chgData name="Lucie Fontaine" userId="2c6b0298-177f-4237-a83e-8637e19304d5" providerId="ADAL" clId="{38FDF7CA-A37A-44C1-A812-A8007AC22127}" dt="2026-04-17T08:24:53.833" v="9928"/>
          <ac:spMkLst>
            <pc:docMk/>
            <pc:sldMk cId="2331020783" sldId="305"/>
            <ac:spMk id="19" creationId="{4C3E6063-700B-6A19-B6B8-0A74BF6E2707}"/>
          </ac:spMkLst>
        </pc:spChg>
        <pc:spChg chg="mod">
          <ac:chgData name="Lucie Fontaine" userId="2c6b0298-177f-4237-a83e-8637e19304d5" providerId="ADAL" clId="{38FDF7CA-A37A-44C1-A812-A8007AC22127}" dt="2026-04-17T08:24:53.833" v="9928"/>
          <ac:spMkLst>
            <pc:docMk/>
            <pc:sldMk cId="2331020783" sldId="305"/>
            <ac:spMk id="20" creationId="{42436B4C-3B0C-3A1A-71B7-9927710C07FF}"/>
          </ac:spMkLst>
        </pc:spChg>
        <pc:spChg chg="mod">
          <ac:chgData name="Lucie Fontaine" userId="2c6b0298-177f-4237-a83e-8637e19304d5" providerId="ADAL" clId="{38FDF7CA-A37A-44C1-A812-A8007AC22127}" dt="2026-04-17T08:24:53.833" v="9928"/>
          <ac:spMkLst>
            <pc:docMk/>
            <pc:sldMk cId="2331020783" sldId="305"/>
            <ac:spMk id="21" creationId="{968801CC-2474-E8B7-A339-FD181F40949E}"/>
          </ac:spMkLst>
        </pc:spChg>
        <pc:spChg chg="mod">
          <ac:chgData name="Lucie Fontaine" userId="2c6b0298-177f-4237-a83e-8637e19304d5" providerId="ADAL" clId="{38FDF7CA-A37A-44C1-A812-A8007AC22127}" dt="2026-04-17T08:24:53.833" v="9928"/>
          <ac:spMkLst>
            <pc:docMk/>
            <pc:sldMk cId="2331020783" sldId="305"/>
            <ac:spMk id="22" creationId="{6B7ACC50-9361-2800-0E7A-F6AF4C47C91D}"/>
          </ac:spMkLst>
        </pc:spChg>
        <pc:spChg chg="mod">
          <ac:chgData name="Lucie Fontaine" userId="2c6b0298-177f-4237-a83e-8637e19304d5" providerId="ADAL" clId="{38FDF7CA-A37A-44C1-A812-A8007AC22127}" dt="2026-04-17T08:24:53.833" v="9928"/>
          <ac:spMkLst>
            <pc:docMk/>
            <pc:sldMk cId="2331020783" sldId="305"/>
            <ac:spMk id="23" creationId="{1A31A6AE-FB7E-2CE9-5C57-44F0CCA8A8E6}"/>
          </ac:spMkLst>
        </pc:spChg>
        <pc:grpChg chg="add mod">
          <ac:chgData name="Lucie Fontaine" userId="2c6b0298-177f-4237-a83e-8637e19304d5" providerId="ADAL" clId="{38FDF7CA-A37A-44C1-A812-A8007AC22127}" dt="2026-04-17T08:24:53.833" v="9928"/>
          <ac:grpSpMkLst>
            <pc:docMk/>
            <pc:sldMk cId="2331020783" sldId="305"/>
            <ac:grpSpMk id="6" creationId="{3A222587-DC6F-934C-1538-E1445D111B82}"/>
          </ac:grpSpMkLst>
        </pc:grpChg>
        <pc:grpChg chg="mod">
          <ac:chgData name="Lucie Fontaine" userId="2c6b0298-177f-4237-a83e-8637e19304d5" providerId="ADAL" clId="{38FDF7CA-A37A-44C1-A812-A8007AC22127}" dt="2026-04-17T08:24:53.833" v="9928"/>
          <ac:grpSpMkLst>
            <pc:docMk/>
            <pc:sldMk cId="2331020783" sldId="305"/>
            <ac:grpSpMk id="7" creationId="{EA1AF5AF-FFA5-0EC2-84AF-521101ECCB55}"/>
          </ac:grpSpMkLst>
        </pc:grpChg>
        <pc:grpChg chg="mod">
          <ac:chgData name="Lucie Fontaine" userId="2c6b0298-177f-4237-a83e-8637e19304d5" providerId="ADAL" clId="{38FDF7CA-A37A-44C1-A812-A8007AC22127}" dt="2026-04-17T08:24:53.833" v="9928"/>
          <ac:grpSpMkLst>
            <pc:docMk/>
            <pc:sldMk cId="2331020783" sldId="305"/>
            <ac:grpSpMk id="13" creationId="{F207C5CE-EB9C-441C-33A3-C229BA3C14EA}"/>
          </ac:grpSpMkLst>
        </pc:grpChg>
        <pc:grpChg chg="mod">
          <ac:chgData name="Lucie Fontaine" userId="2c6b0298-177f-4237-a83e-8637e19304d5" providerId="ADAL" clId="{38FDF7CA-A37A-44C1-A812-A8007AC22127}" dt="2026-04-17T08:24:53.833" v="9928"/>
          <ac:grpSpMkLst>
            <pc:docMk/>
            <pc:sldMk cId="2331020783" sldId="305"/>
            <ac:grpSpMk id="15" creationId="{5FE378BE-1E68-5923-8E08-4E6F5323B954}"/>
          </ac:grpSpMkLst>
        </pc:grpChg>
        <pc:grpChg chg="add mod">
          <ac:chgData name="Lucie Fontaine" userId="2c6b0298-177f-4237-a83e-8637e19304d5" providerId="ADAL" clId="{38FDF7CA-A37A-44C1-A812-A8007AC22127}" dt="2026-04-17T09:06:06.191" v="10484" actId="1035"/>
          <ac:grpSpMkLst>
            <pc:docMk/>
            <pc:sldMk cId="2331020783" sldId="305"/>
            <ac:grpSpMk id="35" creationId="{EF03AAC7-D0EE-57B8-4A36-97DBDCFA0073}"/>
          </ac:grpSpMkLst>
        </pc:grpChg>
        <pc:picChg chg="add mod">
          <ac:chgData name="Lucie Fontaine" userId="2c6b0298-177f-4237-a83e-8637e19304d5" providerId="ADAL" clId="{38FDF7CA-A37A-44C1-A812-A8007AC22127}" dt="2026-04-17T09:05:54.057" v="10478" actId="164"/>
          <ac:picMkLst>
            <pc:docMk/>
            <pc:sldMk cId="2331020783" sldId="305"/>
            <ac:picMk id="33" creationId="{2D1BD60A-AC2B-E5B0-567E-8AE2C3244457}"/>
          </ac:picMkLst>
        </pc:picChg>
        <pc:picChg chg="add mod">
          <ac:chgData name="Lucie Fontaine" userId="2c6b0298-177f-4237-a83e-8637e19304d5" providerId="ADAL" clId="{38FDF7CA-A37A-44C1-A812-A8007AC22127}" dt="2026-04-17T09:05:54.057" v="10478" actId="164"/>
          <ac:picMkLst>
            <pc:docMk/>
            <pc:sldMk cId="2331020783" sldId="305"/>
            <ac:picMk id="34" creationId="{6C7A790B-D16E-5139-A117-583F7C00C7A8}"/>
          </ac:picMkLst>
        </pc:picChg>
        <pc:cxnChg chg="mod">
          <ac:chgData name="Lucie Fontaine" userId="2c6b0298-177f-4237-a83e-8637e19304d5" providerId="ADAL" clId="{38FDF7CA-A37A-44C1-A812-A8007AC22127}" dt="2026-04-17T08:24:53.833" v="9928"/>
          <ac:cxnSpMkLst>
            <pc:docMk/>
            <pc:sldMk cId="2331020783" sldId="305"/>
            <ac:cxnSpMk id="8" creationId="{944666D2-C193-D66F-3B9C-4B58FC410FC8}"/>
          </ac:cxnSpMkLst>
        </pc:cxnChg>
        <pc:cxnChg chg="mod">
          <ac:chgData name="Lucie Fontaine" userId="2c6b0298-177f-4237-a83e-8637e19304d5" providerId="ADAL" clId="{38FDF7CA-A37A-44C1-A812-A8007AC22127}" dt="2026-04-17T08:24:53.833" v="9928"/>
          <ac:cxnSpMkLst>
            <pc:docMk/>
            <pc:sldMk cId="2331020783" sldId="305"/>
            <ac:cxnSpMk id="10" creationId="{AF9244F8-F782-0AF6-3DEB-65DB2508DE1F}"/>
          </ac:cxnSpMkLst>
        </pc:cxnChg>
        <pc:cxnChg chg="mod">
          <ac:chgData name="Lucie Fontaine" userId="2c6b0298-177f-4237-a83e-8637e19304d5" providerId="ADAL" clId="{38FDF7CA-A37A-44C1-A812-A8007AC22127}" dt="2026-04-17T08:24:53.833" v="9928"/>
          <ac:cxnSpMkLst>
            <pc:docMk/>
            <pc:sldMk cId="2331020783" sldId="305"/>
            <ac:cxnSpMk id="12" creationId="{A03B7DC9-E236-5CB8-6376-D4930857E830}"/>
          </ac:cxnSpMkLst>
        </pc:cxnChg>
        <pc:cxnChg chg="mod">
          <ac:chgData name="Lucie Fontaine" userId="2c6b0298-177f-4237-a83e-8637e19304d5" providerId="ADAL" clId="{38FDF7CA-A37A-44C1-A812-A8007AC22127}" dt="2026-04-17T08:24:53.833" v="9928"/>
          <ac:cxnSpMkLst>
            <pc:docMk/>
            <pc:sldMk cId="2331020783" sldId="305"/>
            <ac:cxnSpMk id="14" creationId="{D458E919-3D24-9A04-09B7-3004DBA9DB5F}"/>
          </ac:cxnSpMkLst>
        </pc:cxnChg>
        <pc:cxnChg chg="mod">
          <ac:chgData name="Lucie Fontaine" userId="2c6b0298-177f-4237-a83e-8637e19304d5" providerId="ADAL" clId="{38FDF7CA-A37A-44C1-A812-A8007AC22127}" dt="2026-04-17T08:24:53.833" v="9928"/>
          <ac:cxnSpMkLst>
            <pc:docMk/>
            <pc:sldMk cId="2331020783" sldId="305"/>
            <ac:cxnSpMk id="16" creationId="{A40E89BF-C881-1EB7-DA9A-C03FE71B2F70}"/>
          </ac:cxnSpMkLst>
        </pc:cxnChg>
        <pc:cxnChg chg="mod">
          <ac:chgData name="Lucie Fontaine" userId="2c6b0298-177f-4237-a83e-8637e19304d5" providerId="ADAL" clId="{38FDF7CA-A37A-44C1-A812-A8007AC22127}" dt="2026-04-17T08:24:53.833" v="9928"/>
          <ac:cxnSpMkLst>
            <pc:docMk/>
            <pc:sldMk cId="2331020783" sldId="305"/>
            <ac:cxnSpMk id="17" creationId="{7805F7E9-52CF-BB8F-D7A9-0A7C9B1E3124}"/>
          </ac:cxnSpMkLst>
        </pc:cxnChg>
        <pc:cxnChg chg="mod">
          <ac:chgData name="Lucie Fontaine" userId="2c6b0298-177f-4237-a83e-8637e19304d5" providerId="ADAL" clId="{38FDF7CA-A37A-44C1-A812-A8007AC22127}" dt="2026-04-17T08:24:53.833" v="9928"/>
          <ac:cxnSpMkLst>
            <pc:docMk/>
            <pc:sldMk cId="2331020783" sldId="305"/>
            <ac:cxnSpMk id="24" creationId="{658A46CD-5237-B04B-CBDB-4ECA5C307CD7}"/>
          </ac:cxnSpMkLst>
        </pc:cxnChg>
        <pc:cxnChg chg="mod">
          <ac:chgData name="Lucie Fontaine" userId="2c6b0298-177f-4237-a83e-8637e19304d5" providerId="ADAL" clId="{38FDF7CA-A37A-44C1-A812-A8007AC22127}" dt="2026-04-17T08:24:53.833" v="9928"/>
          <ac:cxnSpMkLst>
            <pc:docMk/>
            <pc:sldMk cId="2331020783" sldId="305"/>
            <ac:cxnSpMk id="25" creationId="{C642FB62-4691-A929-2B3F-0B2D3A216445}"/>
          </ac:cxnSpMkLst>
        </pc:cxnChg>
        <pc:cxnChg chg="mod">
          <ac:chgData name="Lucie Fontaine" userId="2c6b0298-177f-4237-a83e-8637e19304d5" providerId="ADAL" clId="{38FDF7CA-A37A-44C1-A812-A8007AC22127}" dt="2026-04-17T08:24:53.833" v="9928"/>
          <ac:cxnSpMkLst>
            <pc:docMk/>
            <pc:sldMk cId="2331020783" sldId="305"/>
            <ac:cxnSpMk id="26" creationId="{4DEB4B42-2D96-C24F-4BCC-4B098769A6E1}"/>
          </ac:cxnSpMkLst>
        </pc:cxnChg>
        <pc:cxnChg chg="mod">
          <ac:chgData name="Lucie Fontaine" userId="2c6b0298-177f-4237-a83e-8637e19304d5" providerId="ADAL" clId="{38FDF7CA-A37A-44C1-A812-A8007AC22127}" dt="2026-04-17T08:24:53.833" v="9928"/>
          <ac:cxnSpMkLst>
            <pc:docMk/>
            <pc:sldMk cId="2331020783" sldId="305"/>
            <ac:cxnSpMk id="27" creationId="{7C9054B2-DB48-C1B2-BE5C-6025A69CAE2A}"/>
          </ac:cxnSpMkLst>
        </pc:cxnChg>
        <pc:cxnChg chg="mod">
          <ac:chgData name="Lucie Fontaine" userId="2c6b0298-177f-4237-a83e-8637e19304d5" providerId="ADAL" clId="{38FDF7CA-A37A-44C1-A812-A8007AC22127}" dt="2026-04-17T08:24:53.833" v="9928"/>
          <ac:cxnSpMkLst>
            <pc:docMk/>
            <pc:sldMk cId="2331020783" sldId="305"/>
            <ac:cxnSpMk id="28" creationId="{3F1F82E9-BD85-9EB5-1E8B-978067F88762}"/>
          </ac:cxnSpMkLst>
        </pc:cxnChg>
        <pc:cxnChg chg="mod">
          <ac:chgData name="Lucie Fontaine" userId="2c6b0298-177f-4237-a83e-8637e19304d5" providerId="ADAL" clId="{38FDF7CA-A37A-44C1-A812-A8007AC22127}" dt="2026-04-17T08:24:53.833" v="9928"/>
          <ac:cxnSpMkLst>
            <pc:docMk/>
            <pc:sldMk cId="2331020783" sldId="305"/>
            <ac:cxnSpMk id="29" creationId="{3440480C-BC81-2852-2584-7513B7F6A648}"/>
          </ac:cxnSpMkLst>
        </pc:cxnChg>
        <pc:cxnChg chg="mod">
          <ac:chgData name="Lucie Fontaine" userId="2c6b0298-177f-4237-a83e-8637e19304d5" providerId="ADAL" clId="{38FDF7CA-A37A-44C1-A812-A8007AC22127}" dt="2026-04-17T08:24:53.833" v="9928"/>
          <ac:cxnSpMkLst>
            <pc:docMk/>
            <pc:sldMk cId="2331020783" sldId="305"/>
            <ac:cxnSpMk id="30" creationId="{8BC06B0A-9EF2-0B79-9082-018B6EB8AD14}"/>
          </ac:cxnSpMkLst>
        </pc:cxnChg>
        <pc:cxnChg chg="mod">
          <ac:chgData name="Lucie Fontaine" userId="2c6b0298-177f-4237-a83e-8637e19304d5" providerId="ADAL" clId="{38FDF7CA-A37A-44C1-A812-A8007AC22127}" dt="2026-04-17T08:24:53.833" v="9928"/>
          <ac:cxnSpMkLst>
            <pc:docMk/>
            <pc:sldMk cId="2331020783" sldId="305"/>
            <ac:cxnSpMk id="31" creationId="{CE0C1F91-E687-4D70-520A-B2C1B50D4E7D}"/>
          </ac:cxnSpMkLst>
        </pc:cxnChg>
        <pc:cxnChg chg="mod">
          <ac:chgData name="Lucie Fontaine" userId="2c6b0298-177f-4237-a83e-8637e19304d5" providerId="ADAL" clId="{38FDF7CA-A37A-44C1-A812-A8007AC22127}" dt="2026-04-17T08:24:53.833" v="9928"/>
          <ac:cxnSpMkLst>
            <pc:docMk/>
            <pc:sldMk cId="2331020783" sldId="305"/>
            <ac:cxnSpMk id="32" creationId="{89904EFF-ABE6-410B-56A9-3E3448BBC243}"/>
          </ac:cxnSpMkLst>
        </pc:cxnChg>
      </pc:sldChg>
      <pc:sldChg chg="addSp delSp modSp add mod ord modNotesTx">
        <pc:chgData name="Lucie Fontaine" userId="2c6b0298-177f-4237-a83e-8637e19304d5" providerId="ADAL" clId="{38FDF7CA-A37A-44C1-A812-A8007AC22127}" dt="2026-04-24T08:10:52.413" v="22052"/>
        <pc:sldMkLst>
          <pc:docMk/>
          <pc:sldMk cId="1232237969" sldId="306"/>
        </pc:sldMkLst>
        <pc:spChg chg="mod">
          <ac:chgData name="Lucie Fontaine" userId="2c6b0298-177f-4237-a83e-8637e19304d5" providerId="ADAL" clId="{38FDF7CA-A37A-44C1-A812-A8007AC22127}" dt="2026-04-24T06:47:04.206" v="21716" actId="20577"/>
          <ac:spMkLst>
            <pc:docMk/>
            <pc:sldMk cId="1232237969" sldId="306"/>
            <ac:spMk id="3" creationId="{7FD41E05-56A6-458B-29DC-891B8C481A9E}"/>
          </ac:spMkLst>
        </pc:spChg>
        <pc:spChg chg="add mod">
          <ac:chgData name="Lucie Fontaine" userId="2c6b0298-177f-4237-a83e-8637e19304d5" providerId="ADAL" clId="{38FDF7CA-A37A-44C1-A812-A8007AC22127}" dt="2026-04-17T08:26:31.688" v="9958"/>
          <ac:spMkLst>
            <pc:docMk/>
            <pc:sldMk cId="1232237969" sldId="306"/>
            <ac:spMk id="4" creationId="{97FCD07E-9AF7-6CA9-49CD-FF9F3B18778E}"/>
          </ac:spMkLst>
        </pc:spChg>
        <pc:spChg chg="add mod">
          <ac:chgData name="Lucie Fontaine" userId="2c6b0298-177f-4237-a83e-8637e19304d5" providerId="ADAL" clId="{38FDF7CA-A37A-44C1-A812-A8007AC22127}" dt="2026-04-24T08:10:52.413" v="22052"/>
          <ac:spMkLst>
            <pc:docMk/>
            <pc:sldMk cId="1232237969" sldId="306"/>
            <ac:spMk id="5" creationId="{175D65A6-0378-BFCF-62DB-7CE9B982809A}"/>
          </ac:spMkLst>
        </pc:spChg>
        <pc:spChg chg="add mod">
          <ac:chgData name="Lucie Fontaine" userId="2c6b0298-177f-4237-a83e-8637e19304d5" providerId="ADAL" clId="{38FDF7CA-A37A-44C1-A812-A8007AC22127}" dt="2026-04-21T08:57:18.569" v="13294"/>
          <ac:spMkLst>
            <pc:docMk/>
            <pc:sldMk cId="1232237969" sldId="306"/>
            <ac:spMk id="32" creationId="{0310E787-B5D6-AB1A-8520-D91A4A8E10CC}"/>
          </ac:spMkLst>
        </pc:spChg>
        <pc:spChg chg="del">
          <ac:chgData name="Lucie Fontaine" userId="2c6b0298-177f-4237-a83e-8637e19304d5" providerId="ADAL" clId="{38FDF7CA-A37A-44C1-A812-A8007AC22127}" dt="2026-04-17T08:26:31.434" v="9957" actId="478"/>
          <ac:spMkLst>
            <pc:docMk/>
            <pc:sldMk cId="1232237969" sldId="306"/>
            <ac:spMk id="32" creationId="{A29E662C-F423-DC12-10F9-72A4AD660DB9}"/>
          </ac:spMkLst>
        </pc:spChg>
        <pc:spChg chg="mod">
          <ac:chgData name="Lucie Fontaine" userId="2c6b0298-177f-4237-a83e-8637e19304d5" providerId="ADAL" clId="{38FDF7CA-A37A-44C1-A812-A8007AC22127}" dt="2026-04-24T07:10:41.222" v="21979" actId="20577"/>
          <ac:spMkLst>
            <pc:docMk/>
            <pc:sldMk cId="1232237969" sldId="306"/>
            <ac:spMk id="35" creationId="{D0A62F4D-BC2C-2F34-40A8-50ACA3865021}"/>
          </ac:spMkLst>
        </pc:spChg>
        <pc:spChg chg="mod">
          <ac:chgData name="Lucie Fontaine" userId="2c6b0298-177f-4237-a83e-8637e19304d5" providerId="ADAL" clId="{38FDF7CA-A37A-44C1-A812-A8007AC22127}" dt="2026-04-23T08:00:58.034" v="18513"/>
          <ac:spMkLst>
            <pc:docMk/>
            <pc:sldMk cId="1232237969" sldId="306"/>
            <ac:spMk id="37" creationId="{765DB562-BE1F-FDA5-5DA5-DA2E33E5D837}"/>
          </ac:spMkLst>
        </pc:spChg>
        <pc:spChg chg="mod">
          <ac:chgData name="Lucie Fontaine" userId="2c6b0298-177f-4237-a83e-8637e19304d5" providerId="ADAL" clId="{38FDF7CA-A37A-44C1-A812-A8007AC22127}" dt="2026-04-24T06:47:03.864" v="21714" actId="1076"/>
          <ac:spMkLst>
            <pc:docMk/>
            <pc:sldMk cId="1232237969" sldId="306"/>
            <ac:spMk id="39" creationId="{B7C027AA-A716-B175-A2E2-7C24EE6DFF1E}"/>
          </ac:spMkLst>
        </pc:spChg>
        <pc:spChg chg="add del mod">
          <ac:chgData name="Lucie Fontaine" userId="2c6b0298-177f-4237-a83e-8637e19304d5" providerId="ADAL" clId="{38FDF7CA-A37A-44C1-A812-A8007AC22127}" dt="2026-04-17T08:28:26.682" v="9976" actId="478"/>
          <ac:spMkLst>
            <pc:docMk/>
            <pc:sldMk cId="1232237969" sldId="306"/>
            <ac:spMk id="40" creationId="{7D81CBAF-D3B3-7EBF-405E-7828901941D9}"/>
          </ac:spMkLst>
        </pc:spChg>
        <pc:spChg chg="mod">
          <ac:chgData name="Lucie Fontaine" userId="2c6b0298-177f-4237-a83e-8637e19304d5" providerId="ADAL" clId="{38FDF7CA-A37A-44C1-A812-A8007AC22127}" dt="2026-04-23T08:00:58.034" v="18513"/>
          <ac:spMkLst>
            <pc:docMk/>
            <pc:sldMk cId="1232237969" sldId="306"/>
            <ac:spMk id="40" creationId="{E967088C-C034-21FB-C68B-52E55E5853C9}"/>
          </ac:spMkLst>
        </pc:spChg>
        <pc:spChg chg="mod">
          <ac:chgData name="Lucie Fontaine" userId="2c6b0298-177f-4237-a83e-8637e19304d5" providerId="ADAL" clId="{38FDF7CA-A37A-44C1-A812-A8007AC22127}" dt="2026-04-23T08:00:58.034" v="18513"/>
          <ac:spMkLst>
            <pc:docMk/>
            <pc:sldMk cId="1232237969" sldId="306"/>
            <ac:spMk id="48" creationId="{E27E8959-A686-2707-4A3A-10DA83DCCC56}"/>
          </ac:spMkLst>
        </pc:spChg>
        <pc:spChg chg="mod">
          <ac:chgData name="Lucie Fontaine" userId="2c6b0298-177f-4237-a83e-8637e19304d5" providerId="ADAL" clId="{38FDF7CA-A37A-44C1-A812-A8007AC22127}" dt="2026-04-23T08:00:58.034" v="18513"/>
          <ac:spMkLst>
            <pc:docMk/>
            <pc:sldMk cId="1232237969" sldId="306"/>
            <ac:spMk id="49" creationId="{383A8F95-2D3E-3F66-7F1A-7A350DBF6848}"/>
          </ac:spMkLst>
        </pc:spChg>
        <pc:spChg chg="mod">
          <ac:chgData name="Lucie Fontaine" userId="2c6b0298-177f-4237-a83e-8637e19304d5" providerId="ADAL" clId="{38FDF7CA-A37A-44C1-A812-A8007AC22127}" dt="2026-04-23T08:00:58.034" v="18513"/>
          <ac:spMkLst>
            <pc:docMk/>
            <pc:sldMk cId="1232237969" sldId="306"/>
            <ac:spMk id="50" creationId="{0BF36E91-74B3-64E3-1226-3D7E1D393246}"/>
          </ac:spMkLst>
        </pc:spChg>
        <pc:spChg chg="mod">
          <ac:chgData name="Lucie Fontaine" userId="2c6b0298-177f-4237-a83e-8637e19304d5" providerId="ADAL" clId="{38FDF7CA-A37A-44C1-A812-A8007AC22127}" dt="2026-04-23T08:00:58.034" v="18513"/>
          <ac:spMkLst>
            <pc:docMk/>
            <pc:sldMk cId="1232237969" sldId="306"/>
            <ac:spMk id="51" creationId="{3F0A8181-0488-2447-4638-7D8A39E3C92B}"/>
          </ac:spMkLst>
        </pc:spChg>
        <pc:spChg chg="mod">
          <ac:chgData name="Lucie Fontaine" userId="2c6b0298-177f-4237-a83e-8637e19304d5" providerId="ADAL" clId="{38FDF7CA-A37A-44C1-A812-A8007AC22127}" dt="2026-04-24T06:47:03.864" v="21714" actId="1076"/>
          <ac:spMkLst>
            <pc:docMk/>
            <pc:sldMk cId="1232237969" sldId="306"/>
            <ac:spMk id="53" creationId="{9121413A-62CC-7078-8583-993194B3A332}"/>
          </ac:spMkLst>
        </pc:spChg>
        <pc:spChg chg="mod">
          <ac:chgData name="Lucie Fontaine" userId="2c6b0298-177f-4237-a83e-8637e19304d5" providerId="ADAL" clId="{38FDF7CA-A37A-44C1-A812-A8007AC22127}" dt="2026-04-23T08:00:58.034" v="18513"/>
          <ac:spMkLst>
            <pc:docMk/>
            <pc:sldMk cId="1232237969" sldId="306"/>
            <ac:spMk id="54" creationId="{404570BF-C148-297F-7432-CCE73384407C}"/>
          </ac:spMkLst>
        </pc:spChg>
        <pc:spChg chg="mod">
          <ac:chgData name="Lucie Fontaine" userId="2c6b0298-177f-4237-a83e-8637e19304d5" providerId="ADAL" clId="{38FDF7CA-A37A-44C1-A812-A8007AC22127}" dt="2026-04-23T08:00:58.034" v="18513"/>
          <ac:spMkLst>
            <pc:docMk/>
            <pc:sldMk cId="1232237969" sldId="306"/>
            <ac:spMk id="55" creationId="{AEF6DC50-0281-DFD9-3C31-C55CFF22851E}"/>
          </ac:spMkLst>
        </pc:spChg>
        <pc:grpChg chg="del">
          <ac:chgData name="Lucie Fontaine" userId="2c6b0298-177f-4237-a83e-8637e19304d5" providerId="ADAL" clId="{38FDF7CA-A37A-44C1-A812-A8007AC22127}" dt="2026-04-23T08:00:57.766" v="18512" actId="478"/>
          <ac:grpSpMkLst>
            <pc:docMk/>
            <pc:sldMk cId="1232237969" sldId="306"/>
            <ac:grpSpMk id="5" creationId="{5B734918-A671-3466-B94F-0A1BEEFD52DF}"/>
          </ac:grpSpMkLst>
        </pc:grpChg>
        <pc:grpChg chg="add mod">
          <ac:chgData name="Lucie Fontaine" userId="2c6b0298-177f-4237-a83e-8637e19304d5" providerId="ADAL" clId="{38FDF7CA-A37A-44C1-A812-A8007AC22127}" dt="2026-04-23T08:00:58.034" v="18513"/>
          <ac:grpSpMkLst>
            <pc:docMk/>
            <pc:sldMk cId="1232237969" sldId="306"/>
            <ac:grpSpMk id="33" creationId="{C1F54921-A37D-1E27-BDD7-FF5E46B3E1C9}"/>
          </ac:grpSpMkLst>
        </pc:grpChg>
        <pc:grpChg chg="mod">
          <ac:chgData name="Lucie Fontaine" userId="2c6b0298-177f-4237-a83e-8637e19304d5" providerId="ADAL" clId="{38FDF7CA-A37A-44C1-A812-A8007AC22127}" dt="2026-04-23T08:00:58.034" v="18513"/>
          <ac:grpSpMkLst>
            <pc:docMk/>
            <pc:sldMk cId="1232237969" sldId="306"/>
            <ac:grpSpMk id="34" creationId="{641F30A2-6890-9F23-DA95-D02D64067723}"/>
          </ac:grpSpMkLst>
        </pc:grpChg>
        <pc:grpChg chg="mod">
          <ac:chgData name="Lucie Fontaine" userId="2c6b0298-177f-4237-a83e-8637e19304d5" providerId="ADAL" clId="{38FDF7CA-A37A-44C1-A812-A8007AC22127}" dt="2026-04-23T08:00:58.034" v="18513"/>
          <ac:grpSpMkLst>
            <pc:docMk/>
            <pc:sldMk cId="1232237969" sldId="306"/>
            <ac:grpSpMk id="42" creationId="{D7785863-EFCB-4BF9-49EE-262638F70941}"/>
          </ac:grpSpMkLst>
        </pc:grpChg>
        <pc:grpChg chg="mod">
          <ac:chgData name="Lucie Fontaine" userId="2c6b0298-177f-4237-a83e-8637e19304d5" providerId="ADAL" clId="{38FDF7CA-A37A-44C1-A812-A8007AC22127}" dt="2026-04-23T08:00:58.034" v="18513"/>
          <ac:grpSpMkLst>
            <pc:docMk/>
            <pc:sldMk cId="1232237969" sldId="306"/>
            <ac:grpSpMk id="44" creationId="{9CC0620F-3DB2-6976-2C04-727C52F5518A}"/>
          </ac:grpSpMkLst>
        </pc:grpChg>
        <pc:picChg chg="add del mod">
          <ac:chgData name="Lucie Fontaine" userId="2c6b0298-177f-4237-a83e-8637e19304d5" providerId="ADAL" clId="{38FDF7CA-A37A-44C1-A812-A8007AC22127}" dt="2026-04-24T06:47:04.683" v="21717" actId="478"/>
          <ac:picMkLst>
            <pc:docMk/>
            <pc:sldMk cId="1232237969" sldId="306"/>
            <ac:picMk id="5" creationId="{EB297D68-12AD-B5E7-AB74-27259D5C93D0}"/>
          </ac:picMkLst>
        </pc:picChg>
        <pc:picChg chg="del">
          <ac:chgData name="Lucie Fontaine" userId="2c6b0298-177f-4237-a83e-8637e19304d5" providerId="ADAL" clId="{38FDF7CA-A37A-44C1-A812-A8007AC22127}" dt="2026-04-23T09:28:25.529" v="19471" actId="478"/>
          <ac:picMkLst>
            <pc:docMk/>
            <pc:sldMk cId="1232237969" sldId="306"/>
            <ac:picMk id="46" creationId="{5D8E190C-BF7A-325F-823F-06687B0ACC1E}"/>
          </ac:picMkLst>
        </pc:picChg>
        <pc:picChg chg="add mod">
          <ac:chgData name="Lucie Fontaine" userId="2c6b0298-177f-4237-a83e-8637e19304d5" providerId="ADAL" clId="{38FDF7CA-A37A-44C1-A812-A8007AC22127}" dt="2026-04-24T06:47:06.527" v="21722" actId="1076"/>
          <ac:picMkLst>
            <pc:docMk/>
            <pc:sldMk cId="1232237969" sldId="306"/>
            <ac:picMk id="67" creationId="{647CC4C4-00A0-D4C5-F898-E109DF12DEF8}"/>
          </ac:picMkLst>
        </pc:picChg>
        <pc:cxnChg chg="mod">
          <ac:chgData name="Lucie Fontaine" userId="2c6b0298-177f-4237-a83e-8637e19304d5" providerId="ADAL" clId="{38FDF7CA-A37A-44C1-A812-A8007AC22127}" dt="2026-04-23T08:00:57.766" v="18512" actId="478"/>
          <ac:cxnSpMkLst>
            <pc:docMk/>
            <pc:sldMk cId="1232237969" sldId="306"/>
            <ac:cxnSpMk id="13" creationId="{9058EF4C-6987-7460-63D7-DAF9C3B78096}"/>
          </ac:cxnSpMkLst>
        </pc:cxnChg>
        <pc:cxnChg chg="mod">
          <ac:chgData name="Lucie Fontaine" userId="2c6b0298-177f-4237-a83e-8637e19304d5" providerId="ADAL" clId="{38FDF7CA-A37A-44C1-A812-A8007AC22127}" dt="2026-04-23T08:00:57.766" v="18512" actId="478"/>
          <ac:cxnSpMkLst>
            <pc:docMk/>
            <pc:sldMk cId="1232237969" sldId="306"/>
            <ac:cxnSpMk id="24" creationId="{3F8F5915-6075-7D70-C9C8-963B715B585A}"/>
          </ac:cxnSpMkLst>
        </pc:cxnChg>
        <pc:cxnChg chg="mod">
          <ac:chgData name="Lucie Fontaine" userId="2c6b0298-177f-4237-a83e-8637e19304d5" providerId="ADAL" clId="{38FDF7CA-A37A-44C1-A812-A8007AC22127}" dt="2026-04-23T08:00:57.766" v="18512" actId="478"/>
          <ac:cxnSpMkLst>
            <pc:docMk/>
            <pc:sldMk cId="1232237969" sldId="306"/>
            <ac:cxnSpMk id="27" creationId="{DD33A741-FC57-437B-B982-0D1ECA725CF0}"/>
          </ac:cxnSpMkLst>
        </pc:cxnChg>
        <pc:cxnChg chg="mod">
          <ac:chgData name="Lucie Fontaine" userId="2c6b0298-177f-4237-a83e-8637e19304d5" providerId="ADAL" clId="{38FDF7CA-A37A-44C1-A812-A8007AC22127}" dt="2026-04-23T08:00:57.766" v="18512" actId="478"/>
          <ac:cxnSpMkLst>
            <pc:docMk/>
            <pc:sldMk cId="1232237969" sldId="306"/>
            <ac:cxnSpMk id="28" creationId="{8FA68745-F07E-FECE-ECD0-5F28A385E991}"/>
          </ac:cxnSpMkLst>
        </pc:cxnChg>
        <pc:cxnChg chg="mod">
          <ac:chgData name="Lucie Fontaine" userId="2c6b0298-177f-4237-a83e-8637e19304d5" providerId="ADAL" clId="{38FDF7CA-A37A-44C1-A812-A8007AC22127}" dt="2026-04-23T08:00:57.766" v="18512" actId="478"/>
          <ac:cxnSpMkLst>
            <pc:docMk/>
            <pc:sldMk cId="1232237969" sldId="306"/>
            <ac:cxnSpMk id="29" creationId="{37A30663-3CAC-691E-ECB2-17CA5A2CBD86}"/>
          </ac:cxnSpMkLst>
        </pc:cxnChg>
        <pc:cxnChg chg="mod">
          <ac:chgData name="Lucie Fontaine" userId="2c6b0298-177f-4237-a83e-8637e19304d5" providerId="ADAL" clId="{38FDF7CA-A37A-44C1-A812-A8007AC22127}" dt="2026-04-23T08:00:57.766" v="18512" actId="478"/>
          <ac:cxnSpMkLst>
            <pc:docMk/>
            <pc:sldMk cId="1232237969" sldId="306"/>
            <ac:cxnSpMk id="30" creationId="{F4024670-8953-05F2-3794-89A0E350EA65}"/>
          </ac:cxnSpMkLst>
        </pc:cxnChg>
        <pc:cxnChg chg="add del mod">
          <ac:chgData name="Lucie Fontaine" userId="2c6b0298-177f-4237-a83e-8637e19304d5" providerId="ADAL" clId="{38FDF7CA-A37A-44C1-A812-A8007AC22127}" dt="2026-04-17T08:28:27.826" v="9977" actId="478"/>
          <ac:cxnSpMkLst>
            <pc:docMk/>
            <pc:sldMk cId="1232237969" sldId="306"/>
            <ac:cxnSpMk id="34" creationId="{D20FCD14-82D9-67F0-D1C1-1DA1E12C2897}"/>
          </ac:cxnSpMkLst>
        </pc:cxnChg>
        <pc:cxnChg chg="mod">
          <ac:chgData name="Lucie Fontaine" userId="2c6b0298-177f-4237-a83e-8637e19304d5" providerId="ADAL" clId="{38FDF7CA-A37A-44C1-A812-A8007AC22127}" dt="2026-04-23T08:00:58.034" v="18513"/>
          <ac:cxnSpMkLst>
            <pc:docMk/>
            <pc:sldMk cId="1232237969" sldId="306"/>
            <ac:cxnSpMk id="36" creationId="{277C15E2-873C-0D2D-A552-4B2B15BC864D}"/>
          </ac:cxnSpMkLst>
        </pc:cxnChg>
        <pc:cxnChg chg="mod">
          <ac:chgData name="Lucie Fontaine" userId="2c6b0298-177f-4237-a83e-8637e19304d5" providerId="ADAL" clId="{38FDF7CA-A37A-44C1-A812-A8007AC22127}" dt="2026-04-23T08:00:58.034" v="18513"/>
          <ac:cxnSpMkLst>
            <pc:docMk/>
            <pc:sldMk cId="1232237969" sldId="306"/>
            <ac:cxnSpMk id="38" creationId="{60627E25-97FA-9235-9572-0F671622CDFE}"/>
          </ac:cxnSpMkLst>
        </pc:cxnChg>
        <pc:cxnChg chg="mod">
          <ac:chgData name="Lucie Fontaine" userId="2c6b0298-177f-4237-a83e-8637e19304d5" providerId="ADAL" clId="{38FDF7CA-A37A-44C1-A812-A8007AC22127}" dt="2026-04-23T08:00:58.034" v="18513"/>
          <ac:cxnSpMkLst>
            <pc:docMk/>
            <pc:sldMk cId="1232237969" sldId="306"/>
            <ac:cxnSpMk id="41" creationId="{F8E21D40-C5B3-F1E1-4D4A-C0BFB777BE98}"/>
          </ac:cxnSpMkLst>
        </pc:cxnChg>
        <pc:cxnChg chg="mod">
          <ac:chgData name="Lucie Fontaine" userId="2c6b0298-177f-4237-a83e-8637e19304d5" providerId="ADAL" clId="{38FDF7CA-A37A-44C1-A812-A8007AC22127}" dt="2026-04-23T08:00:58.034" v="18513"/>
          <ac:cxnSpMkLst>
            <pc:docMk/>
            <pc:sldMk cId="1232237969" sldId="306"/>
            <ac:cxnSpMk id="43" creationId="{DB0632B0-FA64-7D45-7C81-04B804D7DB3B}"/>
          </ac:cxnSpMkLst>
        </pc:cxnChg>
        <pc:cxnChg chg="mod">
          <ac:chgData name="Lucie Fontaine" userId="2c6b0298-177f-4237-a83e-8637e19304d5" providerId="ADAL" clId="{38FDF7CA-A37A-44C1-A812-A8007AC22127}" dt="2026-04-23T08:00:58.034" v="18513"/>
          <ac:cxnSpMkLst>
            <pc:docMk/>
            <pc:sldMk cId="1232237969" sldId="306"/>
            <ac:cxnSpMk id="45" creationId="{86345559-EA8F-D62C-E953-3F6F6B1453F8}"/>
          </ac:cxnSpMkLst>
        </pc:cxnChg>
        <pc:cxnChg chg="mod">
          <ac:chgData name="Lucie Fontaine" userId="2c6b0298-177f-4237-a83e-8637e19304d5" providerId="ADAL" clId="{38FDF7CA-A37A-44C1-A812-A8007AC22127}" dt="2026-04-23T08:00:58.034" v="18513"/>
          <ac:cxnSpMkLst>
            <pc:docMk/>
            <pc:sldMk cId="1232237969" sldId="306"/>
            <ac:cxnSpMk id="47" creationId="{EFBB0166-08E2-E4E4-BD4C-6DB8982F29D5}"/>
          </ac:cxnSpMkLst>
        </pc:cxnChg>
        <pc:cxnChg chg="mod">
          <ac:chgData name="Lucie Fontaine" userId="2c6b0298-177f-4237-a83e-8637e19304d5" providerId="ADAL" clId="{38FDF7CA-A37A-44C1-A812-A8007AC22127}" dt="2026-04-17T08:28:48.179" v="9987" actId="14100"/>
          <ac:cxnSpMkLst>
            <pc:docMk/>
            <pc:sldMk cId="1232237969" sldId="306"/>
            <ac:cxnSpMk id="52" creationId="{C07CD3CF-2CB8-6F0D-03A8-23E8741B4967}"/>
          </ac:cxnSpMkLst>
        </pc:cxnChg>
        <pc:cxnChg chg="mod">
          <ac:chgData name="Lucie Fontaine" userId="2c6b0298-177f-4237-a83e-8637e19304d5" providerId="ADAL" clId="{38FDF7CA-A37A-44C1-A812-A8007AC22127}" dt="2026-04-23T08:00:58.034" v="18513"/>
          <ac:cxnSpMkLst>
            <pc:docMk/>
            <pc:sldMk cId="1232237969" sldId="306"/>
            <ac:cxnSpMk id="56" creationId="{76C3371C-5314-4613-4269-74281AA7D8B2}"/>
          </ac:cxnSpMkLst>
        </pc:cxnChg>
        <pc:cxnChg chg="mod">
          <ac:chgData name="Lucie Fontaine" userId="2c6b0298-177f-4237-a83e-8637e19304d5" providerId="ADAL" clId="{38FDF7CA-A37A-44C1-A812-A8007AC22127}" dt="2026-04-23T08:00:58.034" v="18513"/>
          <ac:cxnSpMkLst>
            <pc:docMk/>
            <pc:sldMk cId="1232237969" sldId="306"/>
            <ac:cxnSpMk id="57" creationId="{4CF57671-71A2-2AF0-16C2-5AFD866A3F0B}"/>
          </ac:cxnSpMkLst>
        </pc:cxnChg>
        <pc:cxnChg chg="mod">
          <ac:chgData name="Lucie Fontaine" userId="2c6b0298-177f-4237-a83e-8637e19304d5" providerId="ADAL" clId="{38FDF7CA-A37A-44C1-A812-A8007AC22127}" dt="2026-04-23T08:00:58.034" v="18513"/>
          <ac:cxnSpMkLst>
            <pc:docMk/>
            <pc:sldMk cId="1232237969" sldId="306"/>
            <ac:cxnSpMk id="58" creationId="{607CBD31-3CEE-BCB5-4251-7BF2070B6A93}"/>
          </ac:cxnSpMkLst>
        </pc:cxnChg>
        <pc:cxnChg chg="mod">
          <ac:chgData name="Lucie Fontaine" userId="2c6b0298-177f-4237-a83e-8637e19304d5" providerId="ADAL" clId="{38FDF7CA-A37A-44C1-A812-A8007AC22127}" dt="2026-04-23T08:00:58.034" v="18513"/>
          <ac:cxnSpMkLst>
            <pc:docMk/>
            <pc:sldMk cId="1232237969" sldId="306"/>
            <ac:cxnSpMk id="59" creationId="{2A67F8C2-3127-3FF0-C517-999C4905D3E1}"/>
          </ac:cxnSpMkLst>
        </pc:cxnChg>
        <pc:cxnChg chg="mod">
          <ac:chgData name="Lucie Fontaine" userId="2c6b0298-177f-4237-a83e-8637e19304d5" providerId="ADAL" clId="{38FDF7CA-A37A-44C1-A812-A8007AC22127}" dt="2026-04-23T08:00:58.034" v="18513"/>
          <ac:cxnSpMkLst>
            <pc:docMk/>
            <pc:sldMk cId="1232237969" sldId="306"/>
            <ac:cxnSpMk id="60" creationId="{436497A4-BE08-DCF0-3C8E-B7DA79798F55}"/>
          </ac:cxnSpMkLst>
        </pc:cxnChg>
        <pc:cxnChg chg="mod">
          <ac:chgData name="Lucie Fontaine" userId="2c6b0298-177f-4237-a83e-8637e19304d5" providerId="ADAL" clId="{38FDF7CA-A37A-44C1-A812-A8007AC22127}" dt="2026-04-23T08:00:58.034" v="18513"/>
          <ac:cxnSpMkLst>
            <pc:docMk/>
            <pc:sldMk cId="1232237969" sldId="306"/>
            <ac:cxnSpMk id="61" creationId="{532225AD-CAA9-74C0-6DDC-C93663BAA2DD}"/>
          </ac:cxnSpMkLst>
        </pc:cxnChg>
        <pc:cxnChg chg="mod">
          <ac:chgData name="Lucie Fontaine" userId="2c6b0298-177f-4237-a83e-8637e19304d5" providerId="ADAL" clId="{38FDF7CA-A37A-44C1-A812-A8007AC22127}" dt="2026-04-23T08:00:58.034" v="18513"/>
          <ac:cxnSpMkLst>
            <pc:docMk/>
            <pc:sldMk cId="1232237969" sldId="306"/>
            <ac:cxnSpMk id="62" creationId="{DDAEF9C4-F1B9-8B7A-8A54-273D0ABD8DC0}"/>
          </ac:cxnSpMkLst>
        </pc:cxnChg>
        <pc:cxnChg chg="mod">
          <ac:chgData name="Lucie Fontaine" userId="2c6b0298-177f-4237-a83e-8637e19304d5" providerId="ADAL" clId="{38FDF7CA-A37A-44C1-A812-A8007AC22127}" dt="2026-04-23T08:00:58.034" v="18513"/>
          <ac:cxnSpMkLst>
            <pc:docMk/>
            <pc:sldMk cId="1232237969" sldId="306"/>
            <ac:cxnSpMk id="63" creationId="{6F18BA5D-F500-50F0-86BF-9EB4E1CD8D09}"/>
          </ac:cxnSpMkLst>
        </pc:cxnChg>
        <pc:cxnChg chg="mod">
          <ac:chgData name="Lucie Fontaine" userId="2c6b0298-177f-4237-a83e-8637e19304d5" providerId="ADAL" clId="{38FDF7CA-A37A-44C1-A812-A8007AC22127}" dt="2026-04-23T08:00:58.034" v="18513"/>
          <ac:cxnSpMkLst>
            <pc:docMk/>
            <pc:sldMk cId="1232237969" sldId="306"/>
            <ac:cxnSpMk id="64" creationId="{B5B7458B-F049-F765-3D7D-1E076A6DFDE1}"/>
          </ac:cxnSpMkLst>
        </pc:cxnChg>
      </pc:sldChg>
      <pc:sldChg chg="addSp delSp modSp add mod modNotesTx">
        <pc:chgData name="Lucie Fontaine" userId="2c6b0298-177f-4237-a83e-8637e19304d5" providerId="ADAL" clId="{38FDF7CA-A37A-44C1-A812-A8007AC22127}" dt="2026-04-23T09:44:49.453" v="19517"/>
        <pc:sldMkLst>
          <pc:docMk/>
          <pc:sldMk cId="4230536574" sldId="307"/>
        </pc:sldMkLst>
        <pc:spChg chg="mod">
          <ac:chgData name="Lucie Fontaine" userId="2c6b0298-177f-4237-a83e-8637e19304d5" providerId="ADAL" clId="{38FDF7CA-A37A-44C1-A812-A8007AC22127}" dt="2026-04-23T09:25:19.020" v="19401" actId="20577"/>
          <ac:spMkLst>
            <pc:docMk/>
            <pc:sldMk cId="4230536574" sldId="307"/>
            <ac:spMk id="4" creationId="{F7A62692-8502-D841-6C42-BCF58B32392F}"/>
          </ac:spMkLst>
        </pc:spChg>
        <pc:spChg chg="add mod">
          <ac:chgData name="Lucie Fontaine" userId="2c6b0298-177f-4237-a83e-8637e19304d5" providerId="ADAL" clId="{38FDF7CA-A37A-44C1-A812-A8007AC22127}" dt="2026-04-21T08:57:11.643" v="13292"/>
          <ac:spMkLst>
            <pc:docMk/>
            <pc:sldMk cId="4230536574" sldId="307"/>
            <ac:spMk id="35" creationId="{918C57F7-E8DD-9890-288A-583A768397CE}"/>
          </ac:spMkLst>
        </pc:spChg>
        <pc:spChg chg="add del mod">
          <ac:chgData name="Lucie Fontaine" userId="2c6b0298-177f-4237-a83e-8637e19304d5" providerId="ADAL" clId="{38FDF7CA-A37A-44C1-A812-A8007AC22127}" dt="2026-04-17T09:06:44.501" v="10490" actId="478"/>
          <ac:spMkLst>
            <pc:docMk/>
            <pc:sldMk cId="4230536574" sldId="307"/>
            <ac:spMk id="37" creationId="{344851E6-BF12-B935-3EFE-294ABF4AE1D6}"/>
          </ac:spMkLst>
        </pc:spChg>
        <pc:spChg chg="add del mod">
          <ac:chgData name="Lucie Fontaine" userId="2c6b0298-177f-4237-a83e-8637e19304d5" providerId="ADAL" clId="{38FDF7CA-A37A-44C1-A812-A8007AC22127}" dt="2026-04-17T08:37:21.986" v="10067" actId="478"/>
          <ac:spMkLst>
            <pc:docMk/>
            <pc:sldMk cId="4230536574" sldId="307"/>
            <ac:spMk id="38" creationId="{1651C87B-5F43-2E94-D64B-CDAEF6300678}"/>
          </ac:spMkLst>
        </pc:spChg>
        <pc:spChg chg="mod">
          <ac:chgData name="Lucie Fontaine" userId="2c6b0298-177f-4237-a83e-8637e19304d5" providerId="ADAL" clId="{38FDF7CA-A37A-44C1-A812-A8007AC22127}" dt="2026-04-23T08:00:48.760" v="18509"/>
          <ac:spMkLst>
            <pc:docMk/>
            <pc:sldMk cId="4230536574" sldId="307"/>
            <ac:spMk id="39" creationId="{9DF4C97B-E769-5E5B-B67E-83E855A0624E}"/>
          </ac:spMkLst>
        </pc:spChg>
        <pc:spChg chg="add del mod">
          <ac:chgData name="Lucie Fontaine" userId="2c6b0298-177f-4237-a83e-8637e19304d5" providerId="ADAL" clId="{38FDF7CA-A37A-44C1-A812-A8007AC22127}" dt="2026-04-17T08:37:17.967" v="10066" actId="478"/>
          <ac:spMkLst>
            <pc:docMk/>
            <pc:sldMk cId="4230536574" sldId="307"/>
            <ac:spMk id="39" creationId="{F43F2C10-24A6-C1F0-AE4A-5B6718A5B8A9}"/>
          </ac:spMkLst>
        </pc:spChg>
        <pc:spChg chg="add del mod">
          <ac:chgData name="Lucie Fontaine" userId="2c6b0298-177f-4237-a83e-8637e19304d5" providerId="ADAL" clId="{38FDF7CA-A37A-44C1-A812-A8007AC22127}" dt="2026-04-17T08:37:22.863" v="10068" actId="478"/>
          <ac:spMkLst>
            <pc:docMk/>
            <pc:sldMk cId="4230536574" sldId="307"/>
            <ac:spMk id="40" creationId="{45C3864C-543D-C7B3-E14D-3C8198375770}"/>
          </ac:spMkLst>
        </pc:spChg>
        <pc:spChg chg="add del mod">
          <ac:chgData name="Lucie Fontaine" userId="2c6b0298-177f-4237-a83e-8637e19304d5" providerId="ADAL" clId="{38FDF7CA-A37A-44C1-A812-A8007AC22127}" dt="2026-04-17T09:06:44.501" v="10490" actId="478"/>
          <ac:spMkLst>
            <pc:docMk/>
            <pc:sldMk cId="4230536574" sldId="307"/>
            <ac:spMk id="41" creationId="{53A8736E-4EFB-1E8F-03AB-2608BCD565A7}"/>
          </ac:spMkLst>
        </pc:spChg>
        <pc:spChg chg="mod">
          <ac:chgData name="Lucie Fontaine" userId="2c6b0298-177f-4237-a83e-8637e19304d5" providerId="ADAL" clId="{38FDF7CA-A37A-44C1-A812-A8007AC22127}" dt="2026-04-23T08:00:48.760" v="18509"/>
          <ac:spMkLst>
            <pc:docMk/>
            <pc:sldMk cId="4230536574" sldId="307"/>
            <ac:spMk id="41" creationId="{C15974BC-BFA8-C1E4-52C7-19270E27632A}"/>
          </ac:spMkLst>
        </pc:spChg>
        <pc:spChg chg="add del mod">
          <ac:chgData name="Lucie Fontaine" userId="2c6b0298-177f-4237-a83e-8637e19304d5" providerId="ADAL" clId="{38FDF7CA-A37A-44C1-A812-A8007AC22127}" dt="2026-04-17T09:06:44.501" v="10490" actId="478"/>
          <ac:spMkLst>
            <pc:docMk/>
            <pc:sldMk cId="4230536574" sldId="307"/>
            <ac:spMk id="42" creationId="{25D1FCA3-0BBD-C30A-0DAD-F11D216BC59D}"/>
          </ac:spMkLst>
        </pc:spChg>
        <pc:spChg chg="add del mod">
          <ac:chgData name="Lucie Fontaine" userId="2c6b0298-177f-4237-a83e-8637e19304d5" providerId="ADAL" clId="{38FDF7CA-A37A-44C1-A812-A8007AC22127}" dt="2026-04-17T09:06:44.501" v="10490" actId="478"/>
          <ac:spMkLst>
            <pc:docMk/>
            <pc:sldMk cId="4230536574" sldId="307"/>
            <ac:spMk id="43" creationId="{674331DF-56D0-BF34-B485-403AE984ACAB}"/>
          </ac:spMkLst>
        </pc:spChg>
        <pc:spChg chg="mod">
          <ac:chgData name="Lucie Fontaine" userId="2c6b0298-177f-4237-a83e-8637e19304d5" providerId="ADAL" clId="{38FDF7CA-A37A-44C1-A812-A8007AC22127}" dt="2026-04-23T08:00:48.760" v="18509"/>
          <ac:spMkLst>
            <pc:docMk/>
            <pc:sldMk cId="4230536574" sldId="307"/>
            <ac:spMk id="49" creationId="{3576CF4D-3058-0278-70EA-C5B267E247B9}"/>
          </ac:spMkLst>
        </pc:spChg>
        <pc:spChg chg="mod">
          <ac:chgData name="Lucie Fontaine" userId="2c6b0298-177f-4237-a83e-8637e19304d5" providerId="ADAL" clId="{38FDF7CA-A37A-44C1-A812-A8007AC22127}" dt="2026-04-23T08:00:48.760" v="18509"/>
          <ac:spMkLst>
            <pc:docMk/>
            <pc:sldMk cId="4230536574" sldId="307"/>
            <ac:spMk id="50" creationId="{5B6EA9AA-7B75-EB5A-9C7D-A986DC513647}"/>
          </ac:spMkLst>
        </pc:spChg>
        <pc:spChg chg="mod">
          <ac:chgData name="Lucie Fontaine" userId="2c6b0298-177f-4237-a83e-8637e19304d5" providerId="ADAL" clId="{38FDF7CA-A37A-44C1-A812-A8007AC22127}" dt="2026-04-23T08:00:48.760" v="18509"/>
          <ac:spMkLst>
            <pc:docMk/>
            <pc:sldMk cId="4230536574" sldId="307"/>
            <ac:spMk id="51" creationId="{BF158AF9-56B2-6C3E-387E-AD6A8FEAB853}"/>
          </ac:spMkLst>
        </pc:spChg>
        <pc:spChg chg="mod">
          <ac:chgData name="Lucie Fontaine" userId="2c6b0298-177f-4237-a83e-8637e19304d5" providerId="ADAL" clId="{38FDF7CA-A37A-44C1-A812-A8007AC22127}" dt="2026-04-23T08:00:48.760" v="18509"/>
          <ac:spMkLst>
            <pc:docMk/>
            <pc:sldMk cId="4230536574" sldId="307"/>
            <ac:spMk id="52" creationId="{30FD0CE3-894E-28A6-FD1F-71B08396D902}"/>
          </ac:spMkLst>
        </pc:spChg>
        <pc:spChg chg="mod">
          <ac:chgData name="Lucie Fontaine" userId="2c6b0298-177f-4237-a83e-8637e19304d5" providerId="ADAL" clId="{38FDF7CA-A37A-44C1-A812-A8007AC22127}" dt="2026-04-23T08:00:48.760" v="18509"/>
          <ac:spMkLst>
            <pc:docMk/>
            <pc:sldMk cId="4230536574" sldId="307"/>
            <ac:spMk id="53" creationId="{D7D89557-E696-48E9-7C20-31691E74D595}"/>
          </ac:spMkLst>
        </pc:spChg>
        <pc:spChg chg="mod">
          <ac:chgData name="Lucie Fontaine" userId="2c6b0298-177f-4237-a83e-8637e19304d5" providerId="ADAL" clId="{38FDF7CA-A37A-44C1-A812-A8007AC22127}" dt="2026-04-23T08:00:48.760" v="18509"/>
          <ac:spMkLst>
            <pc:docMk/>
            <pc:sldMk cId="4230536574" sldId="307"/>
            <ac:spMk id="54" creationId="{0E453FF6-212C-0441-9C17-B70D7B8A0BCC}"/>
          </ac:spMkLst>
        </pc:spChg>
        <pc:grpChg chg="del">
          <ac:chgData name="Lucie Fontaine" userId="2c6b0298-177f-4237-a83e-8637e19304d5" providerId="ADAL" clId="{38FDF7CA-A37A-44C1-A812-A8007AC22127}" dt="2026-04-23T08:00:48.383" v="18508" actId="478"/>
          <ac:grpSpMkLst>
            <pc:docMk/>
            <pc:sldMk cId="4230536574" sldId="307"/>
            <ac:grpSpMk id="6" creationId="{3A222587-DC6F-934C-1538-E1445D111B82}"/>
          </ac:grpSpMkLst>
        </pc:grpChg>
        <pc:grpChg chg="add mod">
          <ac:chgData name="Lucie Fontaine" userId="2c6b0298-177f-4237-a83e-8637e19304d5" providerId="ADAL" clId="{38FDF7CA-A37A-44C1-A812-A8007AC22127}" dt="2026-04-23T08:00:48.760" v="18509"/>
          <ac:grpSpMkLst>
            <pc:docMk/>
            <pc:sldMk cId="4230536574" sldId="307"/>
            <ac:grpSpMk id="36" creationId="{62D60045-7FD1-53F3-0088-0077920DD426}"/>
          </ac:grpSpMkLst>
        </pc:grpChg>
        <pc:grpChg chg="mod">
          <ac:chgData name="Lucie Fontaine" userId="2c6b0298-177f-4237-a83e-8637e19304d5" providerId="ADAL" clId="{38FDF7CA-A37A-44C1-A812-A8007AC22127}" dt="2026-04-23T08:00:48.760" v="18509"/>
          <ac:grpSpMkLst>
            <pc:docMk/>
            <pc:sldMk cId="4230536574" sldId="307"/>
            <ac:grpSpMk id="37" creationId="{3DFD25A8-6EE5-3587-E164-F1ABCB3C8D32}"/>
          </ac:grpSpMkLst>
        </pc:grpChg>
        <pc:grpChg chg="mod">
          <ac:chgData name="Lucie Fontaine" userId="2c6b0298-177f-4237-a83e-8637e19304d5" providerId="ADAL" clId="{38FDF7CA-A37A-44C1-A812-A8007AC22127}" dt="2026-04-23T08:00:48.760" v="18509"/>
          <ac:grpSpMkLst>
            <pc:docMk/>
            <pc:sldMk cId="4230536574" sldId="307"/>
            <ac:grpSpMk id="43" creationId="{D1E484BB-1259-3287-3E04-C041BB94DE1C}"/>
          </ac:grpSpMkLst>
        </pc:grpChg>
        <pc:grpChg chg="add del mod">
          <ac:chgData name="Lucie Fontaine" userId="2c6b0298-177f-4237-a83e-8637e19304d5" providerId="ADAL" clId="{38FDF7CA-A37A-44C1-A812-A8007AC22127}" dt="2026-04-23T09:38:26.037" v="19479" actId="478"/>
          <ac:grpSpMkLst>
            <pc:docMk/>
            <pc:sldMk cId="4230536574" sldId="307"/>
            <ac:grpSpMk id="44" creationId="{C4335F55-2CF0-1344-C29C-A416B84F6D9C}"/>
          </ac:grpSpMkLst>
        </pc:grpChg>
        <pc:grpChg chg="mod">
          <ac:chgData name="Lucie Fontaine" userId="2c6b0298-177f-4237-a83e-8637e19304d5" providerId="ADAL" clId="{38FDF7CA-A37A-44C1-A812-A8007AC22127}" dt="2026-04-23T08:00:48.760" v="18509"/>
          <ac:grpSpMkLst>
            <pc:docMk/>
            <pc:sldMk cId="4230536574" sldId="307"/>
            <ac:grpSpMk id="46" creationId="{FFE1A1E8-3FD2-0F12-644A-92810E756AFD}"/>
          </ac:grpSpMkLst>
        </pc:grpChg>
        <pc:grpChg chg="add del mod">
          <ac:chgData name="Lucie Fontaine" userId="2c6b0298-177f-4237-a83e-8637e19304d5" providerId="ADAL" clId="{38FDF7CA-A37A-44C1-A812-A8007AC22127}" dt="2026-04-23T09:44:49.207" v="19516" actId="478"/>
          <ac:grpSpMkLst>
            <pc:docMk/>
            <pc:sldMk cId="4230536574" sldId="307"/>
            <ac:grpSpMk id="69" creationId="{F1188AC5-DB96-ECB1-6AD5-A963DFB16CD0}"/>
          </ac:grpSpMkLst>
        </pc:grpChg>
        <pc:grpChg chg="add mod">
          <ac:chgData name="Lucie Fontaine" userId="2c6b0298-177f-4237-a83e-8637e19304d5" providerId="ADAL" clId="{38FDF7CA-A37A-44C1-A812-A8007AC22127}" dt="2026-04-23T09:44:49.453" v="19517"/>
          <ac:grpSpMkLst>
            <pc:docMk/>
            <pc:sldMk cId="4230536574" sldId="307"/>
            <ac:grpSpMk id="70" creationId="{9820409A-34C0-DC40-B1AA-898DE3BEF5AD}"/>
          </ac:grpSpMkLst>
        </pc:grpChg>
        <pc:picChg chg="del mod topLvl">
          <ac:chgData name="Lucie Fontaine" userId="2c6b0298-177f-4237-a83e-8637e19304d5" providerId="ADAL" clId="{38FDF7CA-A37A-44C1-A812-A8007AC22127}" dt="2026-04-23T09:38:26.037" v="19479" actId="478"/>
          <ac:picMkLst>
            <pc:docMk/>
            <pc:sldMk cId="4230536574" sldId="307"/>
            <ac:picMk id="33" creationId="{2D1BD60A-AC2B-E5B0-567E-8AE2C3244457}"/>
          </ac:picMkLst>
        </pc:picChg>
        <pc:picChg chg="del mod topLvl">
          <ac:chgData name="Lucie Fontaine" userId="2c6b0298-177f-4237-a83e-8637e19304d5" providerId="ADAL" clId="{38FDF7CA-A37A-44C1-A812-A8007AC22127}" dt="2026-04-23T09:39:17.377" v="19496" actId="478"/>
          <ac:picMkLst>
            <pc:docMk/>
            <pc:sldMk cId="4230536574" sldId="307"/>
            <ac:picMk id="34" creationId="{6C7A790B-D16E-5139-A117-583F7C00C7A8}"/>
          </ac:picMkLst>
        </pc:picChg>
        <pc:picChg chg="add del">
          <ac:chgData name="Lucie Fontaine" userId="2c6b0298-177f-4237-a83e-8637e19304d5" providerId="ADAL" clId="{38FDF7CA-A37A-44C1-A812-A8007AC22127}" dt="2026-04-17T08:35:51.734" v="10024" actId="22"/>
          <ac:picMkLst>
            <pc:docMk/>
            <pc:sldMk cId="4230536574" sldId="307"/>
            <ac:picMk id="36" creationId="{DA3FCA97-7C3D-0030-CACD-406ECDB5658B}"/>
          </ac:picMkLst>
        </pc:picChg>
        <pc:picChg chg="add mod">
          <ac:chgData name="Lucie Fontaine" userId="2c6b0298-177f-4237-a83e-8637e19304d5" providerId="ADAL" clId="{38FDF7CA-A37A-44C1-A812-A8007AC22127}" dt="2026-04-23T09:40:00.069" v="19498" actId="164"/>
          <ac:picMkLst>
            <pc:docMk/>
            <pc:sldMk cId="4230536574" sldId="307"/>
            <ac:picMk id="66" creationId="{434B9544-E72A-393A-547C-AE5E978C33B9}"/>
          </ac:picMkLst>
        </pc:picChg>
        <pc:picChg chg="add mod">
          <ac:chgData name="Lucie Fontaine" userId="2c6b0298-177f-4237-a83e-8637e19304d5" providerId="ADAL" clId="{38FDF7CA-A37A-44C1-A812-A8007AC22127}" dt="2026-04-23T09:40:00.069" v="19498" actId="164"/>
          <ac:picMkLst>
            <pc:docMk/>
            <pc:sldMk cId="4230536574" sldId="307"/>
            <ac:picMk id="68" creationId="{8F60703B-660C-CD20-9DC3-EA9066668ADB}"/>
          </ac:picMkLst>
        </pc:picChg>
        <pc:picChg chg="mod">
          <ac:chgData name="Lucie Fontaine" userId="2c6b0298-177f-4237-a83e-8637e19304d5" providerId="ADAL" clId="{38FDF7CA-A37A-44C1-A812-A8007AC22127}" dt="2026-04-23T09:44:49.453" v="19517"/>
          <ac:picMkLst>
            <pc:docMk/>
            <pc:sldMk cId="4230536574" sldId="307"/>
            <ac:picMk id="71" creationId="{5342AF77-BD39-685C-4CF1-479D6B3EE3FC}"/>
          </ac:picMkLst>
        </pc:picChg>
        <pc:picChg chg="mod">
          <ac:chgData name="Lucie Fontaine" userId="2c6b0298-177f-4237-a83e-8637e19304d5" providerId="ADAL" clId="{38FDF7CA-A37A-44C1-A812-A8007AC22127}" dt="2026-04-23T09:44:49.453" v="19517"/>
          <ac:picMkLst>
            <pc:docMk/>
            <pc:sldMk cId="4230536574" sldId="307"/>
            <ac:picMk id="72" creationId="{CAB75C08-6E2B-A61D-72F5-605B327177C1}"/>
          </ac:picMkLst>
        </pc:picChg>
        <pc:cxnChg chg="mod">
          <ac:chgData name="Lucie Fontaine" userId="2c6b0298-177f-4237-a83e-8637e19304d5" providerId="ADAL" clId="{38FDF7CA-A37A-44C1-A812-A8007AC22127}" dt="2026-04-23T08:00:48.383" v="18508" actId="478"/>
          <ac:cxnSpMkLst>
            <pc:docMk/>
            <pc:sldMk cId="4230536574" sldId="307"/>
            <ac:cxnSpMk id="14" creationId="{D458E919-3D24-9A04-09B7-3004DBA9DB5F}"/>
          </ac:cxnSpMkLst>
        </pc:cxnChg>
        <pc:cxnChg chg="mod">
          <ac:chgData name="Lucie Fontaine" userId="2c6b0298-177f-4237-a83e-8637e19304d5" providerId="ADAL" clId="{38FDF7CA-A37A-44C1-A812-A8007AC22127}" dt="2026-04-23T08:00:48.383" v="18508" actId="478"/>
          <ac:cxnSpMkLst>
            <pc:docMk/>
            <pc:sldMk cId="4230536574" sldId="307"/>
            <ac:cxnSpMk id="25" creationId="{C642FB62-4691-A929-2B3F-0B2D3A216445}"/>
          </ac:cxnSpMkLst>
        </pc:cxnChg>
        <pc:cxnChg chg="mod">
          <ac:chgData name="Lucie Fontaine" userId="2c6b0298-177f-4237-a83e-8637e19304d5" providerId="ADAL" clId="{38FDF7CA-A37A-44C1-A812-A8007AC22127}" dt="2026-04-23T08:00:48.383" v="18508" actId="478"/>
          <ac:cxnSpMkLst>
            <pc:docMk/>
            <pc:sldMk cId="4230536574" sldId="307"/>
            <ac:cxnSpMk id="28" creationId="{3F1F82E9-BD85-9EB5-1E8B-978067F88762}"/>
          </ac:cxnSpMkLst>
        </pc:cxnChg>
        <pc:cxnChg chg="mod">
          <ac:chgData name="Lucie Fontaine" userId="2c6b0298-177f-4237-a83e-8637e19304d5" providerId="ADAL" clId="{38FDF7CA-A37A-44C1-A812-A8007AC22127}" dt="2026-04-23T08:00:48.383" v="18508" actId="478"/>
          <ac:cxnSpMkLst>
            <pc:docMk/>
            <pc:sldMk cId="4230536574" sldId="307"/>
            <ac:cxnSpMk id="29" creationId="{3440480C-BC81-2852-2584-7513B7F6A648}"/>
          </ac:cxnSpMkLst>
        </pc:cxnChg>
        <pc:cxnChg chg="mod">
          <ac:chgData name="Lucie Fontaine" userId="2c6b0298-177f-4237-a83e-8637e19304d5" providerId="ADAL" clId="{38FDF7CA-A37A-44C1-A812-A8007AC22127}" dt="2026-04-23T08:00:48.383" v="18508" actId="478"/>
          <ac:cxnSpMkLst>
            <pc:docMk/>
            <pc:sldMk cId="4230536574" sldId="307"/>
            <ac:cxnSpMk id="30" creationId="{8BC06B0A-9EF2-0B79-9082-018B6EB8AD14}"/>
          </ac:cxnSpMkLst>
        </pc:cxnChg>
        <pc:cxnChg chg="mod">
          <ac:chgData name="Lucie Fontaine" userId="2c6b0298-177f-4237-a83e-8637e19304d5" providerId="ADAL" clId="{38FDF7CA-A37A-44C1-A812-A8007AC22127}" dt="2026-04-23T08:00:48.383" v="18508" actId="478"/>
          <ac:cxnSpMkLst>
            <pc:docMk/>
            <pc:sldMk cId="4230536574" sldId="307"/>
            <ac:cxnSpMk id="31" creationId="{CE0C1F91-E687-4D70-520A-B2C1B50D4E7D}"/>
          </ac:cxnSpMkLst>
        </pc:cxnChg>
        <pc:cxnChg chg="mod">
          <ac:chgData name="Lucie Fontaine" userId="2c6b0298-177f-4237-a83e-8637e19304d5" providerId="ADAL" clId="{38FDF7CA-A37A-44C1-A812-A8007AC22127}" dt="2026-04-23T08:00:48.760" v="18509"/>
          <ac:cxnSpMkLst>
            <pc:docMk/>
            <pc:sldMk cId="4230536574" sldId="307"/>
            <ac:cxnSpMk id="38" creationId="{5802CD36-AA59-AE98-E750-2795BFDF2482}"/>
          </ac:cxnSpMkLst>
        </pc:cxnChg>
        <pc:cxnChg chg="mod">
          <ac:chgData name="Lucie Fontaine" userId="2c6b0298-177f-4237-a83e-8637e19304d5" providerId="ADAL" clId="{38FDF7CA-A37A-44C1-A812-A8007AC22127}" dt="2026-04-23T08:00:48.760" v="18509"/>
          <ac:cxnSpMkLst>
            <pc:docMk/>
            <pc:sldMk cId="4230536574" sldId="307"/>
            <ac:cxnSpMk id="40" creationId="{9CDA9084-B050-FFF9-F247-7CA5EF18A4A8}"/>
          </ac:cxnSpMkLst>
        </pc:cxnChg>
        <pc:cxnChg chg="mod">
          <ac:chgData name="Lucie Fontaine" userId="2c6b0298-177f-4237-a83e-8637e19304d5" providerId="ADAL" clId="{38FDF7CA-A37A-44C1-A812-A8007AC22127}" dt="2026-04-23T08:00:48.760" v="18509"/>
          <ac:cxnSpMkLst>
            <pc:docMk/>
            <pc:sldMk cId="4230536574" sldId="307"/>
            <ac:cxnSpMk id="42" creationId="{EE81331F-6C5C-1CBD-5434-242BCB1FE0AE}"/>
          </ac:cxnSpMkLst>
        </pc:cxnChg>
        <pc:cxnChg chg="mod">
          <ac:chgData name="Lucie Fontaine" userId="2c6b0298-177f-4237-a83e-8637e19304d5" providerId="ADAL" clId="{38FDF7CA-A37A-44C1-A812-A8007AC22127}" dt="2026-04-23T08:00:48.760" v="18509"/>
          <ac:cxnSpMkLst>
            <pc:docMk/>
            <pc:sldMk cId="4230536574" sldId="307"/>
            <ac:cxnSpMk id="45" creationId="{7FD4AA9B-17E1-49BC-E179-77E21132506A}"/>
          </ac:cxnSpMkLst>
        </pc:cxnChg>
        <pc:cxnChg chg="mod">
          <ac:chgData name="Lucie Fontaine" userId="2c6b0298-177f-4237-a83e-8637e19304d5" providerId="ADAL" clId="{38FDF7CA-A37A-44C1-A812-A8007AC22127}" dt="2026-04-23T08:00:48.760" v="18509"/>
          <ac:cxnSpMkLst>
            <pc:docMk/>
            <pc:sldMk cId="4230536574" sldId="307"/>
            <ac:cxnSpMk id="47" creationId="{892FA1E1-7241-2C2A-75C2-A0FA9F91412C}"/>
          </ac:cxnSpMkLst>
        </pc:cxnChg>
        <pc:cxnChg chg="mod">
          <ac:chgData name="Lucie Fontaine" userId="2c6b0298-177f-4237-a83e-8637e19304d5" providerId="ADAL" clId="{38FDF7CA-A37A-44C1-A812-A8007AC22127}" dt="2026-04-23T08:00:48.760" v="18509"/>
          <ac:cxnSpMkLst>
            <pc:docMk/>
            <pc:sldMk cId="4230536574" sldId="307"/>
            <ac:cxnSpMk id="48" creationId="{4DAB7EDF-76FD-9809-6413-CAE472ABA4B9}"/>
          </ac:cxnSpMkLst>
        </pc:cxnChg>
        <pc:cxnChg chg="mod">
          <ac:chgData name="Lucie Fontaine" userId="2c6b0298-177f-4237-a83e-8637e19304d5" providerId="ADAL" clId="{38FDF7CA-A37A-44C1-A812-A8007AC22127}" dt="2026-04-23T08:00:48.760" v="18509"/>
          <ac:cxnSpMkLst>
            <pc:docMk/>
            <pc:sldMk cId="4230536574" sldId="307"/>
            <ac:cxnSpMk id="55" creationId="{807FABF7-698F-14B4-446E-4EE9A0A48DAD}"/>
          </ac:cxnSpMkLst>
        </pc:cxnChg>
        <pc:cxnChg chg="mod">
          <ac:chgData name="Lucie Fontaine" userId="2c6b0298-177f-4237-a83e-8637e19304d5" providerId="ADAL" clId="{38FDF7CA-A37A-44C1-A812-A8007AC22127}" dt="2026-04-23T08:00:48.760" v="18509"/>
          <ac:cxnSpMkLst>
            <pc:docMk/>
            <pc:sldMk cId="4230536574" sldId="307"/>
            <ac:cxnSpMk id="56" creationId="{30281A70-DCF2-F3A8-F83C-CAE315FB0C06}"/>
          </ac:cxnSpMkLst>
        </pc:cxnChg>
        <pc:cxnChg chg="mod">
          <ac:chgData name="Lucie Fontaine" userId="2c6b0298-177f-4237-a83e-8637e19304d5" providerId="ADAL" clId="{38FDF7CA-A37A-44C1-A812-A8007AC22127}" dt="2026-04-23T08:00:48.760" v="18509"/>
          <ac:cxnSpMkLst>
            <pc:docMk/>
            <pc:sldMk cId="4230536574" sldId="307"/>
            <ac:cxnSpMk id="57" creationId="{62EEAA0F-5ECD-88C6-3194-496778C7C9B9}"/>
          </ac:cxnSpMkLst>
        </pc:cxnChg>
        <pc:cxnChg chg="mod">
          <ac:chgData name="Lucie Fontaine" userId="2c6b0298-177f-4237-a83e-8637e19304d5" providerId="ADAL" clId="{38FDF7CA-A37A-44C1-A812-A8007AC22127}" dt="2026-04-23T08:00:48.760" v="18509"/>
          <ac:cxnSpMkLst>
            <pc:docMk/>
            <pc:sldMk cId="4230536574" sldId="307"/>
            <ac:cxnSpMk id="58" creationId="{D83E6F30-8915-5CB0-187F-EAC8041F37A3}"/>
          </ac:cxnSpMkLst>
        </pc:cxnChg>
        <pc:cxnChg chg="mod">
          <ac:chgData name="Lucie Fontaine" userId="2c6b0298-177f-4237-a83e-8637e19304d5" providerId="ADAL" clId="{38FDF7CA-A37A-44C1-A812-A8007AC22127}" dt="2026-04-23T08:00:48.760" v="18509"/>
          <ac:cxnSpMkLst>
            <pc:docMk/>
            <pc:sldMk cId="4230536574" sldId="307"/>
            <ac:cxnSpMk id="59" creationId="{16F63DEC-CF17-6CCF-7372-D8D7C73ED81B}"/>
          </ac:cxnSpMkLst>
        </pc:cxnChg>
        <pc:cxnChg chg="mod">
          <ac:chgData name="Lucie Fontaine" userId="2c6b0298-177f-4237-a83e-8637e19304d5" providerId="ADAL" clId="{38FDF7CA-A37A-44C1-A812-A8007AC22127}" dt="2026-04-23T08:00:48.760" v="18509"/>
          <ac:cxnSpMkLst>
            <pc:docMk/>
            <pc:sldMk cId="4230536574" sldId="307"/>
            <ac:cxnSpMk id="60" creationId="{233A12B3-1968-A72E-6635-596588379249}"/>
          </ac:cxnSpMkLst>
        </pc:cxnChg>
        <pc:cxnChg chg="mod">
          <ac:chgData name="Lucie Fontaine" userId="2c6b0298-177f-4237-a83e-8637e19304d5" providerId="ADAL" clId="{38FDF7CA-A37A-44C1-A812-A8007AC22127}" dt="2026-04-23T08:00:48.760" v="18509"/>
          <ac:cxnSpMkLst>
            <pc:docMk/>
            <pc:sldMk cId="4230536574" sldId="307"/>
            <ac:cxnSpMk id="61" creationId="{6108F0E4-D0E1-ADE0-6C61-65EAF23A6B1E}"/>
          </ac:cxnSpMkLst>
        </pc:cxnChg>
        <pc:cxnChg chg="mod">
          <ac:chgData name="Lucie Fontaine" userId="2c6b0298-177f-4237-a83e-8637e19304d5" providerId="ADAL" clId="{38FDF7CA-A37A-44C1-A812-A8007AC22127}" dt="2026-04-23T08:00:48.760" v="18509"/>
          <ac:cxnSpMkLst>
            <pc:docMk/>
            <pc:sldMk cId="4230536574" sldId="307"/>
            <ac:cxnSpMk id="62" creationId="{F59AF64D-E779-4155-A238-CA0270201727}"/>
          </ac:cxnSpMkLst>
        </pc:cxnChg>
        <pc:cxnChg chg="mod">
          <ac:chgData name="Lucie Fontaine" userId="2c6b0298-177f-4237-a83e-8637e19304d5" providerId="ADAL" clId="{38FDF7CA-A37A-44C1-A812-A8007AC22127}" dt="2026-04-23T08:00:48.760" v="18509"/>
          <ac:cxnSpMkLst>
            <pc:docMk/>
            <pc:sldMk cId="4230536574" sldId="307"/>
            <ac:cxnSpMk id="63" creationId="{B40C9AE7-9B74-A08D-5EAC-6297F01DB5C4}"/>
          </ac:cxnSpMkLst>
        </pc:cxnChg>
      </pc:sldChg>
      <pc:sldChg chg="addSp delSp modSp add del mod ord">
        <pc:chgData name="Lucie Fontaine" userId="2c6b0298-177f-4237-a83e-8637e19304d5" providerId="ADAL" clId="{38FDF7CA-A37A-44C1-A812-A8007AC22127}" dt="2026-04-17T09:11:21.128" v="10614" actId="2696"/>
        <pc:sldMkLst>
          <pc:docMk/>
          <pc:sldMk cId="427955049" sldId="308"/>
        </pc:sldMkLst>
        <pc:spChg chg="del">
          <ac:chgData name="Lucie Fontaine" userId="2c6b0298-177f-4237-a83e-8637e19304d5" providerId="ADAL" clId="{38FDF7CA-A37A-44C1-A812-A8007AC22127}" dt="2026-04-17T08:39:07.988" v="10177" actId="22"/>
          <ac:spMkLst>
            <pc:docMk/>
            <pc:sldMk cId="427955049" sldId="308"/>
            <ac:spMk id="3" creationId="{0AB02688-3252-FD6F-43AB-549D47934AB8}"/>
          </ac:spMkLst>
        </pc:spChg>
        <pc:spChg chg="del">
          <ac:chgData name="Lucie Fontaine" userId="2c6b0298-177f-4237-a83e-8637e19304d5" providerId="ADAL" clId="{38FDF7CA-A37A-44C1-A812-A8007AC22127}" dt="2026-04-17T08:39:02.601" v="10172" actId="478"/>
          <ac:spMkLst>
            <pc:docMk/>
            <pc:sldMk cId="427955049" sldId="308"/>
            <ac:spMk id="5" creationId="{FAA04A80-20D5-B5DC-20AF-53DF2EF1FBA3}"/>
          </ac:spMkLst>
        </pc:spChg>
        <pc:spChg chg="add mod">
          <ac:chgData name="Lucie Fontaine" userId="2c6b0298-177f-4237-a83e-8637e19304d5" providerId="ADAL" clId="{38FDF7CA-A37A-44C1-A812-A8007AC22127}" dt="2026-04-17T09:07:25.915" v="10497" actId="21"/>
          <ac:spMkLst>
            <pc:docMk/>
            <pc:sldMk cId="427955049" sldId="308"/>
            <ac:spMk id="40" creationId="{C2DAC656-111D-79DE-0485-B4CC3385FA8F}"/>
          </ac:spMkLst>
        </pc:spChg>
        <pc:grpChg chg="del">
          <ac:chgData name="Lucie Fontaine" userId="2c6b0298-177f-4237-a83e-8637e19304d5" providerId="ADAL" clId="{38FDF7CA-A37A-44C1-A812-A8007AC22127}" dt="2026-04-17T08:39:00.351" v="10171" actId="478"/>
          <ac:grpSpMkLst>
            <pc:docMk/>
            <pc:sldMk cId="427955049" sldId="308"/>
            <ac:grpSpMk id="6" creationId="{3A222587-DC6F-934C-1538-E1445D111B82}"/>
          </ac:grpSpMkLst>
        </pc:grpChg>
        <pc:picChg chg="add del mod">
          <ac:chgData name="Lucie Fontaine" userId="2c6b0298-177f-4237-a83e-8637e19304d5" providerId="ADAL" clId="{38FDF7CA-A37A-44C1-A812-A8007AC22127}" dt="2026-04-17T08:39:06.602" v="10176" actId="478"/>
          <ac:picMkLst>
            <pc:docMk/>
            <pc:sldMk cId="427955049" sldId="308"/>
            <ac:picMk id="36" creationId="{566F771A-12FF-73CC-690C-9612B1412E3A}"/>
          </ac:picMkLst>
        </pc:picChg>
        <pc:picChg chg="add del mod ord">
          <ac:chgData name="Lucie Fontaine" userId="2c6b0298-177f-4237-a83e-8637e19304d5" providerId="ADAL" clId="{38FDF7CA-A37A-44C1-A812-A8007AC22127}" dt="2026-04-17T09:07:25.915" v="10497" actId="21"/>
          <ac:picMkLst>
            <pc:docMk/>
            <pc:sldMk cId="427955049" sldId="308"/>
            <ac:picMk id="38" creationId="{0B8B9D12-FDEA-04B4-9A9D-4B768FE8FF51}"/>
          </ac:picMkLst>
        </pc:picChg>
        <pc:cxnChg chg="mod">
          <ac:chgData name="Lucie Fontaine" userId="2c6b0298-177f-4237-a83e-8637e19304d5" providerId="ADAL" clId="{38FDF7CA-A37A-44C1-A812-A8007AC22127}" dt="2026-04-17T08:39:00.351" v="10171" actId="478"/>
          <ac:cxnSpMkLst>
            <pc:docMk/>
            <pc:sldMk cId="427955049" sldId="308"/>
            <ac:cxnSpMk id="14" creationId="{D458E919-3D24-9A04-09B7-3004DBA9DB5F}"/>
          </ac:cxnSpMkLst>
        </pc:cxnChg>
        <pc:cxnChg chg="mod">
          <ac:chgData name="Lucie Fontaine" userId="2c6b0298-177f-4237-a83e-8637e19304d5" providerId="ADAL" clId="{38FDF7CA-A37A-44C1-A812-A8007AC22127}" dt="2026-04-17T08:39:00.351" v="10171" actId="478"/>
          <ac:cxnSpMkLst>
            <pc:docMk/>
            <pc:sldMk cId="427955049" sldId="308"/>
            <ac:cxnSpMk id="25" creationId="{C642FB62-4691-A929-2B3F-0B2D3A216445}"/>
          </ac:cxnSpMkLst>
        </pc:cxnChg>
        <pc:cxnChg chg="mod">
          <ac:chgData name="Lucie Fontaine" userId="2c6b0298-177f-4237-a83e-8637e19304d5" providerId="ADAL" clId="{38FDF7CA-A37A-44C1-A812-A8007AC22127}" dt="2026-04-17T08:39:00.351" v="10171" actId="478"/>
          <ac:cxnSpMkLst>
            <pc:docMk/>
            <pc:sldMk cId="427955049" sldId="308"/>
            <ac:cxnSpMk id="28" creationId="{3F1F82E9-BD85-9EB5-1E8B-978067F88762}"/>
          </ac:cxnSpMkLst>
        </pc:cxnChg>
        <pc:cxnChg chg="mod">
          <ac:chgData name="Lucie Fontaine" userId="2c6b0298-177f-4237-a83e-8637e19304d5" providerId="ADAL" clId="{38FDF7CA-A37A-44C1-A812-A8007AC22127}" dt="2026-04-17T08:39:00.351" v="10171" actId="478"/>
          <ac:cxnSpMkLst>
            <pc:docMk/>
            <pc:sldMk cId="427955049" sldId="308"/>
            <ac:cxnSpMk id="29" creationId="{3440480C-BC81-2852-2584-7513B7F6A648}"/>
          </ac:cxnSpMkLst>
        </pc:cxnChg>
        <pc:cxnChg chg="mod">
          <ac:chgData name="Lucie Fontaine" userId="2c6b0298-177f-4237-a83e-8637e19304d5" providerId="ADAL" clId="{38FDF7CA-A37A-44C1-A812-A8007AC22127}" dt="2026-04-17T08:39:00.351" v="10171" actId="478"/>
          <ac:cxnSpMkLst>
            <pc:docMk/>
            <pc:sldMk cId="427955049" sldId="308"/>
            <ac:cxnSpMk id="30" creationId="{8BC06B0A-9EF2-0B79-9082-018B6EB8AD14}"/>
          </ac:cxnSpMkLst>
        </pc:cxnChg>
        <pc:cxnChg chg="mod">
          <ac:chgData name="Lucie Fontaine" userId="2c6b0298-177f-4237-a83e-8637e19304d5" providerId="ADAL" clId="{38FDF7CA-A37A-44C1-A812-A8007AC22127}" dt="2026-04-17T08:39:00.351" v="10171" actId="478"/>
          <ac:cxnSpMkLst>
            <pc:docMk/>
            <pc:sldMk cId="427955049" sldId="308"/>
            <ac:cxnSpMk id="31" creationId="{CE0C1F91-E687-4D70-520A-B2C1B50D4E7D}"/>
          </ac:cxnSpMkLst>
        </pc:cxnChg>
      </pc:sldChg>
      <pc:sldChg chg="add del">
        <pc:chgData name="Lucie Fontaine" userId="2c6b0298-177f-4237-a83e-8637e19304d5" providerId="ADAL" clId="{38FDF7CA-A37A-44C1-A812-A8007AC22127}" dt="2026-04-17T09:03:49.316" v="10389" actId="2696"/>
        <pc:sldMkLst>
          <pc:docMk/>
          <pc:sldMk cId="2642095024" sldId="309"/>
        </pc:sldMkLst>
      </pc:sldChg>
      <pc:sldChg chg="addSp delSp modSp add mod modShow">
        <pc:chgData name="Lucie Fontaine" userId="2c6b0298-177f-4237-a83e-8637e19304d5" providerId="ADAL" clId="{38FDF7CA-A37A-44C1-A812-A8007AC22127}" dt="2026-04-24T08:10:46.803" v="22051"/>
        <pc:sldMkLst>
          <pc:docMk/>
          <pc:sldMk cId="3501323230" sldId="310"/>
        </pc:sldMkLst>
        <pc:spChg chg="add mod">
          <ac:chgData name="Lucie Fontaine" userId="2c6b0298-177f-4237-a83e-8637e19304d5" providerId="ADAL" clId="{38FDF7CA-A37A-44C1-A812-A8007AC22127}" dt="2026-04-21T08:54:08.756" v="13282"/>
          <ac:spMkLst>
            <pc:docMk/>
            <pc:sldMk cId="3501323230" sldId="310"/>
            <ac:spMk id="4" creationId="{232D1805-DF17-565A-2E50-1FAF5BFDB235}"/>
          </ac:spMkLst>
        </pc:spChg>
        <pc:spChg chg="del">
          <ac:chgData name="Lucie Fontaine" userId="2c6b0298-177f-4237-a83e-8637e19304d5" providerId="ADAL" clId="{38FDF7CA-A37A-44C1-A812-A8007AC22127}" dt="2026-04-17T08:41:45.469" v="10274" actId="478"/>
          <ac:spMkLst>
            <pc:docMk/>
            <pc:sldMk cId="3501323230" sldId="310"/>
            <ac:spMk id="4" creationId="{F63875A2-3A41-A942-94C7-7D050ED096CA}"/>
          </ac:spMkLst>
        </pc:spChg>
        <pc:spChg chg="add mod">
          <ac:chgData name="Lucie Fontaine" userId="2c6b0298-177f-4237-a83e-8637e19304d5" providerId="ADAL" clId="{38FDF7CA-A37A-44C1-A812-A8007AC22127}" dt="2026-04-24T08:10:46.803" v="22051"/>
          <ac:spMkLst>
            <pc:docMk/>
            <pc:sldMk cId="3501323230" sldId="310"/>
            <ac:spMk id="5" creationId="{1EEF1AC4-9ABC-D723-3C1B-43CE238974D5}"/>
          </ac:spMkLst>
        </pc:spChg>
        <pc:spChg chg="add del mod">
          <ac:chgData name="Lucie Fontaine" userId="2c6b0298-177f-4237-a83e-8637e19304d5" providerId="ADAL" clId="{38FDF7CA-A37A-44C1-A812-A8007AC22127}" dt="2026-04-23T09:19:38.917" v="19256" actId="478"/>
          <ac:spMkLst>
            <pc:docMk/>
            <pc:sldMk cId="3501323230" sldId="310"/>
            <ac:spMk id="34" creationId="{3D2A8F1A-A54F-48FC-4653-F6DC1D7741B3}"/>
          </ac:spMkLst>
        </pc:spChg>
        <pc:spChg chg="del mod">
          <ac:chgData name="Lucie Fontaine" userId="2c6b0298-177f-4237-a83e-8637e19304d5" providerId="ADAL" clId="{38FDF7CA-A37A-44C1-A812-A8007AC22127}" dt="2026-04-23T09:18:36.932" v="19241"/>
          <ac:spMkLst>
            <pc:docMk/>
            <pc:sldMk cId="3501323230" sldId="310"/>
            <ac:spMk id="35" creationId="{D0A62F4D-BC2C-2F34-40A8-50ACA3865021}"/>
          </ac:spMkLst>
        </pc:spChg>
        <pc:spChg chg="add del mod">
          <ac:chgData name="Lucie Fontaine" userId="2c6b0298-177f-4237-a83e-8637e19304d5" providerId="ADAL" clId="{38FDF7CA-A37A-44C1-A812-A8007AC22127}" dt="2026-04-23T09:19:38.917" v="19256" actId="478"/>
          <ac:spMkLst>
            <pc:docMk/>
            <pc:sldMk cId="3501323230" sldId="310"/>
            <ac:spMk id="36" creationId="{31A1EC74-4666-C76B-667D-7A3E1D8327ED}"/>
          </ac:spMkLst>
        </pc:spChg>
        <pc:spChg chg="mod">
          <ac:chgData name="Lucie Fontaine" userId="2c6b0298-177f-4237-a83e-8637e19304d5" providerId="ADAL" clId="{38FDF7CA-A37A-44C1-A812-A8007AC22127}" dt="2026-04-23T08:00:38.922" v="18505"/>
          <ac:spMkLst>
            <pc:docMk/>
            <pc:sldMk cId="3501323230" sldId="310"/>
            <ac:spMk id="40" creationId="{A2F2A86F-EE26-C975-CEEC-717692B8C844}"/>
          </ac:spMkLst>
        </pc:spChg>
        <pc:spChg chg="mod">
          <ac:chgData name="Lucie Fontaine" userId="2c6b0298-177f-4237-a83e-8637e19304d5" providerId="ADAL" clId="{38FDF7CA-A37A-44C1-A812-A8007AC22127}" dt="2026-04-23T08:00:38.922" v="18505"/>
          <ac:spMkLst>
            <pc:docMk/>
            <pc:sldMk cId="3501323230" sldId="310"/>
            <ac:spMk id="42" creationId="{4AEC6836-CF0D-96B5-C3FA-FF1FA0D413D8}"/>
          </ac:spMkLst>
        </pc:spChg>
        <pc:spChg chg="del">
          <ac:chgData name="Lucie Fontaine" userId="2c6b0298-177f-4237-a83e-8637e19304d5" providerId="ADAL" clId="{38FDF7CA-A37A-44C1-A812-A8007AC22127}" dt="2026-04-17T08:41:45.469" v="10274" actId="478"/>
          <ac:spMkLst>
            <pc:docMk/>
            <pc:sldMk cId="3501323230" sldId="310"/>
            <ac:spMk id="42" creationId="{D46562C0-9D6C-D7BE-0ADF-28C65214443C}"/>
          </ac:spMkLst>
        </pc:spChg>
        <pc:spChg chg="del mod">
          <ac:chgData name="Lucie Fontaine" userId="2c6b0298-177f-4237-a83e-8637e19304d5" providerId="ADAL" clId="{38FDF7CA-A37A-44C1-A812-A8007AC22127}" dt="2026-04-17T08:42:08.168" v="10277" actId="478"/>
          <ac:spMkLst>
            <pc:docMk/>
            <pc:sldMk cId="3501323230" sldId="310"/>
            <ac:spMk id="43" creationId="{8CF1DEFE-68D2-FFDF-3301-7AB9E8EF165E}"/>
          </ac:spMkLst>
        </pc:spChg>
        <pc:spChg chg="del">
          <ac:chgData name="Lucie Fontaine" userId="2c6b0298-177f-4237-a83e-8637e19304d5" providerId="ADAL" clId="{38FDF7CA-A37A-44C1-A812-A8007AC22127}" dt="2026-04-17T08:41:45.469" v="10274" actId="478"/>
          <ac:spMkLst>
            <pc:docMk/>
            <pc:sldMk cId="3501323230" sldId="310"/>
            <ac:spMk id="44" creationId="{112D11D1-33AB-367B-9673-B84141DC211A}"/>
          </ac:spMkLst>
        </pc:spChg>
        <pc:spChg chg="del">
          <ac:chgData name="Lucie Fontaine" userId="2c6b0298-177f-4237-a83e-8637e19304d5" providerId="ADAL" clId="{38FDF7CA-A37A-44C1-A812-A8007AC22127}" dt="2026-04-17T08:41:45.469" v="10274" actId="478"/>
          <ac:spMkLst>
            <pc:docMk/>
            <pc:sldMk cId="3501323230" sldId="310"/>
            <ac:spMk id="45" creationId="{20840505-D4CB-79CD-6ABC-3F81AEE39094}"/>
          </ac:spMkLst>
        </pc:spChg>
        <pc:spChg chg="del">
          <ac:chgData name="Lucie Fontaine" userId="2c6b0298-177f-4237-a83e-8637e19304d5" providerId="ADAL" clId="{38FDF7CA-A37A-44C1-A812-A8007AC22127}" dt="2026-04-17T08:41:58.924" v="10275" actId="478"/>
          <ac:spMkLst>
            <pc:docMk/>
            <pc:sldMk cId="3501323230" sldId="310"/>
            <ac:spMk id="47" creationId="{A9A9E79F-7937-1624-A174-C6601F721011}"/>
          </ac:spMkLst>
        </pc:spChg>
        <pc:spChg chg="del">
          <ac:chgData name="Lucie Fontaine" userId="2c6b0298-177f-4237-a83e-8637e19304d5" providerId="ADAL" clId="{38FDF7CA-A37A-44C1-A812-A8007AC22127}" dt="2026-04-17T08:41:58.924" v="10275" actId="478"/>
          <ac:spMkLst>
            <pc:docMk/>
            <pc:sldMk cId="3501323230" sldId="310"/>
            <ac:spMk id="48" creationId="{B204E70E-505F-420F-E90E-9AEBB849B814}"/>
          </ac:spMkLst>
        </pc:spChg>
        <pc:spChg chg="mod">
          <ac:chgData name="Lucie Fontaine" userId="2c6b0298-177f-4237-a83e-8637e19304d5" providerId="ADAL" clId="{38FDF7CA-A37A-44C1-A812-A8007AC22127}" dt="2026-04-23T08:00:38.922" v="18505"/>
          <ac:spMkLst>
            <pc:docMk/>
            <pc:sldMk cId="3501323230" sldId="310"/>
            <ac:spMk id="49" creationId="{53E9A737-C93A-7245-FF89-E0294D40D6CC}"/>
          </ac:spMkLst>
        </pc:spChg>
        <pc:spChg chg="del">
          <ac:chgData name="Lucie Fontaine" userId="2c6b0298-177f-4237-a83e-8637e19304d5" providerId="ADAL" clId="{38FDF7CA-A37A-44C1-A812-A8007AC22127}" dt="2026-04-17T08:41:58.924" v="10275" actId="478"/>
          <ac:spMkLst>
            <pc:docMk/>
            <pc:sldMk cId="3501323230" sldId="310"/>
            <ac:spMk id="49" creationId="{63484B79-C64D-502F-498D-05964E5A8D66}"/>
          </ac:spMkLst>
        </pc:spChg>
        <pc:spChg chg="mod">
          <ac:chgData name="Lucie Fontaine" userId="2c6b0298-177f-4237-a83e-8637e19304d5" providerId="ADAL" clId="{38FDF7CA-A37A-44C1-A812-A8007AC22127}" dt="2026-04-23T08:00:38.922" v="18505"/>
          <ac:spMkLst>
            <pc:docMk/>
            <pc:sldMk cId="3501323230" sldId="310"/>
            <ac:spMk id="50" creationId="{0AB58EE4-8710-E7B3-AB05-A236CA50A31A}"/>
          </ac:spMkLst>
        </pc:spChg>
        <pc:spChg chg="del">
          <ac:chgData name="Lucie Fontaine" userId="2c6b0298-177f-4237-a83e-8637e19304d5" providerId="ADAL" clId="{38FDF7CA-A37A-44C1-A812-A8007AC22127}" dt="2026-04-17T08:41:58.924" v="10275" actId="478"/>
          <ac:spMkLst>
            <pc:docMk/>
            <pc:sldMk cId="3501323230" sldId="310"/>
            <ac:spMk id="50" creationId="{5D345FC4-E242-C905-98F5-563DB50DA1C8}"/>
          </ac:spMkLst>
        </pc:spChg>
        <pc:spChg chg="mod">
          <ac:chgData name="Lucie Fontaine" userId="2c6b0298-177f-4237-a83e-8637e19304d5" providerId="ADAL" clId="{38FDF7CA-A37A-44C1-A812-A8007AC22127}" dt="2026-04-23T08:00:38.922" v="18505"/>
          <ac:spMkLst>
            <pc:docMk/>
            <pc:sldMk cId="3501323230" sldId="310"/>
            <ac:spMk id="51" creationId="{3439953B-8261-BF17-A576-6364475B59C3}"/>
          </ac:spMkLst>
        </pc:spChg>
        <pc:spChg chg="mod">
          <ac:chgData name="Lucie Fontaine" userId="2c6b0298-177f-4237-a83e-8637e19304d5" providerId="ADAL" clId="{38FDF7CA-A37A-44C1-A812-A8007AC22127}" dt="2026-04-23T08:00:38.922" v="18505"/>
          <ac:spMkLst>
            <pc:docMk/>
            <pc:sldMk cId="3501323230" sldId="310"/>
            <ac:spMk id="52" creationId="{DFB40675-D644-D1E9-4381-6D4330E23EDC}"/>
          </ac:spMkLst>
        </pc:spChg>
        <pc:spChg chg="mod">
          <ac:chgData name="Lucie Fontaine" userId="2c6b0298-177f-4237-a83e-8637e19304d5" providerId="ADAL" clId="{38FDF7CA-A37A-44C1-A812-A8007AC22127}" dt="2026-04-23T08:00:38.922" v="18505"/>
          <ac:spMkLst>
            <pc:docMk/>
            <pc:sldMk cId="3501323230" sldId="310"/>
            <ac:spMk id="53" creationId="{9A9D5F3C-1F86-5D59-1B0C-3D9D3F0C661F}"/>
          </ac:spMkLst>
        </pc:spChg>
        <pc:spChg chg="mod">
          <ac:chgData name="Lucie Fontaine" userId="2c6b0298-177f-4237-a83e-8637e19304d5" providerId="ADAL" clId="{38FDF7CA-A37A-44C1-A812-A8007AC22127}" dt="2026-04-23T08:00:38.922" v="18505"/>
          <ac:spMkLst>
            <pc:docMk/>
            <pc:sldMk cId="3501323230" sldId="310"/>
            <ac:spMk id="54" creationId="{9A5A43E9-9F18-695D-EBC8-D9CE9EE14C6A}"/>
          </ac:spMkLst>
        </pc:spChg>
        <pc:spChg chg="add del mod">
          <ac:chgData name="Lucie Fontaine" userId="2c6b0298-177f-4237-a83e-8637e19304d5" providerId="ADAL" clId="{38FDF7CA-A37A-44C1-A812-A8007AC22127}" dt="2026-04-23T09:19:36.485" v="19255" actId="478"/>
          <ac:spMkLst>
            <pc:docMk/>
            <pc:sldMk cId="3501323230" sldId="310"/>
            <ac:spMk id="69" creationId="{AB12DD1D-FF94-D4B5-3A41-01F1149B3A23}"/>
          </ac:spMkLst>
        </pc:spChg>
        <pc:spChg chg="add mod">
          <ac:chgData name="Lucie Fontaine" userId="2c6b0298-177f-4237-a83e-8637e19304d5" providerId="ADAL" clId="{38FDF7CA-A37A-44C1-A812-A8007AC22127}" dt="2026-04-23T09:19:39.250" v="19257"/>
          <ac:spMkLst>
            <pc:docMk/>
            <pc:sldMk cId="3501323230" sldId="310"/>
            <ac:spMk id="71" creationId="{74889024-7846-01B3-9FC2-92F4A4D92536}"/>
          </ac:spMkLst>
        </pc:spChg>
        <pc:spChg chg="add mod">
          <ac:chgData name="Lucie Fontaine" userId="2c6b0298-177f-4237-a83e-8637e19304d5" providerId="ADAL" clId="{38FDF7CA-A37A-44C1-A812-A8007AC22127}" dt="2026-04-23T09:19:39.250" v="19257"/>
          <ac:spMkLst>
            <pc:docMk/>
            <pc:sldMk cId="3501323230" sldId="310"/>
            <ac:spMk id="72" creationId="{ACCDD2AD-7B81-DE60-A44D-5ABCF446198D}"/>
          </ac:spMkLst>
        </pc:spChg>
        <pc:grpChg chg="del">
          <ac:chgData name="Lucie Fontaine" userId="2c6b0298-177f-4237-a83e-8637e19304d5" providerId="ADAL" clId="{38FDF7CA-A37A-44C1-A812-A8007AC22127}" dt="2026-04-23T08:00:38.622" v="18504" actId="478"/>
          <ac:grpSpMkLst>
            <pc:docMk/>
            <pc:sldMk cId="3501323230" sldId="310"/>
            <ac:grpSpMk id="5" creationId="{5B734918-A671-3466-B94F-0A1BEEFD52DF}"/>
          </ac:grpSpMkLst>
        </pc:grpChg>
        <pc:grpChg chg="add mod">
          <ac:chgData name="Lucie Fontaine" userId="2c6b0298-177f-4237-a83e-8637e19304d5" providerId="ADAL" clId="{38FDF7CA-A37A-44C1-A812-A8007AC22127}" dt="2026-04-23T08:00:38.922" v="18505"/>
          <ac:grpSpMkLst>
            <pc:docMk/>
            <pc:sldMk cId="3501323230" sldId="310"/>
            <ac:grpSpMk id="37" creationId="{FB8E8FC1-8830-D676-04A6-8B2999B2BBBE}"/>
          </ac:grpSpMkLst>
        </pc:grpChg>
        <pc:grpChg chg="mod">
          <ac:chgData name="Lucie Fontaine" userId="2c6b0298-177f-4237-a83e-8637e19304d5" providerId="ADAL" clId="{38FDF7CA-A37A-44C1-A812-A8007AC22127}" dt="2026-04-23T08:00:38.922" v="18505"/>
          <ac:grpSpMkLst>
            <pc:docMk/>
            <pc:sldMk cId="3501323230" sldId="310"/>
            <ac:grpSpMk id="38" creationId="{DD2C6D20-F203-BC44-76DF-D05A124DBD0D}"/>
          </ac:grpSpMkLst>
        </pc:grpChg>
        <pc:grpChg chg="mod">
          <ac:chgData name="Lucie Fontaine" userId="2c6b0298-177f-4237-a83e-8637e19304d5" providerId="ADAL" clId="{38FDF7CA-A37A-44C1-A812-A8007AC22127}" dt="2026-04-23T08:00:38.922" v="18505"/>
          <ac:grpSpMkLst>
            <pc:docMk/>
            <pc:sldMk cId="3501323230" sldId="310"/>
            <ac:grpSpMk id="44" creationId="{8F08C8B8-DD42-B409-C80C-E9334AD10EAD}"/>
          </ac:grpSpMkLst>
        </pc:grpChg>
        <pc:grpChg chg="mod">
          <ac:chgData name="Lucie Fontaine" userId="2c6b0298-177f-4237-a83e-8637e19304d5" providerId="ADAL" clId="{38FDF7CA-A37A-44C1-A812-A8007AC22127}" dt="2026-04-23T08:00:38.922" v="18505"/>
          <ac:grpSpMkLst>
            <pc:docMk/>
            <pc:sldMk cId="3501323230" sldId="310"/>
            <ac:grpSpMk id="46" creationId="{C8F302ED-8A28-765F-B496-035EA51B6FC7}"/>
          </ac:grpSpMkLst>
        </pc:grpChg>
        <pc:picChg chg="add del mod">
          <ac:chgData name="Lucie Fontaine" userId="2c6b0298-177f-4237-a83e-8637e19304d5" providerId="ADAL" clId="{38FDF7CA-A37A-44C1-A812-A8007AC22127}" dt="2026-04-23T09:18:29.040" v="19234" actId="478"/>
          <ac:picMkLst>
            <pc:docMk/>
            <pc:sldMk cId="3501323230" sldId="310"/>
            <ac:picMk id="33" creationId="{5BE212D5-1F14-3DA7-20B4-F474A244B3D5}"/>
          </ac:picMkLst>
        </pc:picChg>
        <pc:picChg chg="del">
          <ac:chgData name="Lucie Fontaine" userId="2c6b0298-177f-4237-a83e-8637e19304d5" providerId="ADAL" clId="{38FDF7CA-A37A-44C1-A812-A8007AC22127}" dt="2026-04-17T08:41:45.469" v="10274" actId="478"/>
          <ac:picMkLst>
            <pc:docMk/>
            <pc:sldMk cId="3501323230" sldId="310"/>
            <ac:picMk id="38" creationId="{B325ADCE-2C22-4A55-1FC1-6A3C048D6D22}"/>
          </ac:picMkLst>
        </pc:picChg>
        <pc:picChg chg="del">
          <ac:chgData name="Lucie Fontaine" userId="2c6b0298-177f-4237-a83e-8637e19304d5" providerId="ADAL" clId="{38FDF7CA-A37A-44C1-A812-A8007AC22127}" dt="2026-04-17T08:41:45.469" v="10274" actId="478"/>
          <ac:picMkLst>
            <pc:docMk/>
            <pc:sldMk cId="3501323230" sldId="310"/>
            <ac:picMk id="41" creationId="{63144EE3-200A-C15F-4098-BD6DEE61FF20}"/>
          </ac:picMkLst>
        </pc:picChg>
        <pc:picChg chg="add del mod">
          <ac:chgData name="Lucie Fontaine" userId="2c6b0298-177f-4237-a83e-8637e19304d5" providerId="ADAL" clId="{38FDF7CA-A37A-44C1-A812-A8007AC22127}" dt="2026-04-23T09:18:35.679" v="19239" actId="21"/>
          <ac:picMkLst>
            <pc:docMk/>
            <pc:sldMk cId="3501323230" sldId="310"/>
            <ac:picMk id="66" creationId="{773D7888-BB32-82BE-A390-1C5514B2E22D}"/>
          </ac:picMkLst>
        </pc:picChg>
        <pc:picChg chg="add del mod">
          <ac:chgData name="Lucie Fontaine" userId="2c6b0298-177f-4237-a83e-8637e19304d5" providerId="ADAL" clId="{38FDF7CA-A37A-44C1-A812-A8007AC22127}" dt="2026-04-23T09:19:21.733" v="19251" actId="478"/>
          <ac:picMkLst>
            <pc:docMk/>
            <pc:sldMk cId="3501323230" sldId="310"/>
            <ac:picMk id="67" creationId="{773D7888-BB32-82BE-A390-1C5514B2E22D}"/>
          </ac:picMkLst>
        </pc:picChg>
        <pc:picChg chg="add mod">
          <ac:chgData name="Lucie Fontaine" userId="2c6b0298-177f-4237-a83e-8637e19304d5" providerId="ADAL" clId="{38FDF7CA-A37A-44C1-A812-A8007AC22127}" dt="2026-04-23T09:19:22.158" v="19252"/>
          <ac:picMkLst>
            <pc:docMk/>
            <pc:sldMk cId="3501323230" sldId="310"/>
            <ac:picMk id="70" creationId="{B7218470-FDED-F541-84E5-8C0CEF3A9042}"/>
          </ac:picMkLst>
        </pc:picChg>
        <pc:cxnChg chg="mod">
          <ac:chgData name="Lucie Fontaine" userId="2c6b0298-177f-4237-a83e-8637e19304d5" providerId="ADAL" clId="{38FDF7CA-A37A-44C1-A812-A8007AC22127}" dt="2026-04-23T08:00:38.622" v="18504" actId="478"/>
          <ac:cxnSpMkLst>
            <pc:docMk/>
            <pc:sldMk cId="3501323230" sldId="310"/>
            <ac:cxnSpMk id="13" creationId="{9058EF4C-6987-7460-63D7-DAF9C3B78096}"/>
          </ac:cxnSpMkLst>
        </pc:cxnChg>
        <pc:cxnChg chg="mod">
          <ac:chgData name="Lucie Fontaine" userId="2c6b0298-177f-4237-a83e-8637e19304d5" providerId="ADAL" clId="{38FDF7CA-A37A-44C1-A812-A8007AC22127}" dt="2026-04-23T08:00:38.622" v="18504" actId="478"/>
          <ac:cxnSpMkLst>
            <pc:docMk/>
            <pc:sldMk cId="3501323230" sldId="310"/>
            <ac:cxnSpMk id="24" creationId="{3F8F5915-6075-7D70-C9C8-963B715B585A}"/>
          </ac:cxnSpMkLst>
        </pc:cxnChg>
        <pc:cxnChg chg="mod">
          <ac:chgData name="Lucie Fontaine" userId="2c6b0298-177f-4237-a83e-8637e19304d5" providerId="ADAL" clId="{38FDF7CA-A37A-44C1-A812-A8007AC22127}" dt="2026-04-23T08:00:38.622" v="18504" actId="478"/>
          <ac:cxnSpMkLst>
            <pc:docMk/>
            <pc:sldMk cId="3501323230" sldId="310"/>
            <ac:cxnSpMk id="27" creationId="{DD33A741-FC57-437B-B982-0D1ECA725CF0}"/>
          </ac:cxnSpMkLst>
        </pc:cxnChg>
        <pc:cxnChg chg="mod">
          <ac:chgData name="Lucie Fontaine" userId="2c6b0298-177f-4237-a83e-8637e19304d5" providerId="ADAL" clId="{38FDF7CA-A37A-44C1-A812-A8007AC22127}" dt="2026-04-23T08:00:38.622" v="18504" actId="478"/>
          <ac:cxnSpMkLst>
            <pc:docMk/>
            <pc:sldMk cId="3501323230" sldId="310"/>
            <ac:cxnSpMk id="28" creationId="{8FA68745-F07E-FECE-ECD0-5F28A385E991}"/>
          </ac:cxnSpMkLst>
        </pc:cxnChg>
        <pc:cxnChg chg="mod">
          <ac:chgData name="Lucie Fontaine" userId="2c6b0298-177f-4237-a83e-8637e19304d5" providerId="ADAL" clId="{38FDF7CA-A37A-44C1-A812-A8007AC22127}" dt="2026-04-23T08:00:38.622" v="18504" actId="478"/>
          <ac:cxnSpMkLst>
            <pc:docMk/>
            <pc:sldMk cId="3501323230" sldId="310"/>
            <ac:cxnSpMk id="29" creationId="{37A30663-3CAC-691E-ECB2-17CA5A2CBD86}"/>
          </ac:cxnSpMkLst>
        </pc:cxnChg>
        <pc:cxnChg chg="mod">
          <ac:chgData name="Lucie Fontaine" userId="2c6b0298-177f-4237-a83e-8637e19304d5" providerId="ADAL" clId="{38FDF7CA-A37A-44C1-A812-A8007AC22127}" dt="2026-04-23T08:00:38.622" v="18504" actId="478"/>
          <ac:cxnSpMkLst>
            <pc:docMk/>
            <pc:sldMk cId="3501323230" sldId="310"/>
            <ac:cxnSpMk id="30" creationId="{F4024670-8953-05F2-3794-89A0E350EA65}"/>
          </ac:cxnSpMkLst>
        </pc:cxnChg>
        <pc:cxnChg chg="mod">
          <ac:chgData name="Lucie Fontaine" userId="2c6b0298-177f-4237-a83e-8637e19304d5" providerId="ADAL" clId="{38FDF7CA-A37A-44C1-A812-A8007AC22127}" dt="2026-04-23T08:00:38.922" v="18505"/>
          <ac:cxnSpMkLst>
            <pc:docMk/>
            <pc:sldMk cId="3501323230" sldId="310"/>
            <ac:cxnSpMk id="39" creationId="{90C8F0A8-8676-4B1C-3AF1-E0F6C7ED29CC}"/>
          </ac:cxnSpMkLst>
        </pc:cxnChg>
        <pc:cxnChg chg="mod">
          <ac:chgData name="Lucie Fontaine" userId="2c6b0298-177f-4237-a83e-8637e19304d5" providerId="ADAL" clId="{38FDF7CA-A37A-44C1-A812-A8007AC22127}" dt="2026-04-23T08:00:38.922" v="18505"/>
          <ac:cxnSpMkLst>
            <pc:docMk/>
            <pc:sldMk cId="3501323230" sldId="310"/>
            <ac:cxnSpMk id="41" creationId="{42AFD3EB-A4CF-190B-3BAC-7BA322B7DD47}"/>
          </ac:cxnSpMkLst>
        </pc:cxnChg>
        <pc:cxnChg chg="mod">
          <ac:chgData name="Lucie Fontaine" userId="2c6b0298-177f-4237-a83e-8637e19304d5" providerId="ADAL" clId="{38FDF7CA-A37A-44C1-A812-A8007AC22127}" dt="2026-04-23T08:00:38.922" v="18505"/>
          <ac:cxnSpMkLst>
            <pc:docMk/>
            <pc:sldMk cId="3501323230" sldId="310"/>
            <ac:cxnSpMk id="43" creationId="{0B6C8B71-5497-8A2D-A623-14533EA1C4BF}"/>
          </ac:cxnSpMkLst>
        </pc:cxnChg>
        <pc:cxnChg chg="mod">
          <ac:chgData name="Lucie Fontaine" userId="2c6b0298-177f-4237-a83e-8637e19304d5" providerId="ADAL" clId="{38FDF7CA-A37A-44C1-A812-A8007AC22127}" dt="2026-04-23T08:00:38.922" v="18505"/>
          <ac:cxnSpMkLst>
            <pc:docMk/>
            <pc:sldMk cId="3501323230" sldId="310"/>
            <ac:cxnSpMk id="45" creationId="{C57E660F-36A1-25DD-9717-9CC2AB57CF3E}"/>
          </ac:cxnSpMkLst>
        </pc:cxnChg>
        <pc:cxnChg chg="mod">
          <ac:chgData name="Lucie Fontaine" userId="2c6b0298-177f-4237-a83e-8637e19304d5" providerId="ADAL" clId="{38FDF7CA-A37A-44C1-A812-A8007AC22127}" dt="2026-04-23T08:00:38.922" v="18505"/>
          <ac:cxnSpMkLst>
            <pc:docMk/>
            <pc:sldMk cId="3501323230" sldId="310"/>
            <ac:cxnSpMk id="47" creationId="{09B87B1C-4A57-3384-2E97-93965462463C}"/>
          </ac:cxnSpMkLst>
        </pc:cxnChg>
        <pc:cxnChg chg="mod">
          <ac:chgData name="Lucie Fontaine" userId="2c6b0298-177f-4237-a83e-8637e19304d5" providerId="ADAL" clId="{38FDF7CA-A37A-44C1-A812-A8007AC22127}" dt="2026-04-23T08:00:38.922" v="18505"/>
          <ac:cxnSpMkLst>
            <pc:docMk/>
            <pc:sldMk cId="3501323230" sldId="310"/>
            <ac:cxnSpMk id="48" creationId="{C508EB3B-98F5-47C0-F2A9-D52A7C53E959}"/>
          </ac:cxnSpMkLst>
        </pc:cxnChg>
        <pc:cxnChg chg="mod">
          <ac:chgData name="Lucie Fontaine" userId="2c6b0298-177f-4237-a83e-8637e19304d5" providerId="ADAL" clId="{38FDF7CA-A37A-44C1-A812-A8007AC22127}" dt="2026-04-23T08:00:38.922" v="18505"/>
          <ac:cxnSpMkLst>
            <pc:docMk/>
            <pc:sldMk cId="3501323230" sldId="310"/>
            <ac:cxnSpMk id="55" creationId="{D1B3EECF-6E5E-279D-BB2D-84F3C725E8C7}"/>
          </ac:cxnSpMkLst>
        </pc:cxnChg>
        <pc:cxnChg chg="mod">
          <ac:chgData name="Lucie Fontaine" userId="2c6b0298-177f-4237-a83e-8637e19304d5" providerId="ADAL" clId="{38FDF7CA-A37A-44C1-A812-A8007AC22127}" dt="2026-04-23T08:00:38.922" v="18505"/>
          <ac:cxnSpMkLst>
            <pc:docMk/>
            <pc:sldMk cId="3501323230" sldId="310"/>
            <ac:cxnSpMk id="56" creationId="{552CFC7E-99BC-9F21-FD99-B98E4A6B0A5A}"/>
          </ac:cxnSpMkLst>
        </pc:cxnChg>
        <pc:cxnChg chg="mod">
          <ac:chgData name="Lucie Fontaine" userId="2c6b0298-177f-4237-a83e-8637e19304d5" providerId="ADAL" clId="{38FDF7CA-A37A-44C1-A812-A8007AC22127}" dt="2026-04-23T08:00:38.922" v="18505"/>
          <ac:cxnSpMkLst>
            <pc:docMk/>
            <pc:sldMk cId="3501323230" sldId="310"/>
            <ac:cxnSpMk id="57" creationId="{A6F526DE-2E91-3932-7C4C-F10538102DAC}"/>
          </ac:cxnSpMkLst>
        </pc:cxnChg>
        <pc:cxnChg chg="mod">
          <ac:chgData name="Lucie Fontaine" userId="2c6b0298-177f-4237-a83e-8637e19304d5" providerId="ADAL" clId="{38FDF7CA-A37A-44C1-A812-A8007AC22127}" dt="2026-04-23T08:00:38.922" v="18505"/>
          <ac:cxnSpMkLst>
            <pc:docMk/>
            <pc:sldMk cId="3501323230" sldId="310"/>
            <ac:cxnSpMk id="58" creationId="{8DCA7A97-C435-8E07-3468-6C0FA6CE5374}"/>
          </ac:cxnSpMkLst>
        </pc:cxnChg>
        <pc:cxnChg chg="mod">
          <ac:chgData name="Lucie Fontaine" userId="2c6b0298-177f-4237-a83e-8637e19304d5" providerId="ADAL" clId="{38FDF7CA-A37A-44C1-A812-A8007AC22127}" dt="2026-04-23T08:00:38.922" v="18505"/>
          <ac:cxnSpMkLst>
            <pc:docMk/>
            <pc:sldMk cId="3501323230" sldId="310"/>
            <ac:cxnSpMk id="59" creationId="{F0473D9A-BB6F-0306-E366-C14C60F8534D}"/>
          </ac:cxnSpMkLst>
        </pc:cxnChg>
        <pc:cxnChg chg="mod">
          <ac:chgData name="Lucie Fontaine" userId="2c6b0298-177f-4237-a83e-8637e19304d5" providerId="ADAL" clId="{38FDF7CA-A37A-44C1-A812-A8007AC22127}" dt="2026-04-23T08:00:38.922" v="18505"/>
          <ac:cxnSpMkLst>
            <pc:docMk/>
            <pc:sldMk cId="3501323230" sldId="310"/>
            <ac:cxnSpMk id="60" creationId="{DD9AE3D1-AC15-1C3E-020C-BAF83B13A8AB}"/>
          </ac:cxnSpMkLst>
        </pc:cxnChg>
        <pc:cxnChg chg="mod">
          <ac:chgData name="Lucie Fontaine" userId="2c6b0298-177f-4237-a83e-8637e19304d5" providerId="ADAL" clId="{38FDF7CA-A37A-44C1-A812-A8007AC22127}" dt="2026-04-23T08:00:38.922" v="18505"/>
          <ac:cxnSpMkLst>
            <pc:docMk/>
            <pc:sldMk cId="3501323230" sldId="310"/>
            <ac:cxnSpMk id="61" creationId="{0E8777F2-E635-9CBF-B5FD-B7CF67B4DD2F}"/>
          </ac:cxnSpMkLst>
        </pc:cxnChg>
        <pc:cxnChg chg="mod">
          <ac:chgData name="Lucie Fontaine" userId="2c6b0298-177f-4237-a83e-8637e19304d5" providerId="ADAL" clId="{38FDF7CA-A37A-44C1-A812-A8007AC22127}" dt="2026-04-23T08:00:38.922" v="18505"/>
          <ac:cxnSpMkLst>
            <pc:docMk/>
            <pc:sldMk cId="3501323230" sldId="310"/>
            <ac:cxnSpMk id="62" creationId="{1146CC22-CFF9-930E-0932-EB35618C9834}"/>
          </ac:cxnSpMkLst>
        </pc:cxnChg>
        <pc:cxnChg chg="mod">
          <ac:chgData name="Lucie Fontaine" userId="2c6b0298-177f-4237-a83e-8637e19304d5" providerId="ADAL" clId="{38FDF7CA-A37A-44C1-A812-A8007AC22127}" dt="2026-04-23T08:00:38.922" v="18505"/>
          <ac:cxnSpMkLst>
            <pc:docMk/>
            <pc:sldMk cId="3501323230" sldId="310"/>
            <ac:cxnSpMk id="63" creationId="{BAE0A7A3-70BA-E41C-4FE4-97D1F65F86FB}"/>
          </ac:cxnSpMkLst>
        </pc:cxnChg>
      </pc:sldChg>
      <pc:sldChg chg="add del">
        <pc:chgData name="Lucie Fontaine" userId="2c6b0298-177f-4237-a83e-8637e19304d5" providerId="ADAL" clId="{38FDF7CA-A37A-44C1-A812-A8007AC22127}" dt="2026-04-17T08:42:39.609" v="10286" actId="2696"/>
        <pc:sldMkLst>
          <pc:docMk/>
          <pc:sldMk cId="3869962116" sldId="311"/>
        </pc:sldMkLst>
      </pc:sldChg>
      <pc:sldChg chg="addSp delSp modSp add del mod modShow">
        <pc:chgData name="Lucie Fontaine" userId="2c6b0298-177f-4237-a83e-8637e19304d5" providerId="ADAL" clId="{38FDF7CA-A37A-44C1-A812-A8007AC22127}" dt="2026-04-24T07:05:50.979" v="21911" actId="2696"/>
        <pc:sldMkLst>
          <pc:docMk/>
          <pc:sldMk cId="3831548218" sldId="312"/>
        </pc:sldMkLst>
        <pc:spChg chg="mod">
          <ac:chgData name="Lucie Fontaine" userId="2c6b0298-177f-4237-a83e-8637e19304d5" providerId="ADAL" clId="{38FDF7CA-A37A-44C1-A812-A8007AC22127}" dt="2026-04-17T08:43:13.022" v="10350" actId="27636"/>
          <ac:spMkLst>
            <pc:docMk/>
            <pc:sldMk cId="3831548218" sldId="312"/>
            <ac:spMk id="3" creationId="{7FD41E05-56A6-458B-29DC-891B8C481A9E}"/>
          </ac:spMkLst>
        </pc:spChg>
        <pc:spChg chg="add mod">
          <ac:chgData name="Lucie Fontaine" userId="2c6b0298-177f-4237-a83e-8637e19304d5" providerId="ADAL" clId="{38FDF7CA-A37A-44C1-A812-A8007AC22127}" dt="2026-04-17T08:43:29.957" v="10377" actId="1076"/>
          <ac:spMkLst>
            <pc:docMk/>
            <pc:sldMk cId="3831548218" sldId="312"/>
            <ac:spMk id="4" creationId="{98E2BFB4-2486-2977-F291-D50BDA42B401}"/>
          </ac:spMkLst>
        </pc:spChg>
        <pc:spChg chg="del">
          <ac:chgData name="Lucie Fontaine" userId="2c6b0298-177f-4237-a83e-8637e19304d5" providerId="ADAL" clId="{38FDF7CA-A37A-44C1-A812-A8007AC22127}" dt="2026-04-17T09:03:23.591" v="10386" actId="478"/>
          <ac:spMkLst>
            <pc:docMk/>
            <pc:sldMk cId="3831548218" sldId="312"/>
            <ac:spMk id="32" creationId="{A29E662C-F423-DC12-10F9-72A4AD660DB9}"/>
          </ac:spMkLst>
        </pc:spChg>
        <pc:spChg chg="add mod">
          <ac:chgData name="Lucie Fontaine" userId="2c6b0298-177f-4237-a83e-8637e19304d5" providerId="ADAL" clId="{38FDF7CA-A37A-44C1-A812-A8007AC22127}" dt="2026-04-21T08:57:03.067" v="13291"/>
          <ac:spMkLst>
            <pc:docMk/>
            <pc:sldMk cId="3831548218" sldId="312"/>
            <ac:spMk id="32" creationId="{A6B28AE0-2823-9A47-8643-6BEF7A10D83D}"/>
          </ac:spMkLst>
        </pc:spChg>
        <pc:spChg chg="add mod">
          <ac:chgData name="Lucie Fontaine" userId="2c6b0298-177f-4237-a83e-8637e19304d5" providerId="ADAL" clId="{38FDF7CA-A37A-44C1-A812-A8007AC22127}" dt="2026-04-23T09:19:26.931" v="19254" actId="20577"/>
          <ac:spMkLst>
            <pc:docMk/>
            <pc:sldMk cId="3831548218" sldId="312"/>
            <ac:spMk id="34" creationId="{DA50F012-E5F6-71A4-78F8-1FE03CD88FB5}"/>
          </ac:spMkLst>
        </pc:spChg>
        <pc:spChg chg="mod">
          <ac:chgData name="Lucie Fontaine" userId="2c6b0298-177f-4237-a83e-8637e19304d5" providerId="ADAL" clId="{38FDF7CA-A37A-44C1-A812-A8007AC22127}" dt="2026-04-17T08:45:20.541" v="10385" actId="20577"/>
          <ac:spMkLst>
            <pc:docMk/>
            <pc:sldMk cId="3831548218" sldId="312"/>
            <ac:spMk id="35" creationId="{D0A62F4D-BC2C-2F34-40A8-50ACA3865021}"/>
          </ac:spMkLst>
        </pc:spChg>
        <pc:spChg chg="add mod">
          <ac:chgData name="Lucie Fontaine" userId="2c6b0298-177f-4237-a83e-8637e19304d5" providerId="ADAL" clId="{38FDF7CA-A37A-44C1-A812-A8007AC22127}" dt="2026-04-17T09:03:23.905" v="10387"/>
          <ac:spMkLst>
            <pc:docMk/>
            <pc:sldMk cId="3831548218" sldId="312"/>
            <ac:spMk id="36" creationId="{018E1D29-3EE3-8A24-D30C-D1ADC96F9B5E}"/>
          </ac:spMkLst>
        </pc:spChg>
        <pc:spChg chg="mod">
          <ac:chgData name="Lucie Fontaine" userId="2c6b0298-177f-4237-a83e-8637e19304d5" providerId="ADAL" clId="{38FDF7CA-A37A-44C1-A812-A8007AC22127}" dt="2026-04-23T08:00:44.628" v="18507"/>
          <ac:spMkLst>
            <pc:docMk/>
            <pc:sldMk cId="3831548218" sldId="312"/>
            <ac:spMk id="40" creationId="{B62FCD27-1B5C-0B6E-BDB6-5973AAEF43CB}"/>
          </ac:spMkLst>
        </pc:spChg>
        <pc:spChg chg="mod">
          <ac:chgData name="Lucie Fontaine" userId="2c6b0298-177f-4237-a83e-8637e19304d5" providerId="ADAL" clId="{38FDF7CA-A37A-44C1-A812-A8007AC22127}" dt="2026-04-23T08:00:44.628" v="18507"/>
          <ac:spMkLst>
            <pc:docMk/>
            <pc:sldMk cId="3831548218" sldId="312"/>
            <ac:spMk id="42" creationId="{FC90BC81-6602-CC7C-C912-76934F89EBA3}"/>
          </ac:spMkLst>
        </pc:spChg>
        <pc:spChg chg="mod">
          <ac:chgData name="Lucie Fontaine" userId="2c6b0298-177f-4237-a83e-8637e19304d5" providerId="ADAL" clId="{38FDF7CA-A37A-44C1-A812-A8007AC22127}" dt="2026-04-23T08:00:44.628" v="18507"/>
          <ac:spMkLst>
            <pc:docMk/>
            <pc:sldMk cId="3831548218" sldId="312"/>
            <ac:spMk id="49" creationId="{8B0F9009-FE3B-239C-8F02-4F85E59C0F0B}"/>
          </ac:spMkLst>
        </pc:spChg>
        <pc:spChg chg="mod">
          <ac:chgData name="Lucie Fontaine" userId="2c6b0298-177f-4237-a83e-8637e19304d5" providerId="ADAL" clId="{38FDF7CA-A37A-44C1-A812-A8007AC22127}" dt="2026-04-23T08:00:44.628" v="18507"/>
          <ac:spMkLst>
            <pc:docMk/>
            <pc:sldMk cId="3831548218" sldId="312"/>
            <ac:spMk id="50" creationId="{1235AF18-34CF-0EA9-AFA2-62F3443CED14}"/>
          </ac:spMkLst>
        </pc:spChg>
        <pc:spChg chg="mod">
          <ac:chgData name="Lucie Fontaine" userId="2c6b0298-177f-4237-a83e-8637e19304d5" providerId="ADAL" clId="{38FDF7CA-A37A-44C1-A812-A8007AC22127}" dt="2026-04-23T08:00:44.628" v="18507"/>
          <ac:spMkLst>
            <pc:docMk/>
            <pc:sldMk cId="3831548218" sldId="312"/>
            <ac:spMk id="51" creationId="{5C36AC62-47D8-5646-B470-89987AC00DF9}"/>
          </ac:spMkLst>
        </pc:spChg>
        <pc:spChg chg="mod">
          <ac:chgData name="Lucie Fontaine" userId="2c6b0298-177f-4237-a83e-8637e19304d5" providerId="ADAL" clId="{38FDF7CA-A37A-44C1-A812-A8007AC22127}" dt="2026-04-23T08:00:44.628" v="18507"/>
          <ac:spMkLst>
            <pc:docMk/>
            <pc:sldMk cId="3831548218" sldId="312"/>
            <ac:spMk id="52" creationId="{B816C592-D7FF-99D2-B401-CAF903F0D2CF}"/>
          </ac:spMkLst>
        </pc:spChg>
        <pc:spChg chg="mod">
          <ac:chgData name="Lucie Fontaine" userId="2c6b0298-177f-4237-a83e-8637e19304d5" providerId="ADAL" clId="{38FDF7CA-A37A-44C1-A812-A8007AC22127}" dt="2026-04-23T08:00:44.628" v="18507"/>
          <ac:spMkLst>
            <pc:docMk/>
            <pc:sldMk cId="3831548218" sldId="312"/>
            <ac:spMk id="53" creationId="{84C68497-D73F-C8E7-9ECB-DD068E0632CB}"/>
          </ac:spMkLst>
        </pc:spChg>
        <pc:spChg chg="mod">
          <ac:chgData name="Lucie Fontaine" userId="2c6b0298-177f-4237-a83e-8637e19304d5" providerId="ADAL" clId="{38FDF7CA-A37A-44C1-A812-A8007AC22127}" dt="2026-04-23T08:00:44.628" v="18507"/>
          <ac:spMkLst>
            <pc:docMk/>
            <pc:sldMk cId="3831548218" sldId="312"/>
            <ac:spMk id="54" creationId="{669B671D-48D7-F5F1-7535-41363CEC3C16}"/>
          </ac:spMkLst>
        </pc:spChg>
        <pc:grpChg chg="del">
          <ac:chgData name="Lucie Fontaine" userId="2c6b0298-177f-4237-a83e-8637e19304d5" providerId="ADAL" clId="{38FDF7CA-A37A-44C1-A812-A8007AC22127}" dt="2026-04-23T08:00:44.267" v="18506" actId="478"/>
          <ac:grpSpMkLst>
            <pc:docMk/>
            <pc:sldMk cId="3831548218" sldId="312"/>
            <ac:grpSpMk id="5" creationId="{5B734918-A671-3466-B94F-0A1BEEFD52DF}"/>
          </ac:grpSpMkLst>
        </pc:grpChg>
        <pc:grpChg chg="add mod">
          <ac:chgData name="Lucie Fontaine" userId="2c6b0298-177f-4237-a83e-8637e19304d5" providerId="ADAL" clId="{38FDF7CA-A37A-44C1-A812-A8007AC22127}" dt="2026-04-23T08:00:44.628" v="18507"/>
          <ac:grpSpMkLst>
            <pc:docMk/>
            <pc:sldMk cId="3831548218" sldId="312"/>
            <ac:grpSpMk id="37" creationId="{2E80D04D-1AA0-3FFC-A364-3E2312AA1A41}"/>
          </ac:grpSpMkLst>
        </pc:grpChg>
        <pc:grpChg chg="mod">
          <ac:chgData name="Lucie Fontaine" userId="2c6b0298-177f-4237-a83e-8637e19304d5" providerId="ADAL" clId="{38FDF7CA-A37A-44C1-A812-A8007AC22127}" dt="2026-04-23T08:00:44.628" v="18507"/>
          <ac:grpSpMkLst>
            <pc:docMk/>
            <pc:sldMk cId="3831548218" sldId="312"/>
            <ac:grpSpMk id="38" creationId="{FDA508DA-5683-AFD0-DBEC-665583D1671C}"/>
          </ac:grpSpMkLst>
        </pc:grpChg>
        <pc:grpChg chg="mod">
          <ac:chgData name="Lucie Fontaine" userId="2c6b0298-177f-4237-a83e-8637e19304d5" providerId="ADAL" clId="{38FDF7CA-A37A-44C1-A812-A8007AC22127}" dt="2026-04-23T08:00:44.628" v="18507"/>
          <ac:grpSpMkLst>
            <pc:docMk/>
            <pc:sldMk cId="3831548218" sldId="312"/>
            <ac:grpSpMk id="44" creationId="{BA4277BB-FC8C-0DEB-DE2D-AC66063FD233}"/>
          </ac:grpSpMkLst>
        </pc:grpChg>
        <pc:grpChg chg="mod">
          <ac:chgData name="Lucie Fontaine" userId="2c6b0298-177f-4237-a83e-8637e19304d5" providerId="ADAL" clId="{38FDF7CA-A37A-44C1-A812-A8007AC22127}" dt="2026-04-23T08:00:44.628" v="18507"/>
          <ac:grpSpMkLst>
            <pc:docMk/>
            <pc:sldMk cId="3831548218" sldId="312"/>
            <ac:grpSpMk id="46" creationId="{3CBA4F39-7664-9A92-C7E1-0CB2644DE57D}"/>
          </ac:grpSpMkLst>
        </pc:grpChg>
        <pc:picChg chg="del">
          <ac:chgData name="Lucie Fontaine" userId="2c6b0298-177f-4237-a83e-8637e19304d5" providerId="ADAL" clId="{38FDF7CA-A37A-44C1-A812-A8007AC22127}" dt="2026-04-23T09:19:12.209" v="19249" actId="478"/>
          <ac:picMkLst>
            <pc:docMk/>
            <pc:sldMk cId="3831548218" sldId="312"/>
            <ac:picMk id="33" creationId="{5BE212D5-1F14-3DA7-20B4-F474A244B3D5}"/>
          </ac:picMkLst>
        </pc:picChg>
        <pc:picChg chg="add mod">
          <ac:chgData name="Lucie Fontaine" userId="2c6b0298-177f-4237-a83e-8637e19304d5" providerId="ADAL" clId="{38FDF7CA-A37A-44C1-A812-A8007AC22127}" dt="2026-04-23T09:19:16.646" v="19250" actId="1076"/>
          <ac:picMkLst>
            <pc:docMk/>
            <pc:sldMk cId="3831548218" sldId="312"/>
            <ac:picMk id="65" creationId="{8FCC1550-A3D2-F062-5CF9-67B0823216EA}"/>
          </ac:picMkLst>
        </pc:picChg>
        <pc:cxnChg chg="mod">
          <ac:chgData name="Lucie Fontaine" userId="2c6b0298-177f-4237-a83e-8637e19304d5" providerId="ADAL" clId="{38FDF7CA-A37A-44C1-A812-A8007AC22127}" dt="2026-04-23T08:00:44.267" v="18506" actId="478"/>
          <ac:cxnSpMkLst>
            <pc:docMk/>
            <pc:sldMk cId="3831548218" sldId="312"/>
            <ac:cxnSpMk id="13" creationId="{9058EF4C-6987-7460-63D7-DAF9C3B78096}"/>
          </ac:cxnSpMkLst>
        </pc:cxnChg>
        <pc:cxnChg chg="mod">
          <ac:chgData name="Lucie Fontaine" userId="2c6b0298-177f-4237-a83e-8637e19304d5" providerId="ADAL" clId="{38FDF7CA-A37A-44C1-A812-A8007AC22127}" dt="2026-04-23T08:00:44.267" v="18506" actId="478"/>
          <ac:cxnSpMkLst>
            <pc:docMk/>
            <pc:sldMk cId="3831548218" sldId="312"/>
            <ac:cxnSpMk id="24" creationId="{3F8F5915-6075-7D70-C9C8-963B715B585A}"/>
          </ac:cxnSpMkLst>
        </pc:cxnChg>
        <pc:cxnChg chg="mod">
          <ac:chgData name="Lucie Fontaine" userId="2c6b0298-177f-4237-a83e-8637e19304d5" providerId="ADAL" clId="{38FDF7CA-A37A-44C1-A812-A8007AC22127}" dt="2026-04-23T08:00:44.267" v="18506" actId="478"/>
          <ac:cxnSpMkLst>
            <pc:docMk/>
            <pc:sldMk cId="3831548218" sldId="312"/>
            <ac:cxnSpMk id="27" creationId="{DD33A741-FC57-437B-B982-0D1ECA725CF0}"/>
          </ac:cxnSpMkLst>
        </pc:cxnChg>
        <pc:cxnChg chg="mod">
          <ac:chgData name="Lucie Fontaine" userId="2c6b0298-177f-4237-a83e-8637e19304d5" providerId="ADAL" clId="{38FDF7CA-A37A-44C1-A812-A8007AC22127}" dt="2026-04-23T08:00:44.267" v="18506" actId="478"/>
          <ac:cxnSpMkLst>
            <pc:docMk/>
            <pc:sldMk cId="3831548218" sldId="312"/>
            <ac:cxnSpMk id="28" creationId="{8FA68745-F07E-FECE-ECD0-5F28A385E991}"/>
          </ac:cxnSpMkLst>
        </pc:cxnChg>
        <pc:cxnChg chg="mod">
          <ac:chgData name="Lucie Fontaine" userId="2c6b0298-177f-4237-a83e-8637e19304d5" providerId="ADAL" clId="{38FDF7CA-A37A-44C1-A812-A8007AC22127}" dt="2026-04-23T08:00:44.267" v="18506" actId="478"/>
          <ac:cxnSpMkLst>
            <pc:docMk/>
            <pc:sldMk cId="3831548218" sldId="312"/>
            <ac:cxnSpMk id="29" creationId="{37A30663-3CAC-691E-ECB2-17CA5A2CBD86}"/>
          </ac:cxnSpMkLst>
        </pc:cxnChg>
        <pc:cxnChg chg="mod">
          <ac:chgData name="Lucie Fontaine" userId="2c6b0298-177f-4237-a83e-8637e19304d5" providerId="ADAL" clId="{38FDF7CA-A37A-44C1-A812-A8007AC22127}" dt="2026-04-23T08:00:44.267" v="18506" actId="478"/>
          <ac:cxnSpMkLst>
            <pc:docMk/>
            <pc:sldMk cId="3831548218" sldId="312"/>
            <ac:cxnSpMk id="30" creationId="{F4024670-8953-05F2-3794-89A0E350EA65}"/>
          </ac:cxnSpMkLst>
        </pc:cxnChg>
        <pc:cxnChg chg="mod">
          <ac:chgData name="Lucie Fontaine" userId="2c6b0298-177f-4237-a83e-8637e19304d5" providerId="ADAL" clId="{38FDF7CA-A37A-44C1-A812-A8007AC22127}" dt="2026-04-23T08:00:44.628" v="18507"/>
          <ac:cxnSpMkLst>
            <pc:docMk/>
            <pc:sldMk cId="3831548218" sldId="312"/>
            <ac:cxnSpMk id="39" creationId="{523C7F4A-A218-6C93-BDA8-48374B52BC18}"/>
          </ac:cxnSpMkLst>
        </pc:cxnChg>
        <pc:cxnChg chg="mod">
          <ac:chgData name="Lucie Fontaine" userId="2c6b0298-177f-4237-a83e-8637e19304d5" providerId="ADAL" clId="{38FDF7CA-A37A-44C1-A812-A8007AC22127}" dt="2026-04-23T08:00:44.628" v="18507"/>
          <ac:cxnSpMkLst>
            <pc:docMk/>
            <pc:sldMk cId="3831548218" sldId="312"/>
            <ac:cxnSpMk id="41" creationId="{1786F5A5-5818-8379-9F68-E85E7EB856D3}"/>
          </ac:cxnSpMkLst>
        </pc:cxnChg>
        <pc:cxnChg chg="mod">
          <ac:chgData name="Lucie Fontaine" userId="2c6b0298-177f-4237-a83e-8637e19304d5" providerId="ADAL" clId="{38FDF7CA-A37A-44C1-A812-A8007AC22127}" dt="2026-04-23T08:00:44.628" v="18507"/>
          <ac:cxnSpMkLst>
            <pc:docMk/>
            <pc:sldMk cId="3831548218" sldId="312"/>
            <ac:cxnSpMk id="43" creationId="{818B9E68-C150-CF18-7CB8-143F32E9A3F0}"/>
          </ac:cxnSpMkLst>
        </pc:cxnChg>
        <pc:cxnChg chg="mod">
          <ac:chgData name="Lucie Fontaine" userId="2c6b0298-177f-4237-a83e-8637e19304d5" providerId="ADAL" clId="{38FDF7CA-A37A-44C1-A812-A8007AC22127}" dt="2026-04-23T08:00:44.628" v="18507"/>
          <ac:cxnSpMkLst>
            <pc:docMk/>
            <pc:sldMk cId="3831548218" sldId="312"/>
            <ac:cxnSpMk id="45" creationId="{A378FEB9-76B7-6595-753F-A151C9A77F0F}"/>
          </ac:cxnSpMkLst>
        </pc:cxnChg>
        <pc:cxnChg chg="mod">
          <ac:chgData name="Lucie Fontaine" userId="2c6b0298-177f-4237-a83e-8637e19304d5" providerId="ADAL" clId="{38FDF7CA-A37A-44C1-A812-A8007AC22127}" dt="2026-04-23T08:00:44.628" v="18507"/>
          <ac:cxnSpMkLst>
            <pc:docMk/>
            <pc:sldMk cId="3831548218" sldId="312"/>
            <ac:cxnSpMk id="47" creationId="{5CE91783-5EE5-71C8-68BF-3B0437167EF7}"/>
          </ac:cxnSpMkLst>
        </pc:cxnChg>
        <pc:cxnChg chg="mod">
          <ac:chgData name="Lucie Fontaine" userId="2c6b0298-177f-4237-a83e-8637e19304d5" providerId="ADAL" clId="{38FDF7CA-A37A-44C1-A812-A8007AC22127}" dt="2026-04-23T08:00:44.628" v="18507"/>
          <ac:cxnSpMkLst>
            <pc:docMk/>
            <pc:sldMk cId="3831548218" sldId="312"/>
            <ac:cxnSpMk id="48" creationId="{2428EEAD-F85A-9DE4-5444-DAC3B8F7BEDE}"/>
          </ac:cxnSpMkLst>
        </pc:cxnChg>
        <pc:cxnChg chg="mod">
          <ac:chgData name="Lucie Fontaine" userId="2c6b0298-177f-4237-a83e-8637e19304d5" providerId="ADAL" clId="{38FDF7CA-A37A-44C1-A812-A8007AC22127}" dt="2026-04-23T08:00:44.628" v="18507"/>
          <ac:cxnSpMkLst>
            <pc:docMk/>
            <pc:sldMk cId="3831548218" sldId="312"/>
            <ac:cxnSpMk id="55" creationId="{468BFA48-ECDE-DB9E-C114-427E12D6AE51}"/>
          </ac:cxnSpMkLst>
        </pc:cxnChg>
        <pc:cxnChg chg="mod">
          <ac:chgData name="Lucie Fontaine" userId="2c6b0298-177f-4237-a83e-8637e19304d5" providerId="ADAL" clId="{38FDF7CA-A37A-44C1-A812-A8007AC22127}" dt="2026-04-23T08:00:44.628" v="18507"/>
          <ac:cxnSpMkLst>
            <pc:docMk/>
            <pc:sldMk cId="3831548218" sldId="312"/>
            <ac:cxnSpMk id="56" creationId="{9DF5C7F7-421B-62BC-D340-67A8C96669B9}"/>
          </ac:cxnSpMkLst>
        </pc:cxnChg>
        <pc:cxnChg chg="mod">
          <ac:chgData name="Lucie Fontaine" userId="2c6b0298-177f-4237-a83e-8637e19304d5" providerId="ADAL" clId="{38FDF7CA-A37A-44C1-A812-A8007AC22127}" dt="2026-04-23T08:00:44.628" v="18507"/>
          <ac:cxnSpMkLst>
            <pc:docMk/>
            <pc:sldMk cId="3831548218" sldId="312"/>
            <ac:cxnSpMk id="57" creationId="{1D9A961C-A06E-42BF-0185-C49BEE0E690A}"/>
          </ac:cxnSpMkLst>
        </pc:cxnChg>
        <pc:cxnChg chg="mod">
          <ac:chgData name="Lucie Fontaine" userId="2c6b0298-177f-4237-a83e-8637e19304d5" providerId="ADAL" clId="{38FDF7CA-A37A-44C1-A812-A8007AC22127}" dt="2026-04-23T08:00:44.628" v="18507"/>
          <ac:cxnSpMkLst>
            <pc:docMk/>
            <pc:sldMk cId="3831548218" sldId="312"/>
            <ac:cxnSpMk id="58" creationId="{C8402AE4-4B8C-D984-B9C8-4BB1EBBAF3BA}"/>
          </ac:cxnSpMkLst>
        </pc:cxnChg>
        <pc:cxnChg chg="mod">
          <ac:chgData name="Lucie Fontaine" userId="2c6b0298-177f-4237-a83e-8637e19304d5" providerId="ADAL" clId="{38FDF7CA-A37A-44C1-A812-A8007AC22127}" dt="2026-04-23T08:00:44.628" v="18507"/>
          <ac:cxnSpMkLst>
            <pc:docMk/>
            <pc:sldMk cId="3831548218" sldId="312"/>
            <ac:cxnSpMk id="59" creationId="{D96AA0D6-6E70-5DF1-77D7-73F54709F64D}"/>
          </ac:cxnSpMkLst>
        </pc:cxnChg>
        <pc:cxnChg chg="mod">
          <ac:chgData name="Lucie Fontaine" userId="2c6b0298-177f-4237-a83e-8637e19304d5" providerId="ADAL" clId="{38FDF7CA-A37A-44C1-A812-A8007AC22127}" dt="2026-04-23T08:00:44.628" v="18507"/>
          <ac:cxnSpMkLst>
            <pc:docMk/>
            <pc:sldMk cId="3831548218" sldId="312"/>
            <ac:cxnSpMk id="60" creationId="{DB6434C8-33D6-FCBE-D2C9-D8FB5C7844A9}"/>
          </ac:cxnSpMkLst>
        </pc:cxnChg>
        <pc:cxnChg chg="mod">
          <ac:chgData name="Lucie Fontaine" userId="2c6b0298-177f-4237-a83e-8637e19304d5" providerId="ADAL" clId="{38FDF7CA-A37A-44C1-A812-A8007AC22127}" dt="2026-04-23T08:00:44.628" v="18507"/>
          <ac:cxnSpMkLst>
            <pc:docMk/>
            <pc:sldMk cId="3831548218" sldId="312"/>
            <ac:cxnSpMk id="61" creationId="{FE6132F7-9993-94A1-06CD-78677C35DF81}"/>
          </ac:cxnSpMkLst>
        </pc:cxnChg>
        <pc:cxnChg chg="mod">
          <ac:chgData name="Lucie Fontaine" userId="2c6b0298-177f-4237-a83e-8637e19304d5" providerId="ADAL" clId="{38FDF7CA-A37A-44C1-A812-A8007AC22127}" dt="2026-04-23T08:00:44.628" v="18507"/>
          <ac:cxnSpMkLst>
            <pc:docMk/>
            <pc:sldMk cId="3831548218" sldId="312"/>
            <ac:cxnSpMk id="62" creationId="{1E1C5CC6-7561-DA71-4027-4E136440A667}"/>
          </ac:cxnSpMkLst>
        </pc:cxnChg>
        <pc:cxnChg chg="mod">
          <ac:chgData name="Lucie Fontaine" userId="2c6b0298-177f-4237-a83e-8637e19304d5" providerId="ADAL" clId="{38FDF7CA-A37A-44C1-A812-A8007AC22127}" dt="2026-04-23T08:00:44.628" v="18507"/>
          <ac:cxnSpMkLst>
            <pc:docMk/>
            <pc:sldMk cId="3831548218" sldId="312"/>
            <ac:cxnSpMk id="63" creationId="{52D8A6AE-02C7-7347-2AAB-6AEB3055F2FF}"/>
          </ac:cxnSpMkLst>
        </pc:cxnChg>
      </pc:sldChg>
      <pc:sldChg chg="addSp modSp add del mod">
        <pc:chgData name="Lucie Fontaine" userId="2c6b0298-177f-4237-a83e-8637e19304d5" providerId="ADAL" clId="{38FDF7CA-A37A-44C1-A812-A8007AC22127}" dt="2026-04-21T14:44:14.531" v="14110" actId="2696"/>
        <pc:sldMkLst>
          <pc:docMk/>
          <pc:sldMk cId="2397150131" sldId="313"/>
        </pc:sldMkLst>
        <pc:spChg chg="add mod">
          <ac:chgData name="Lucie Fontaine" userId="2c6b0298-177f-4237-a83e-8637e19304d5" providerId="ADAL" clId="{38FDF7CA-A37A-44C1-A812-A8007AC22127}" dt="2026-04-21T08:54:06.885" v="13281"/>
          <ac:spMkLst>
            <pc:docMk/>
            <pc:sldMk cId="2397150131" sldId="313"/>
            <ac:spMk id="39" creationId="{0B7882D2-DBAC-3047-9BD3-F3BDADA77083}"/>
          </ac:spMkLst>
        </pc:spChg>
        <pc:spChg chg="mod">
          <ac:chgData name="Lucie Fontaine" userId="2c6b0298-177f-4237-a83e-8637e19304d5" providerId="ADAL" clId="{38FDF7CA-A37A-44C1-A812-A8007AC22127}" dt="2026-04-17T08:44:57.105" v="10383" actId="207"/>
          <ac:spMkLst>
            <pc:docMk/>
            <pc:sldMk cId="2397150131" sldId="313"/>
            <ac:spMk id="45" creationId="{20840505-D4CB-79CD-6ABC-3F81AEE39094}"/>
          </ac:spMkLst>
        </pc:spChg>
        <pc:cxnChg chg="mod">
          <ac:chgData name="Lucie Fontaine" userId="2c6b0298-177f-4237-a83e-8637e19304d5" providerId="ADAL" clId="{38FDF7CA-A37A-44C1-A812-A8007AC22127}" dt="2026-04-21T12:55:30.146" v="13918" actId="1582"/>
          <ac:cxnSpMkLst>
            <pc:docMk/>
            <pc:sldMk cId="2397150131" sldId="313"/>
            <ac:cxnSpMk id="13" creationId="{9058EF4C-6987-7460-63D7-DAF9C3B78096}"/>
          </ac:cxnSpMkLst>
        </pc:cxnChg>
        <pc:cxnChg chg="add mod">
          <ac:chgData name="Lucie Fontaine" userId="2c6b0298-177f-4237-a83e-8637e19304d5" providerId="ADAL" clId="{38FDF7CA-A37A-44C1-A812-A8007AC22127}" dt="2026-04-21T07:23:03.237" v="12736" actId="1035"/>
          <ac:cxnSpMkLst>
            <pc:docMk/>
            <pc:sldMk cId="2397150131" sldId="313"/>
            <ac:cxnSpMk id="34" creationId="{7105C555-5378-08ED-EADA-722F9F537F6B}"/>
          </ac:cxnSpMkLst>
        </pc:cxnChg>
        <pc:cxnChg chg="add">
          <ac:chgData name="Lucie Fontaine" userId="2c6b0298-177f-4237-a83e-8637e19304d5" providerId="ADAL" clId="{38FDF7CA-A37A-44C1-A812-A8007AC22127}" dt="2026-04-21T07:23:00.195" v="12732" actId="11529"/>
          <ac:cxnSpMkLst>
            <pc:docMk/>
            <pc:sldMk cId="2397150131" sldId="313"/>
            <ac:cxnSpMk id="37" creationId="{6BA37816-D0CE-24E1-5F1E-7A5099992A93}"/>
          </ac:cxnSpMkLst>
        </pc:cxnChg>
      </pc:sldChg>
      <pc:sldChg chg="addSp delSp modSp add mod ord">
        <pc:chgData name="Lucie Fontaine" userId="2c6b0298-177f-4237-a83e-8637e19304d5" providerId="ADAL" clId="{38FDF7CA-A37A-44C1-A812-A8007AC22127}" dt="2026-04-23T15:08:07.255" v="21305" actId="1582"/>
        <pc:sldMkLst>
          <pc:docMk/>
          <pc:sldMk cId="3456024196" sldId="314"/>
        </pc:sldMkLst>
        <pc:spChg chg="mod">
          <ac:chgData name="Lucie Fontaine" userId="2c6b0298-177f-4237-a83e-8637e19304d5" providerId="ADAL" clId="{38FDF7CA-A37A-44C1-A812-A8007AC22127}" dt="2026-04-23T09:25:56.606" v="19402"/>
          <ac:spMkLst>
            <pc:docMk/>
            <pc:sldMk cId="3456024196" sldId="314"/>
            <ac:spMk id="4" creationId="{F7A62692-8502-D841-6C42-BCF58B32392F}"/>
          </ac:spMkLst>
        </pc:spChg>
        <pc:spChg chg="add mod">
          <ac:chgData name="Lucie Fontaine" userId="2c6b0298-177f-4237-a83e-8637e19304d5" providerId="ADAL" clId="{38FDF7CA-A37A-44C1-A812-A8007AC22127}" dt="2026-04-21T08:57:13.076" v="13293"/>
          <ac:spMkLst>
            <pc:docMk/>
            <pc:sldMk cId="3456024196" sldId="314"/>
            <ac:spMk id="35" creationId="{D6553D30-1436-A77B-BA35-3A0FA8C1563F}"/>
          </ac:spMkLst>
        </pc:spChg>
        <pc:spChg chg="mod">
          <ac:chgData name="Lucie Fontaine" userId="2c6b0298-177f-4237-a83e-8637e19304d5" providerId="ADAL" clId="{38FDF7CA-A37A-44C1-A812-A8007AC22127}" dt="2026-04-23T08:00:52.204" v="18511"/>
          <ac:spMkLst>
            <pc:docMk/>
            <pc:sldMk cId="3456024196" sldId="314"/>
            <ac:spMk id="40" creationId="{8AAA88CB-87ED-A3EE-69B8-918F5787FB32}"/>
          </ac:spMkLst>
        </pc:spChg>
        <pc:spChg chg="mod">
          <ac:chgData name="Lucie Fontaine" userId="2c6b0298-177f-4237-a83e-8637e19304d5" providerId="ADAL" clId="{38FDF7CA-A37A-44C1-A812-A8007AC22127}" dt="2026-04-23T08:00:52.204" v="18511"/>
          <ac:spMkLst>
            <pc:docMk/>
            <pc:sldMk cId="3456024196" sldId="314"/>
            <ac:spMk id="46" creationId="{F2470DDB-9A01-D756-8544-2D5B2AB8618C}"/>
          </ac:spMkLst>
        </pc:spChg>
        <pc:spChg chg="mod">
          <ac:chgData name="Lucie Fontaine" userId="2c6b0298-177f-4237-a83e-8637e19304d5" providerId="ADAL" clId="{38FDF7CA-A37A-44C1-A812-A8007AC22127}" dt="2026-04-23T08:00:52.204" v="18511"/>
          <ac:spMkLst>
            <pc:docMk/>
            <pc:sldMk cId="3456024196" sldId="314"/>
            <ac:spMk id="53" creationId="{0EEC331A-1585-077A-9C8A-C78C2CC48AF1}"/>
          </ac:spMkLst>
        </pc:spChg>
        <pc:spChg chg="mod">
          <ac:chgData name="Lucie Fontaine" userId="2c6b0298-177f-4237-a83e-8637e19304d5" providerId="ADAL" clId="{38FDF7CA-A37A-44C1-A812-A8007AC22127}" dt="2026-04-23T08:00:52.204" v="18511"/>
          <ac:spMkLst>
            <pc:docMk/>
            <pc:sldMk cId="3456024196" sldId="314"/>
            <ac:spMk id="54" creationId="{C4EEDA3B-6768-9898-F47B-1603E9E028AF}"/>
          </ac:spMkLst>
        </pc:spChg>
        <pc:spChg chg="mod">
          <ac:chgData name="Lucie Fontaine" userId="2c6b0298-177f-4237-a83e-8637e19304d5" providerId="ADAL" clId="{38FDF7CA-A37A-44C1-A812-A8007AC22127}" dt="2026-04-23T08:00:52.204" v="18511"/>
          <ac:spMkLst>
            <pc:docMk/>
            <pc:sldMk cId="3456024196" sldId="314"/>
            <ac:spMk id="55" creationId="{1B970160-4B97-5967-260A-4FFFF9370110}"/>
          </ac:spMkLst>
        </pc:spChg>
        <pc:spChg chg="mod">
          <ac:chgData name="Lucie Fontaine" userId="2c6b0298-177f-4237-a83e-8637e19304d5" providerId="ADAL" clId="{38FDF7CA-A37A-44C1-A812-A8007AC22127}" dt="2026-04-23T08:00:52.204" v="18511"/>
          <ac:spMkLst>
            <pc:docMk/>
            <pc:sldMk cId="3456024196" sldId="314"/>
            <ac:spMk id="56" creationId="{B798CDC6-0110-457F-20AF-7F949010AD75}"/>
          </ac:spMkLst>
        </pc:spChg>
        <pc:spChg chg="mod">
          <ac:chgData name="Lucie Fontaine" userId="2c6b0298-177f-4237-a83e-8637e19304d5" providerId="ADAL" clId="{38FDF7CA-A37A-44C1-A812-A8007AC22127}" dt="2026-04-23T08:00:52.204" v="18511"/>
          <ac:spMkLst>
            <pc:docMk/>
            <pc:sldMk cId="3456024196" sldId="314"/>
            <ac:spMk id="57" creationId="{E791FA78-A4AC-C079-6EC3-94A8A8AEF1D1}"/>
          </ac:spMkLst>
        </pc:spChg>
        <pc:spChg chg="mod">
          <ac:chgData name="Lucie Fontaine" userId="2c6b0298-177f-4237-a83e-8637e19304d5" providerId="ADAL" clId="{38FDF7CA-A37A-44C1-A812-A8007AC22127}" dt="2026-04-23T08:00:52.204" v="18511"/>
          <ac:spMkLst>
            <pc:docMk/>
            <pc:sldMk cId="3456024196" sldId="314"/>
            <ac:spMk id="58" creationId="{0F4A29CA-DA7E-8F49-8C4C-73A9B77464B4}"/>
          </ac:spMkLst>
        </pc:spChg>
        <pc:spChg chg="add mod">
          <ac:chgData name="Lucie Fontaine" userId="2c6b0298-177f-4237-a83e-8637e19304d5" providerId="ADAL" clId="{38FDF7CA-A37A-44C1-A812-A8007AC22127}" dt="2026-04-23T15:08:07.255" v="21305" actId="1582"/>
          <ac:spMkLst>
            <pc:docMk/>
            <pc:sldMk cId="3456024196" sldId="314"/>
            <ac:spMk id="75" creationId="{FD20B539-F435-161C-6CA2-22BF96386FC0}"/>
          </ac:spMkLst>
        </pc:spChg>
        <pc:spChg chg="add mod">
          <ac:chgData name="Lucie Fontaine" userId="2c6b0298-177f-4237-a83e-8637e19304d5" providerId="ADAL" clId="{38FDF7CA-A37A-44C1-A812-A8007AC22127}" dt="2026-04-23T15:08:07.255" v="21305" actId="1582"/>
          <ac:spMkLst>
            <pc:docMk/>
            <pc:sldMk cId="3456024196" sldId="314"/>
            <ac:spMk id="76" creationId="{EB405541-891F-A494-4031-6B3903F96416}"/>
          </ac:spMkLst>
        </pc:spChg>
        <pc:spChg chg="add mod">
          <ac:chgData name="Lucie Fontaine" userId="2c6b0298-177f-4237-a83e-8637e19304d5" providerId="ADAL" clId="{38FDF7CA-A37A-44C1-A812-A8007AC22127}" dt="2026-04-23T15:08:07.255" v="21305" actId="1582"/>
          <ac:spMkLst>
            <pc:docMk/>
            <pc:sldMk cId="3456024196" sldId="314"/>
            <ac:spMk id="77" creationId="{CDEE04A7-AF62-E20F-F013-46F4316048BB}"/>
          </ac:spMkLst>
        </pc:spChg>
        <pc:spChg chg="add mod">
          <ac:chgData name="Lucie Fontaine" userId="2c6b0298-177f-4237-a83e-8637e19304d5" providerId="ADAL" clId="{38FDF7CA-A37A-44C1-A812-A8007AC22127}" dt="2026-04-23T15:08:07.255" v="21305" actId="1582"/>
          <ac:spMkLst>
            <pc:docMk/>
            <pc:sldMk cId="3456024196" sldId="314"/>
            <ac:spMk id="78" creationId="{1AA7B6BB-E059-7A89-4D2C-4D61DB80CF3F}"/>
          </ac:spMkLst>
        </pc:spChg>
        <pc:grpChg chg="del">
          <ac:chgData name="Lucie Fontaine" userId="2c6b0298-177f-4237-a83e-8637e19304d5" providerId="ADAL" clId="{38FDF7CA-A37A-44C1-A812-A8007AC22127}" dt="2026-04-23T08:00:51.883" v="18510" actId="478"/>
          <ac:grpSpMkLst>
            <pc:docMk/>
            <pc:sldMk cId="3456024196" sldId="314"/>
            <ac:grpSpMk id="6" creationId="{3A222587-DC6F-934C-1538-E1445D111B82}"/>
          </ac:grpSpMkLst>
        </pc:grpChg>
        <pc:grpChg chg="add mod">
          <ac:chgData name="Lucie Fontaine" userId="2c6b0298-177f-4237-a83e-8637e19304d5" providerId="ADAL" clId="{38FDF7CA-A37A-44C1-A812-A8007AC22127}" dt="2026-04-23T08:00:52.204" v="18511"/>
          <ac:grpSpMkLst>
            <pc:docMk/>
            <pc:sldMk cId="3456024196" sldId="314"/>
            <ac:grpSpMk id="36" creationId="{7BD5A6E7-9044-A7AF-F3A3-F65B380B5693}"/>
          </ac:grpSpMkLst>
        </pc:grpChg>
        <pc:grpChg chg="mod">
          <ac:chgData name="Lucie Fontaine" userId="2c6b0298-177f-4237-a83e-8637e19304d5" providerId="ADAL" clId="{38FDF7CA-A37A-44C1-A812-A8007AC22127}" dt="2026-04-23T08:00:52.204" v="18511"/>
          <ac:grpSpMkLst>
            <pc:docMk/>
            <pc:sldMk cId="3456024196" sldId="314"/>
            <ac:grpSpMk id="38" creationId="{3767E16C-0EA8-D378-B965-A15AF7EEC72B}"/>
          </ac:grpSpMkLst>
        </pc:grpChg>
        <pc:grpChg chg="del">
          <ac:chgData name="Lucie Fontaine" userId="2c6b0298-177f-4237-a83e-8637e19304d5" providerId="ADAL" clId="{38FDF7CA-A37A-44C1-A812-A8007AC22127}" dt="2026-04-23T09:40:03.423" v="19499" actId="478"/>
          <ac:grpSpMkLst>
            <pc:docMk/>
            <pc:sldMk cId="3456024196" sldId="314"/>
            <ac:grpSpMk id="44" creationId="{C4335F55-2CF0-1344-C29C-A416B84F6D9C}"/>
          </ac:grpSpMkLst>
        </pc:grpChg>
        <pc:grpChg chg="mod">
          <ac:chgData name="Lucie Fontaine" userId="2c6b0298-177f-4237-a83e-8637e19304d5" providerId="ADAL" clId="{38FDF7CA-A37A-44C1-A812-A8007AC22127}" dt="2026-04-23T08:00:52.204" v="18511"/>
          <ac:grpSpMkLst>
            <pc:docMk/>
            <pc:sldMk cId="3456024196" sldId="314"/>
            <ac:grpSpMk id="48" creationId="{45239EF2-1F90-AE2F-D786-973D198BC72C}"/>
          </ac:grpSpMkLst>
        </pc:grpChg>
        <pc:grpChg chg="mod">
          <ac:chgData name="Lucie Fontaine" userId="2c6b0298-177f-4237-a83e-8637e19304d5" providerId="ADAL" clId="{38FDF7CA-A37A-44C1-A812-A8007AC22127}" dt="2026-04-23T08:00:52.204" v="18511"/>
          <ac:grpSpMkLst>
            <pc:docMk/>
            <pc:sldMk cId="3456024196" sldId="314"/>
            <ac:grpSpMk id="50" creationId="{45AF2BA6-9543-E996-E9DA-D820BAD1B9DA}"/>
          </ac:grpSpMkLst>
        </pc:grpChg>
        <pc:grpChg chg="add del mod">
          <ac:chgData name="Lucie Fontaine" userId="2c6b0298-177f-4237-a83e-8637e19304d5" providerId="ADAL" clId="{38FDF7CA-A37A-44C1-A812-A8007AC22127}" dt="2026-04-23T09:44:07.608" v="19511" actId="478"/>
          <ac:grpSpMkLst>
            <pc:docMk/>
            <pc:sldMk cId="3456024196" sldId="314"/>
            <ac:grpSpMk id="69" creationId="{61617451-6621-E09E-F082-66608A875C85}"/>
          </ac:grpSpMkLst>
        </pc:grpChg>
        <pc:grpChg chg="add mod">
          <ac:chgData name="Lucie Fontaine" userId="2c6b0298-177f-4237-a83e-8637e19304d5" providerId="ADAL" clId="{38FDF7CA-A37A-44C1-A812-A8007AC22127}" dt="2026-04-23T09:44:17.199" v="19513" actId="164"/>
          <ac:grpSpMkLst>
            <pc:docMk/>
            <pc:sldMk cId="3456024196" sldId="314"/>
            <ac:grpSpMk id="74" creationId="{14A5B38E-7DCC-E1D7-406C-13B3CAC11780}"/>
          </ac:grpSpMkLst>
        </pc:grpChg>
        <pc:picChg chg="del mod topLvl">
          <ac:chgData name="Lucie Fontaine" userId="2c6b0298-177f-4237-a83e-8637e19304d5" providerId="ADAL" clId="{38FDF7CA-A37A-44C1-A812-A8007AC22127}" dt="2026-04-23T09:44:07.608" v="19511" actId="478"/>
          <ac:picMkLst>
            <pc:docMk/>
            <pc:sldMk cId="3456024196" sldId="314"/>
            <ac:picMk id="70" creationId="{08634FA7-74DC-CA58-5E46-645D8B5A2627}"/>
          </ac:picMkLst>
        </pc:picChg>
        <pc:picChg chg="mod topLvl">
          <ac:chgData name="Lucie Fontaine" userId="2c6b0298-177f-4237-a83e-8637e19304d5" providerId="ADAL" clId="{38FDF7CA-A37A-44C1-A812-A8007AC22127}" dt="2026-04-23T09:44:17.199" v="19513" actId="164"/>
          <ac:picMkLst>
            <pc:docMk/>
            <pc:sldMk cId="3456024196" sldId="314"/>
            <ac:picMk id="71" creationId="{0363EA54-5871-CD3B-95AE-27F2EA941938}"/>
          </ac:picMkLst>
        </pc:picChg>
        <pc:picChg chg="add mod">
          <ac:chgData name="Lucie Fontaine" userId="2c6b0298-177f-4237-a83e-8637e19304d5" providerId="ADAL" clId="{38FDF7CA-A37A-44C1-A812-A8007AC22127}" dt="2026-04-23T09:44:17.199" v="19513" actId="164"/>
          <ac:picMkLst>
            <pc:docMk/>
            <pc:sldMk cId="3456024196" sldId="314"/>
            <ac:picMk id="73" creationId="{3BFEE78A-5725-B378-C6D1-93295C4CD292}"/>
          </ac:picMkLst>
        </pc:picChg>
        <pc:cxnChg chg="mod">
          <ac:chgData name="Lucie Fontaine" userId="2c6b0298-177f-4237-a83e-8637e19304d5" providerId="ADAL" clId="{38FDF7CA-A37A-44C1-A812-A8007AC22127}" dt="2026-04-23T08:00:51.883" v="18510" actId="478"/>
          <ac:cxnSpMkLst>
            <pc:docMk/>
            <pc:sldMk cId="3456024196" sldId="314"/>
            <ac:cxnSpMk id="14" creationId="{D458E919-3D24-9A04-09B7-3004DBA9DB5F}"/>
          </ac:cxnSpMkLst>
        </pc:cxnChg>
        <pc:cxnChg chg="mod">
          <ac:chgData name="Lucie Fontaine" userId="2c6b0298-177f-4237-a83e-8637e19304d5" providerId="ADAL" clId="{38FDF7CA-A37A-44C1-A812-A8007AC22127}" dt="2026-04-23T08:00:51.883" v="18510" actId="478"/>
          <ac:cxnSpMkLst>
            <pc:docMk/>
            <pc:sldMk cId="3456024196" sldId="314"/>
            <ac:cxnSpMk id="25" creationId="{C642FB62-4691-A929-2B3F-0B2D3A216445}"/>
          </ac:cxnSpMkLst>
        </pc:cxnChg>
        <pc:cxnChg chg="mod">
          <ac:chgData name="Lucie Fontaine" userId="2c6b0298-177f-4237-a83e-8637e19304d5" providerId="ADAL" clId="{38FDF7CA-A37A-44C1-A812-A8007AC22127}" dt="2026-04-23T08:00:51.883" v="18510" actId="478"/>
          <ac:cxnSpMkLst>
            <pc:docMk/>
            <pc:sldMk cId="3456024196" sldId="314"/>
            <ac:cxnSpMk id="28" creationId="{3F1F82E9-BD85-9EB5-1E8B-978067F88762}"/>
          </ac:cxnSpMkLst>
        </pc:cxnChg>
        <pc:cxnChg chg="mod">
          <ac:chgData name="Lucie Fontaine" userId="2c6b0298-177f-4237-a83e-8637e19304d5" providerId="ADAL" clId="{38FDF7CA-A37A-44C1-A812-A8007AC22127}" dt="2026-04-23T08:00:51.883" v="18510" actId="478"/>
          <ac:cxnSpMkLst>
            <pc:docMk/>
            <pc:sldMk cId="3456024196" sldId="314"/>
            <ac:cxnSpMk id="29" creationId="{3440480C-BC81-2852-2584-7513B7F6A648}"/>
          </ac:cxnSpMkLst>
        </pc:cxnChg>
        <pc:cxnChg chg="mod">
          <ac:chgData name="Lucie Fontaine" userId="2c6b0298-177f-4237-a83e-8637e19304d5" providerId="ADAL" clId="{38FDF7CA-A37A-44C1-A812-A8007AC22127}" dt="2026-04-23T08:00:51.883" v="18510" actId="478"/>
          <ac:cxnSpMkLst>
            <pc:docMk/>
            <pc:sldMk cId="3456024196" sldId="314"/>
            <ac:cxnSpMk id="30" creationId="{8BC06B0A-9EF2-0B79-9082-018B6EB8AD14}"/>
          </ac:cxnSpMkLst>
        </pc:cxnChg>
        <pc:cxnChg chg="mod">
          <ac:chgData name="Lucie Fontaine" userId="2c6b0298-177f-4237-a83e-8637e19304d5" providerId="ADAL" clId="{38FDF7CA-A37A-44C1-A812-A8007AC22127}" dt="2026-04-23T08:00:51.883" v="18510" actId="478"/>
          <ac:cxnSpMkLst>
            <pc:docMk/>
            <pc:sldMk cId="3456024196" sldId="314"/>
            <ac:cxnSpMk id="31" creationId="{CE0C1F91-E687-4D70-520A-B2C1B50D4E7D}"/>
          </ac:cxnSpMkLst>
        </pc:cxnChg>
        <pc:cxnChg chg="mod">
          <ac:chgData name="Lucie Fontaine" userId="2c6b0298-177f-4237-a83e-8637e19304d5" providerId="ADAL" clId="{38FDF7CA-A37A-44C1-A812-A8007AC22127}" dt="2026-04-23T08:00:52.204" v="18511"/>
          <ac:cxnSpMkLst>
            <pc:docMk/>
            <pc:sldMk cId="3456024196" sldId="314"/>
            <ac:cxnSpMk id="39" creationId="{E985B5F7-B2B8-CEC6-AD17-D2EF32F30C0B}"/>
          </ac:cxnSpMkLst>
        </pc:cxnChg>
        <pc:cxnChg chg="mod">
          <ac:chgData name="Lucie Fontaine" userId="2c6b0298-177f-4237-a83e-8637e19304d5" providerId="ADAL" clId="{38FDF7CA-A37A-44C1-A812-A8007AC22127}" dt="2026-04-23T08:00:52.204" v="18511"/>
          <ac:cxnSpMkLst>
            <pc:docMk/>
            <pc:sldMk cId="3456024196" sldId="314"/>
            <ac:cxnSpMk id="45" creationId="{FE0C6446-A8B1-5CD4-5C07-702F645AF3DF}"/>
          </ac:cxnSpMkLst>
        </pc:cxnChg>
        <pc:cxnChg chg="mod">
          <ac:chgData name="Lucie Fontaine" userId="2c6b0298-177f-4237-a83e-8637e19304d5" providerId="ADAL" clId="{38FDF7CA-A37A-44C1-A812-A8007AC22127}" dt="2026-04-23T08:00:52.204" v="18511"/>
          <ac:cxnSpMkLst>
            <pc:docMk/>
            <pc:sldMk cId="3456024196" sldId="314"/>
            <ac:cxnSpMk id="47" creationId="{E5324807-3E85-F445-A7D4-F21A7703FF10}"/>
          </ac:cxnSpMkLst>
        </pc:cxnChg>
        <pc:cxnChg chg="mod">
          <ac:chgData name="Lucie Fontaine" userId="2c6b0298-177f-4237-a83e-8637e19304d5" providerId="ADAL" clId="{38FDF7CA-A37A-44C1-A812-A8007AC22127}" dt="2026-04-23T08:00:52.204" v="18511"/>
          <ac:cxnSpMkLst>
            <pc:docMk/>
            <pc:sldMk cId="3456024196" sldId="314"/>
            <ac:cxnSpMk id="49" creationId="{CFF72C19-9502-8DDD-1D0A-47ADF1D291E0}"/>
          </ac:cxnSpMkLst>
        </pc:cxnChg>
        <pc:cxnChg chg="mod">
          <ac:chgData name="Lucie Fontaine" userId="2c6b0298-177f-4237-a83e-8637e19304d5" providerId="ADAL" clId="{38FDF7CA-A37A-44C1-A812-A8007AC22127}" dt="2026-04-23T08:00:52.204" v="18511"/>
          <ac:cxnSpMkLst>
            <pc:docMk/>
            <pc:sldMk cId="3456024196" sldId="314"/>
            <ac:cxnSpMk id="51" creationId="{75984809-6CF7-BCAA-6FD3-69964FD0277F}"/>
          </ac:cxnSpMkLst>
        </pc:cxnChg>
        <pc:cxnChg chg="mod">
          <ac:chgData name="Lucie Fontaine" userId="2c6b0298-177f-4237-a83e-8637e19304d5" providerId="ADAL" clId="{38FDF7CA-A37A-44C1-A812-A8007AC22127}" dt="2026-04-23T08:00:52.204" v="18511"/>
          <ac:cxnSpMkLst>
            <pc:docMk/>
            <pc:sldMk cId="3456024196" sldId="314"/>
            <ac:cxnSpMk id="52" creationId="{C4910DAD-25BD-1DB0-B263-BC339B2F69A9}"/>
          </ac:cxnSpMkLst>
        </pc:cxnChg>
        <pc:cxnChg chg="mod">
          <ac:chgData name="Lucie Fontaine" userId="2c6b0298-177f-4237-a83e-8637e19304d5" providerId="ADAL" clId="{38FDF7CA-A37A-44C1-A812-A8007AC22127}" dt="2026-04-23T08:00:52.204" v="18511"/>
          <ac:cxnSpMkLst>
            <pc:docMk/>
            <pc:sldMk cId="3456024196" sldId="314"/>
            <ac:cxnSpMk id="59" creationId="{09AFD4B5-E64E-C8E8-D97F-A7B83A9F5521}"/>
          </ac:cxnSpMkLst>
        </pc:cxnChg>
        <pc:cxnChg chg="mod">
          <ac:chgData name="Lucie Fontaine" userId="2c6b0298-177f-4237-a83e-8637e19304d5" providerId="ADAL" clId="{38FDF7CA-A37A-44C1-A812-A8007AC22127}" dt="2026-04-23T08:00:52.204" v="18511"/>
          <ac:cxnSpMkLst>
            <pc:docMk/>
            <pc:sldMk cId="3456024196" sldId="314"/>
            <ac:cxnSpMk id="60" creationId="{FDC21E26-19A3-19D2-70B0-4E7577AE63C0}"/>
          </ac:cxnSpMkLst>
        </pc:cxnChg>
        <pc:cxnChg chg="mod">
          <ac:chgData name="Lucie Fontaine" userId="2c6b0298-177f-4237-a83e-8637e19304d5" providerId="ADAL" clId="{38FDF7CA-A37A-44C1-A812-A8007AC22127}" dt="2026-04-23T08:00:52.204" v="18511"/>
          <ac:cxnSpMkLst>
            <pc:docMk/>
            <pc:sldMk cId="3456024196" sldId="314"/>
            <ac:cxnSpMk id="61" creationId="{B813E9AD-A054-9642-F058-A16B8FFAE9C6}"/>
          </ac:cxnSpMkLst>
        </pc:cxnChg>
        <pc:cxnChg chg="mod">
          <ac:chgData name="Lucie Fontaine" userId="2c6b0298-177f-4237-a83e-8637e19304d5" providerId="ADAL" clId="{38FDF7CA-A37A-44C1-A812-A8007AC22127}" dt="2026-04-23T08:00:52.204" v="18511"/>
          <ac:cxnSpMkLst>
            <pc:docMk/>
            <pc:sldMk cId="3456024196" sldId="314"/>
            <ac:cxnSpMk id="62" creationId="{80CAE8A3-6AC7-D0FD-A586-71865A0D0116}"/>
          </ac:cxnSpMkLst>
        </pc:cxnChg>
        <pc:cxnChg chg="mod">
          <ac:chgData name="Lucie Fontaine" userId="2c6b0298-177f-4237-a83e-8637e19304d5" providerId="ADAL" clId="{38FDF7CA-A37A-44C1-A812-A8007AC22127}" dt="2026-04-23T08:00:52.204" v="18511"/>
          <ac:cxnSpMkLst>
            <pc:docMk/>
            <pc:sldMk cId="3456024196" sldId="314"/>
            <ac:cxnSpMk id="63" creationId="{940C8B22-66AF-F528-A4E8-70DA2D8804E2}"/>
          </ac:cxnSpMkLst>
        </pc:cxnChg>
        <pc:cxnChg chg="mod">
          <ac:chgData name="Lucie Fontaine" userId="2c6b0298-177f-4237-a83e-8637e19304d5" providerId="ADAL" clId="{38FDF7CA-A37A-44C1-A812-A8007AC22127}" dt="2026-04-23T08:00:52.204" v="18511"/>
          <ac:cxnSpMkLst>
            <pc:docMk/>
            <pc:sldMk cId="3456024196" sldId="314"/>
            <ac:cxnSpMk id="64" creationId="{D3F5D5D8-F0F7-7B4C-F3CB-7624FEAD18B0}"/>
          </ac:cxnSpMkLst>
        </pc:cxnChg>
        <pc:cxnChg chg="mod">
          <ac:chgData name="Lucie Fontaine" userId="2c6b0298-177f-4237-a83e-8637e19304d5" providerId="ADAL" clId="{38FDF7CA-A37A-44C1-A812-A8007AC22127}" dt="2026-04-23T08:00:52.204" v="18511"/>
          <ac:cxnSpMkLst>
            <pc:docMk/>
            <pc:sldMk cId="3456024196" sldId="314"/>
            <ac:cxnSpMk id="65" creationId="{0B0E747B-1D5F-D443-7B40-E0850AF5769C}"/>
          </ac:cxnSpMkLst>
        </pc:cxnChg>
        <pc:cxnChg chg="mod">
          <ac:chgData name="Lucie Fontaine" userId="2c6b0298-177f-4237-a83e-8637e19304d5" providerId="ADAL" clId="{38FDF7CA-A37A-44C1-A812-A8007AC22127}" dt="2026-04-23T08:00:52.204" v="18511"/>
          <ac:cxnSpMkLst>
            <pc:docMk/>
            <pc:sldMk cId="3456024196" sldId="314"/>
            <ac:cxnSpMk id="66" creationId="{79B4D26A-A1D9-77D5-B52C-BC74188E14FC}"/>
          </ac:cxnSpMkLst>
        </pc:cxnChg>
        <pc:cxnChg chg="mod">
          <ac:chgData name="Lucie Fontaine" userId="2c6b0298-177f-4237-a83e-8637e19304d5" providerId="ADAL" clId="{38FDF7CA-A37A-44C1-A812-A8007AC22127}" dt="2026-04-23T08:00:52.204" v="18511"/>
          <ac:cxnSpMkLst>
            <pc:docMk/>
            <pc:sldMk cId="3456024196" sldId="314"/>
            <ac:cxnSpMk id="67" creationId="{BD762948-0F2F-6C7C-1D00-7460E5B78CE5}"/>
          </ac:cxnSpMkLst>
        </pc:cxnChg>
      </pc:sldChg>
      <pc:sldChg chg="addSp delSp modSp add mod modShow">
        <pc:chgData name="Lucie Fontaine" userId="2c6b0298-177f-4237-a83e-8637e19304d5" providerId="ADAL" clId="{38FDF7CA-A37A-44C1-A812-A8007AC22127}" dt="2026-04-24T06:47:33.694" v="21723" actId="729"/>
        <pc:sldMkLst>
          <pc:docMk/>
          <pc:sldMk cId="1888108460" sldId="315"/>
        </pc:sldMkLst>
        <pc:spChg chg="del">
          <ac:chgData name="Lucie Fontaine" userId="2c6b0298-177f-4237-a83e-8637e19304d5" providerId="ADAL" clId="{38FDF7CA-A37A-44C1-A812-A8007AC22127}" dt="2026-04-17T09:07:33.383" v="10500"/>
          <ac:spMkLst>
            <pc:docMk/>
            <pc:sldMk cId="1888108460" sldId="315"/>
            <ac:spMk id="3" creationId="{0AB02688-3252-FD6F-43AB-549D47934AB8}"/>
          </ac:spMkLst>
        </pc:spChg>
        <pc:spChg chg="mod">
          <ac:chgData name="Lucie Fontaine" userId="2c6b0298-177f-4237-a83e-8637e19304d5" providerId="ADAL" clId="{38FDF7CA-A37A-44C1-A812-A8007AC22127}" dt="2026-04-23T09:26:00.137" v="19403"/>
          <ac:spMkLst>
            <pc:docMk/>
            <pc:sldMk cId="1888108460" sldId="315"/>
            <ac:spMk id="4" creationId="{F7A62692-8502-D841-6C42-BCF58B32392F}"/>
          </ac:spMkLst>
        </pc:spChg>
        <pc:spChg chg="del">
          <ac:chgData name="Lucie Fontaine" userId="2c6b0298-177f-4237-a83e-8637e19304d5" providerId="ADAL" clId="{38FDF7CA-A37A-44C1-A812-A8007AC22127}" dt="2026-04-17T09:07:31.974" v="10499" actId="478"/>
          <ac:spMkLst>
            <pc:docMk/>
            <pc:sldMk cId="1888108460" sldId="315"/>
            <ac:spMk id="5" creationId="{FAA04A80-20D5-B5DC-20AF-53DF2EF1FBA3}"/>
          </ac:spMkLst>
        </pc:spChg>
        <pc:spChg chg="add del mod">
          <ac:chgData name="Lucie Fontaine" userId="2c6b0298-177f-4237-a83e-8637e19304d5" providerId="ADAL" clId="{38FDF7CA-A37A-44C1-A812-A8007AC22127}" dt="2026-04-23T09:47:43.138" v="19572" actId="22"/>
          <ac:spMkLst>
            <pc:docMk/>
            <pc:sldMk cId="1888108460" sldId="315"/>
            <ac:spMk id="12" creationId="{97EF7279-1B89-B145-70E2-E61F7997A345}"/>
          </ac:spMkLst>
        </pc:spChg>
        <pc:grpChg chg="add del mod">
          <ac:chgData name="Lucie Fontaine" userId="2c6b0298-177f-4237-a83e-8637e19304d5" providerId="ADAL" clId="{38FDF7CA-A37A-44C1-A812-A8007AC22127}" dt="2026-04-23T09:44:23.429" v="19514" actId="478"/>
          <ac:grpSpMkLst>
            <pc:docMk/>
            <pc:sldMk cId="1888108460" sldId="315"/>
            <ac:grpSpMk id="5" creationId="{2C0BA1EB-F39D-AC25-D007-3A8897CEA67F}"/>
          </ac:grpSpMkLst>
        </pc:grpChg>
        <pc:grpChg chg="del">
          <ac:chgData name="Lucie Fontaine" userId="2c6b0298-177f-4237-a83e-8637e19304d5" providerId="ADAL" clId="{38FDF7CA-A37A-44C1-A812-A8007AC22127}" dt="2026-04-17T09:07:30.161" v="10498" actId="478"/>
          <ac:grpSpMkLst>
            <pc:docMk/>
            <pc:sldMk cId="1888108460" sldId="315"/>
            <ac:grpSpMk id="6" creationId="{3A222587-DC6F-934C-1538-E1445D111B82}"/>
          </ac:grpSpMkLst>
        </pc:grpChg>
        <pc:grpChg chg="add mod">
          <ac:chgData name="Lucie Fontaine" userId="2c6b0298-177f-4237-a83e-8637e19304d5" providerId="ADAL" clId="{38FDF7CA-A37A-44C1-A812-A8007AC22127}" dt="2026-04-23T09:44:23.712" v="19515"/>
          <ac:grpSpMkLst>
            <pc:docMk/>
            <pc:sldMk cId="1888108460" sldId="315"/>
            <ac:grpSpMk id="8" creationId="{17169167-6D44-BB98-4D2E-4117B0248AC3}"/>
          </ac:grpSpMkLst>
        </pc:grpChg>
        <pc:grpChg chg="add del">
          <ac:chgData name="Lucie Fontaine" userId="2c6b0298-177f-4237-a83e-8637e19304d5" providerId="ADAL" clId="{38FDF7CA-A37A-44C1-A812-A8007AC22127}" dt="2026-04-23T09:40:16.125" v="19503" actId="478"/>
          <ac:grpSpMkLst>
            <pc:docMk/>
            <pc:sldMk cId="1888108460" sldId="315"/>
            <ac:grpSpMk id="44" creationId="{C4335F55-2CF0-1344-C29C-A416B84F6D9C}"/>
          </ac:grpSpMkLst>
        </pc:grpChg>
        <pc:picChg chg="mod">
          <ac:chgData name="Lucie Fontaine" userId="2c6b0298-177f-4237-a83e-8637e19304d5" providerId="ADAL" clId="{38FDF7CA-A37A-44C1-A812-A8007AC22127}" dt="2026-04-23T09:40:16.449" v="19504"/>
          <ac:picMkLst>
            <pc:docMk/>
            <pc:sldMk cId="1888108460" sldId="315"/>
            <ac:picMk id="6" creationId="{4B45C13A-8204-AC7E-655E-89D9E2419A8C}"/>
          </ac:picMkLst>
        </pc:picChg>
        <pc:picChg chg="mod">
          <ac:chgData name="Lucie Fontaine" userId="2c6b0298-177f-4237-a83e-8637e19304d5" providerId="ADAL" clId="{38FDF7CA-A37A-44C1-A812-A8007AC22127}" dt="2026-04-23T09:40:16.449" v="19504"/>
          <ac:picMkLst>
            <pc:docMk/>
            <pc:sldMk cId="1888108460" sldId="315"/>
            <ac:picMk id="7" creationId="{82EDDA31-BF97-57A5-8B93-37A852593C92}"/>
          </ac:picMkLst>
        </pc:picChg>
        <pc:picChg chg="mod">
          <ac:chgData name="Lucie Fontaine" userId="2c6b0298-177f-4237-a83e-8637e19304d5" providerId="ADAL" clId="{38FDF7CA-A37A-44C1-A812-A8007AC22127}" dt="2026-04-23T09:44:23.712" v="19515"/>
          <ac:picMkLst>
            <pc:docMk/>
            <pc:sldMk cId="1888108460" sldId="315"/>
            <ac:picMk id="9" creationId="{A2C9502B-CC31-24D3-7A68-FA528AB02F31}"/>
          </ac:picMkLst>
        </pc:picChg>
        <pc:picChg chg="mod">
          <ac:chgData name="Lucie Fontaine" userId="2c6b0298-177f-4237-a83e-8637e19304d5" providerId="ADAL" clId="{38FDF7CA-A37A-44C1-A812-A8007AC22127}" dt="2026-04-23T09:44:23.712" v="19515"/>
          <ac:picMkLst>
            <pc:docMk/>
            <pc:sldMk cId="1888108460" sldId="315"/>
            <ac:picMk id="10" creationId="{8407D2F3-5600-C7E5-360E-2662E2647BCB}"/>
          </ac:picMkLst>
        </pc:picChg>
        <pc:picChg chg="add del">
          <ac:chgData name="Lucie Fontaine" userId="2c6b0298-177f-4237-a83e-8637e19304d5" providerId="ADAL" clId="{38FDF7CA-A37A-44C1-A812-A8007AC22127}" dt="2026-04-23T09:47:42.293" v="19571" actId="22"/>
          <ac:picMkLst>
            <pc:docMk/>
            <pc:sldMk cId="1888108460" sldId="315"/>
            <ac:picMk id="14" creationId="{7B4ACCFB-5F55-EC27-9668-8F08D7E7D923}"/>
          </ac:picMkLst>
        </pc:picChg>
        <pc:picChg chg="add mod ord">
          <ac:chgData name="Lucie Fontaine" userId="2c6b0298-177f-4237-a83e-8637e19304d5" providerId="ADAL" clId="{38FDF7CA-A37A-44C1-A812-A8007AC22127}" dt="2026-04-23T09:47:43.138" v="19572" actId="22"/>
          <ac:picMkLst>
            <pc:docMk/>
            <pc:sldMk cId="1888108460" sldId="315"/>
            <ac:picMk id="16" creationId="{45D80107-B3AE-E311-0949-30D8F28B770A}"/>
          </ac:picMkLst>
        </pc:picChg>
        <pc:picChg chg="add del mod">
          <ac:chgData name="Lucie Fontaine" userId="2c6b0298-177f-4237-a83e-8637e19304d5" providerId="ADAL" clId="{38FDF7CA-A37A-44C1-A812-A8007AC22127}" dt="2026-04-23T09:47:41.058" v="19569" actId="478"/>
          <ac:picMkLst>
            <pc:docMk/>
            <pc:sldMk cId="1888108460" sldId="315"/>
            <ac:picMk id="38" creationId="{0B8B9D12-FDEA-04B4-9A9D-4B768FE8FF51}"/>
          </ac:picMkLst>
        </pc:picChg>
        <pc:cxnChg chg="mod">
          <ac:chgData name="Lucie Fontaine" userId="2c6b0298-177f-4237-a83e-8637e19304d5" providerId="ADAL" clId="{38FDF7CA-A37A-44C1-A812-A8007AC22127}" dt="2026-04-17T09:07:30.161" v="10498" actId="478"/>
          <ac:cxnSpMkLst>
            <pc:docMk/>
            <pc:sldMk cId="1888108460" sldId="315"/>
            <ac:cxnSpMk id="14" creationId="{D458E919-3D24-9A04-09B7-3004DBA9DB5F}"/>
          </ac:cxnSpMkLst>
        </pc:cxnChg>
        <pc:cxnChg chg="mod">
          <ac:chgData name="Lucie Fontaine" userId="2c6b0298-177f-4237-a83e-8637e19304d5" providerId="ADAL" clId="{38FDF7CA-A37A-44C1-A812-A8007AC22127}" dt="2026-04-17T09:07:30.161" v="10498" actId="478"/>
          <ac:cxnSpMkLst>
            <pc:docMk/>
            <pc:sldMk cId="1888108460" sldId="315"/>
            <ac:cxnSpMk id="25" creationId="{C642FB62-4691-A929-2B3F-0B2D3A216445}"/>
          </ac:cxnSpMkLst>
        </pc:cxnChg>
        <pc:cxnChg chg="mod">
          <ac:chgData name="Lucie Fontaine" userId="2c6b0298-177f-4237-a83e-8637e19304d5" providerId="ADAL" clId="{38FDF7CA-A37A-44C1-A812-A8007AC22127}" dt="2026-04-17T09:07:30.161" v="10498" actId="478"/>
          <ac:cxnSpMkLst>
            <pc:docMk/>
            <pc:sldMk cId="1888108460" sldId="315"/>
            <ac:cxnSpMk id="28" creationId="{3F1F82E9-BD85-9EB5-1E8B-978067F88762}"/>
          </ac:cxnSpMkLst>
        </pc:cxnChg>
        <pc:cxnChg chg="mod">
          <ac:chgData name="Lucie Fontaine" userId="2c6b0298-177f-4237-a83e-8637e19304d5" providerId="ADAL" clId="{38FDF7CA-A37A-44C1-A812-A8007AC22127}" dt="2026-04-17T09:07:30.161" v="10498" actId="478"/>
          <ac:cxnSpMkLst>
            <pc:docMk/>
            <pc:sldMk cId="1888108460" sldId="315"/>
            <ac:cxnSpMk id="29" creationId="{3440480C-BC81-2852-2584-7513B7F6A648}"/>
          </ac:cxnSpMkLst>
        </pc:cxnChg>
        <pc:cxnChg chg="mod">
          <ac:chgData name="Lucie Fontaine" userId="2c6b0298-177f-4237-a83e-8637e19304d5" providerId="ADAL" clId="{38FDF7CA-A37A-44C1-A812-A8007AC22127}" dt="2026-04-17T09:07:30.161" v="10498" actId="478"/>
          <ac:cxnSpMkLst>
            <pc:docMk/>
            <pc:sldMk cId="1888108460" sldId="315"/>
            <ac:cxnSpMk id="30" creationId="{8BC06B0A-9EF2-0B79-9082-018B6EB8AD14}"/>
          </ac:cxnSpMkLst>
        </pc:cxnChg>
        <pc:cxnChg chg="mod">
          <ac:chgData name="Lucie Fontaine" userId="2c6b0298-177f-4237-a83e-8637e19304d5" providerId="ADAL" clId="{38FDF7CA-A37A-44C1-A812-A8007AC22127}" dt="2026-04-17T09:07:30.161" v="10498" actId="478"/>
          <ac:cxnSpMkLst>
            <pc:docMk/>
            <pc:sldMk cId="1888108460" sldId="315"/>
            <ac:cxnSpMk id="31" creationId="{CE0C1F91-E687-4D70-520A-B2C1B50D4E7D}"/>
          </ac:cxnSpMkLst>
        </pc:cxnChg>
      </pc:sldChg>
      <pc:sldChg chg="add del ord">
        <pc:chgData name="Lucie Fontaine" userId="2c6b0298-177f-4237-a83e-8637e19304d5" providerId="ADAL" clId="{38FDF7CA-A37A-44C1-A812-A8007AC22127}" dt="2026-04-17T09:07:13.389" v="10495" actId="2696"/>
        <pc:sldMkLst>
          <pc:docMk/>
          <pc:sldMk cId="2237380302" sldId="315"/>
        </pc:sldMkLst>
      </pc:sldChg>
      <pc:sldChg chg="addSp delSp modSp add del mod modShow">
        <pc:chgData name="Lucie Fontaine" userId="2c6b0298-177f-4237-a83e-8637e19304d5" providerId="ADAL" clId="{38FDF7CA-A37A-44C1-A812-A8007AC22127}" dt="2026-04-24T07:05:56.112" v="21912" actId="2696"/>
        <pc:sldMkLst>
          <pc:docMk/>
          <pc:sldMk cId="3332141181" sldId="316"/>
        </pc:sldMkLst>
        <pc:spChg chg="mod">
          <ac:chgData name="Lucie Fontaine" userId="2c6b0298-177f-4237-a83e-8637e19304d5" providerId="ADAL" clId="{38FDF7CA-A37A-44C1-A812-A8007AC22127}" dt="2026-04-23T09:26:05.855" v="19405" actId="20577"/>
          <ac:spMkLst>
            <pc:docMk/>
            <pc:sldMk cId="3332141181" sldId="316"/>
            <ac:spMk id="4" creationId="{F7A62692-8502-D841-6C42-BCF58B32392F}"/>
          </ac:spMkLst>
        </pc:spChg>
        <pc:spChg chg="add del mod">
          <ac:chgData name="Lucie Fontaine" userId="2c6b0298-177f-4237-a83e-8637e19304d5" providerId="ADAL" clId="{38FDF7CA-A37A-44C1-A812-A8007AC22127}" dt="2026-04-17T09:11:09.001" v="10613" actId="22"/>
          <ac:spMkLst>
            <pc:docMk/>
            <pc:sldMk cId="3332141181" sldId="316"/>
            <ac:spMk id="9" creationId="{741368F7-F0D2-BBDE-33FB-CAD7F67FE37A}"/>
          </ac:spMkLst>
        </pc:spChg>
        <pc:spChg chg="add del mod">
          <ac:chgData name="Lucie Fontaine" userId="2c6b0298-177f-4237-a83e-8637e19304d5" providerId="ADAL" clId="{38FDF7CA-A37A-44C1-A812-A8007AC22127}" dt="2026-04-23T09:48:02.915" v="19574" actId="22"/>
          <ac:spMkLst>
            <pc:docMk/>
            <pc:sldMk cId="3332141181" sldId="316"/>
            <ac:spMk id="11" creationId="{422EF03C-E34F-A6B2-A000-03005AAF8C9D}"/>
          </ac:spMkLst>
        </pc:spChg>
        <pc:grpChg chg="add del mod">
          <ac:chgData name="Lucie Fontaine" userId="2c6b0298-177f-4237-a83e-8637e19304d5" providerId="ADAL" clId="{38FDF7CA-A37A-44C1-A812-A8007AC22127}" dt="2026-04-23T09:26:49.521" v="19419" actId="478"/>
          <ac:grpSpMkLst>
            <pc:docMk/>
            <pc:sldMk cId="3332141181" sldId="316"/>
            <ac:grpSpMk id="10" creationId="{2DA5C431-D603-5915-4310-83530EC72B96}"/>
          </ac:grpSpMkLst>
        </pc:grpChg>
        <pc:grpChg chg="del">
          <ac:chgData name="Lucie Fontaine" userId="2c6b0298-177f-4237-a83e-8637e19304d5" providerId="ADAL" clId="{38FDF7CA-A37A-44C1-A812-A8007AC22127}" dt="2026-04-17T09:09:04.418" v="10578" actId="478"/>
          <ac:grpSpMkLst>
            <pc:docMk/>
            <pc:sldMk cId="3332141181" sldId="316"/>
            <ac:grpSpMk id="44" creationId="{C4335F55-2CF0-1344-C29C-A416B84F6D9C}"/>
          </ac:grpSpMkLst>
        </pc:grpChg>
        <pc:picChg chg="add del mod topLvl">
          <ac:chgData name="Lucie Fontaine" userId="2c6b0298-177f-4237-a83e-8637e19304d5" providerId="ADAL" clId="{38FDF7CA-A37A-44C1-A812-A8007AC22127}" dt="2026-04-23T09:26:49.521" v="19419" actId="478"/>
          <ac:picMkLst>
            <pc:docMk/>
            <pc:sldMk cId="3332141181" sldId="316"/>
            <ac:picMk id="5" creationId="{E479FDE1-BCB5-38F5-E03E-5AD06A661672}"/>
          </ac:picMkLst>
        </pc:picChg>
        <pc:picChg chg="add mod topLvl">
          <ac:chgData name="Lucie Fontaine" userId="2c6b0298-177f-4237-a83e-8637e19304d5" providerId="ADAL" clId="{38FDF7CA-A37A-44C1-A812-A8007AC22127}" dt="2026-04-23T09:26:49.521" v="19419" actId="478"/>
          <ac:picMkLst>
            <pc:docMk/>
            <pc:sldMk cId="3332141181" sldId="316"/>
            <ac:picMk id="7" creationId="{55BB6573-9E71-BEF2-5E20-4C554B6B813A}"/>
          </ac:picMkLst>
        </pc:picChg>
        <pc:picChg chg="add mod">
          <ac:chgData name="Lucie Fontaine" userId="2c6b0298-177f-4237-a83e-8637e19304d5" providerId="ADAL" clId="{38FDF7CA-A37A-44C1-A812-A8007AC22127}" dt="2026-04-23T09:26:54.367" v="19463" actId="1036"/>
          <ac:picMkLst>
            <pc:docMk/>
            <pc:sldMk cId="3332141181" sldId="316"/>
            <ac:picMk id="8" creationId="{E01A9838-840E-2B75-4810-03D17C5EF325}"/>
          </ac:picMkLst>
        </pc:picChg>
        <pc:picChg chg="add del mod ord">
          <ac:chgData name="Lucie Fontaine" userId="2c6b0298-177f-4237-a83e-8637e19304d5" providerId="ADAL" clId="{38FDF7CA-A37A-44C1-A812-A8007AC22127}" dt="2026-04-23T09:48:01.771" v="19573" actId="478"/>
          <ac:picMkLst>
            <pc:docMk/>
            <pc:sldMk cId="3332141181" sldId="316"/>
            <ac:picMk id="12" creationId="{98EA68BA-2515-7B47-E843-F2FAB2ED1D6E}"/>
          </ac:picMkLst>
        </pc:picChg>
        <pc:picChg chg="add mod ord">
          <ac:chgData name="Lucie Fontaine" userId="2c6b0298-177f-4237-a83e-8637e19304d5" providerId="ADAL" clId="{38FDF7CA-A37A-44C1-A812-A8007AC22127}" dt="2026-04-23T09:48:02.915" v="19574" actId="22"/>
          <ac:picMkLst>
            <pc:docMk/>
            <pc:sldMk cId="3332141181" sldId="316"/>
            <ac:picMk id="14" creationId="{065CB698-2DAC-BF35-BB83-03793885C761}"/>
          </ac:picMkLst>
        </pc:picChg>
        <pc:picChg chg="del">
          <ac:chgData name="Lucie Fontaine" userId="2c6b0298-177f-4237-a83e-8637e19304d5" providerId="ADAL" clId="{38FDF7CA-A37A-44C1-A812-A8007AC22127}" dt="2026-04-17T09:10:29.989" v="10607" actId="478"/>
          <ac:picMkLst>
            <pc:docMk/>
            <pc:sldMk cId="3332141181" sldId="316"/>
            <ac:picMk id="38" creationId="{0B8B9D12-FDEA-04B4-9A9D-4B768FE8FF51}"/>
          </ac:picMkLst>
        </pc:picChg>
      </pc:sldChg>
      <pc:sldChg chg="addSp delSp modSp add del mod modShow">
        <pc:chgData name="Lucie Fontaine" userId="2c6b0298-177f-4237-a83e-8637e19304d5" providerId="ADAL" clId="{38FDF7CA-A37A-44C1-A812-A8007AC22127}" dt="2026-04-24T07:06:13.123" v="21914" actId="2696"/>
        <pc:sldMkLst>
          <pc:docMk/>
          <pc:sldMk cId="752890768" sldId="317"/>
        </pc:sldMkLst>
        <pc:spChg chg="mod">
          <ac:chgData name="Lucie Fontaine" userId="2c6b0298-177f-4237-a83e-8637e19304d5" providerId="ADAL" clId="{38FDF7CA-A37A-44C1-A812-A8007AC22127}" dt="2026-04-22T09:42:22.268" v="16074" actId="20577"/>
          <ac:spMkLst>
            <pc:docMk/>
            <pc:sldMk cId="752890768" sldId="317"/>
            <ac:spMk id="2" creationId="{36A1B1CD-9497-FCE5-D306-1649357986A7}"/>
          </ac:spMkLst>
        </pc:spChg>
        <pc:spChg chg="mod">
          <ac:chgData name="Lucie Fontaine" userId="2c6b0298-177f-4237-a83e-8637e19304d5" providerId="ADAL" clId="{38FDF7CA-A37A-44C1-A812-A8007AC22127}" dt="2026-04-22T09:34:03.421" v="15792" actId="1076"/>
          <ac:spMkLst>
            <pc:docMk/>
            <pc:sldMk cId="752890768" sldId="317"/>
            <ac:spMk id="5" creationId="{6D8B57DE-AB20-FDDB-A0F4-5B11D422F934}"/>
          </ac:spMkLst>
        </pc:spChg>
        <pc:spChg chg="del">
          <ac:chgData name="Lucie Fontaine" userId="2c6b0298-177f-4237-a83e-8637e19304d5" providerId="ADAL" clId="{38FDF7CA-A37A-44C1-A812-A8007AC22127}" dt="2026-04-21T08:58:13.077" v="13317" actId="478"/>
          <ac:spMkLst>
            <pc:docMk/>
            <pc:sldMk cId="752890768" sldId="317"/>
            <ac:spMk id="6" creationId="{CF20C6FF-0789-6358-AFE2-1CD633839745}"/>
          </ac:spMkLst>
        </pc:spChg>
        <pc:spChg chg="add mod">
          <ac:chgData name="Lucie Fontaine" userId="2c6b0298-177f-4237-a83e-8637e19304d5" providerId="ADAL" clId="{38FDF7CA-A37A-44C1-A812-A8007AC22127}" dt="2026-04-21T08:58:13.484" v="13318"/>
          <ac:spMkLst>
            <pc:docMk/>
            <pc:sldMk cId="752890768" sldId="317"/>
            <ac:spMk id="12" creationId="{F5E5C54B-6FCC-E8A3-B090-4F23A889149F}"/>
          </ac:spMkLst>
        </pc:spChg>
        <pc:spChg chg="add mod">
          <ac:chgData name="Lucie Fontaine" userId="2c6b0298-177f-4237-a83e-8637e19304d5" providerId="ADAL" clId="{38FDF7CA-A37A-44C1-A812-A8007AC22127}" dt="2026-04-17T09:42:51.797" v="11030" actId="164"/>
          <ac:spMkLst>
            <pc:docMk/>
            <pc:sldMk cId="752890768" sldId="317"/>
            <ac:spMk id="18" creationId="{601A8657-FD96-2BAB-0A6D-63FD6BDBB5ED}"/>
          </ac:spMkLst>
        </pc:spChg>
        <pc:spChg chg="add mod">
          <ac:chgData name="Lucie Fontaine" userId="2c6b0298-177f-4237-a83e-8637e19304d5" providerId="ADAL" clId="{38FDF7CA-A37A-44C1-A812-A8007AC22127}" dt="2026-04-17T09:42:51.797" v="11030" actId="164"/>
          <ac:spMkLst>
            <pc:docMk/>
            <pc:sldMk cId="752890768" sldId="317"/>
            <ac:spMk id="24" creationId="{73C4F018-E017-0356-734B-AB257F4CB57C}"/>
          </ac:spMkLst>
        </pc:spChg>
        <pc:spChg chg="add mod">
          <ac:chgData name="Lucie Fontaine" userId="2c6b0298-177f-4237-a83e-8637e19304d5" providerId="ADAL" clId="{38FDF7CA-A37A-44C1-A812-A8007AC22127}" dt="2026-04-17T09:42:51.797" v="11030" actId="164"/>
          <ac:spMkLst>
            <pc:docMk/>
            <pc:sldMk cId="752890768" sldId="317"/>
            <ac:spMk id="25" creationId="{3F7E467C-C337-7007-1D71-FF9623555257}"/>
          </ac:spMkLst>
        </pc:spChg>
        <pc:spChg chg="add mod">
          <ac:chgData name="Lucie Fontaine" userId="2c6b0298-177f-4237-a83e-8637e19304d5" providerId="ADAL" clId="{38FDF7CA-A37A-44C1-A812-A8007AC22127}" dt="2026-04-17T09:42:51.797" v="11030" actId="164"/>
          <ac:spMkLst>
            <pc:docMk/>
            <pc:sldMk cId="752890768" sldId="317"/>
            <ac:spMk id="26" creationId="{D8D7B39B-59BE-2424-A09B-9FE37271AA9B}"/>
          </ac:spMkLst>
        </pc:spChg>
        <pc:spChg chg="add mod">
          <ac:chgData name="Lucie Fontaine" userId="2c6b0298-177f-4237-a83e-8637e19304d5" providerId="ADAL" clId="{38FDF7CA-A37A-44C1-A812-A8007AC22127}" dt="2026-04-22T09:34:07.643" v="15793" actId="1076"/>
          <ac:spMkLst>
            <pc:docMk/>
            <pc:sldMk cId="752890768" sldId="317"/>
            <ac:spMk id="28" creationId="{2B47B361-FE2E-C9C9-89D4-1EC7CE822FBE}"/>
          </ac:spMkLst>
        </pc:spChg>
        <pc:grpChg chg="del mod">
          <ac:chgData name="Lucie Fontaine" userId="2c6b0298-177f-4237-a83e-8637e19304d5" providerId="ADAL" clId="{38FDF7CA-A37A-44C1-A812-A8007AC22127}" dt="2026-04-17T09:39:17.448" v="11003" actId="478"/>
          <ac:grpSpMkLst>
            <pc:docMk/>
            <pc:sldMk cId="752890768" sldId="317"/>
            <ac:grpSpMk id="23" creationId="{B8B33F69-C7B5-6911-A554-7C33A23CE183}"/>
          </ac:grpSpMkLst>
        </pc:grpChg>
        <pc:grpChg chg="add mod">
          <ac:chgData name="Lucie Fontaine" userId="2c6b0298-177f-4237-a83e-8637e19304d5" providerId="ADAL" clId="{38FDF7CA-A37A-44C1-A812-A8007AC22127}" dt="2026-04-22T09:34:07.643" v="15793" actId="1076"/>
          <ac:grpSpMkLst>
            <pc:docMk/>
            <pc:sldMk cId="752890768" sldId="317"/>
            <ac:grpSpMk id="27" creationId="{4F33EE13-674B-C174-4F75-DB9E090B17AC}"/>
          </ac:grpSpMkLst>
        </pc:grpChg>
        <pc:picChg chg="add del">
          <ac:chgData name="Lucie Fontaine" userId="2c6b0298-177f-4237-a83e-8637e19304d5" providerId="ADAL" clId="{38FDF7CA-A37A-44C1-A812-A8007AC22127}" dt="2026-04-17T09:40:36.148" v="11005" actId="478"/>
          <ac:picMkLst>
            <pc:docMk/>
            <pc:sldMk cId="752890768" sldId="317"/>
            <ac:picMk id="13" creationId="{20314C6D-B2F6-0D21-EF70-1C0153A8800C}"/>
          </ac:picMkLst>
        </pc:picChg>
        <pc:picChg chg="add mod">
          <ac:chgData name="Lucie Fontaine" userId="2c6b0298-177f-4237-a83e-8637e19304d5" providerId="ADAL" clId="{38FDF7CA-A37A-44C1-A812-A8007AC22127}" dt="2026-04-17T09:42:51.797" v="11030" actId="164"/>
          <ac:picMkLst>
            <pc:docMk/>
            <pc:sldMk cId="752890768" sldId="317"/>
            <ac:picMk id="17" creationId="{D6619A02-E399-DB0E-E2D7-E6C09ACA09A2}"/>
          </ac:picMkLst>
        </pc:picChg>
        <pc:cxnChg chg="mod">
          <ac:chgData name="Lucie Fontaine" userId="2c6b0298-177f-4237-a83e-8637e19304d5" providerId="ADAL" clId="{38FDF7CA-A37A-44C1-A812-A8007AC22127}" dt="2026-04-21T12:57:22.464" v="13926" actId="1582"/>
          <ac:cxnSpMkLst>
            <pc:docMk/>
            <pc:sldMk cId="752890768" sldId="317"/>
            <ac:cxnSpMk id="71" creationId="{BFFE29E7-6C98-6254-F675-0AD5A901FC2D}"/>
          </ac:cxnSpMkLst>
        </pc:cxnChg>
        <pc:cxnChg chg="del">
          <ac:chgData name="Lucie Fontaine" userId="2c6b0298-177f-4237-a83e-8637e19304d5" providerId="ADAL" clId="{38FDF7CA-A37A-44C1-A812-A8007AC22127}" dt="2026-04-17T09:44:02.503" v="11055" actId="478"/>
          <ac:cxnSpMkLst>
            <pc:docMk/>
            <pc:sldMk cId="752890768" sldId="317"/>
            <ac:cxnSpMk id="89" creationId="{31F15CDD-9362-8874-59AF-F5D8C9F206C5}"/>
          </ac:cxnSpMkLst>
        </pc:cxnChg>
      </pc:sldChg>
      <pc:sldChg chg="add del">
        <pc:chgData name="Lucie Fontaine" userId="2c6b0298-177f-4237-a83e-8637e19304d5" providerId="ADAL" clId="{38FDF7CA-A37A-44C1-A812-A8007AC22127}" dt="2026-04-17T09:11:24.774" v="10615" actId="2696"/>
        <pc:sldMkLst>
          <pc:docMk/>
          <pc:sldMk cId="4145163311" sldId="317"/>
        </pc:sldMkLst>
      </pc:sldChg>
      <pc:sldChg chg="addSp delSp modSp add del mod">
        <pc:chgData name="Lucie Fontaine" userId="2c6b0298-177f-4237-a83e-8637e19304d5" providerId="ADAL" clId="{38FDF7CA-A37A-44C1-A812-A8007AC22127}" dt="2026-04-17T12:31:43.300" v="11744" actId="2696"/>
        <pc:sldMkLst>
          <pc:docMk/>
          <pc:sldMk cId="1331712448" sldId="318"/>
        </pc:sldMkLst>
        <pc:spChg chg="mod">
          <ac:chgData name="Lucie Fontaine" userId="2c6b0298-177f-4237-a83e-8637e19304d5" providerId="ADAL" clId="{38FDF7CA-A37A-44C1-A812-A8007AC22127}" dt="2026-04-17T09:51:34.288" v="11441" actId="20577"/>
          <ac:spMkLst>
            <pc:docMk/>
            <pc:sldMk cId="1331712448" sldId="318"/>
            <ac:spMk id="2" creationId="{36A1B1CD-9497-FCE5-D306-1649357986A7}"/>
          </ac:spMkLst>
        </pc:spChg>
        <pc:spChg chg="mod">
          <ac:chgData name="Lucie Fontaine" userId="2c6b0298-177f-4237-a83e-8637e19304d5" providerId="ADAL" clId="{38FDF7CA-A37A-44C1-A812-A8007AC22127}" dt="2026-04-17T12:13:43.101" v="11553"/>
          <ac:spMkLst>
            <pc:docMk/>
            <pc:sldMk cId="1331712448" sldId="318"/>
            <ac:spMk id="4" creationId="{5C4FF451-34CE-575F-F52A-5A9DD6BBE107}"/>
          </ac:spMkLst>
        </pc:spChg>
        <pc:spChg chg="mod">
          <ac:chgData name="Lucie Fontaine" userId="2c6b0298-177f-4237-a83e-8637e19304d5" providerId="ADAL" clId="{38FDF7CA-A37A-44C1-A812-A8007AC22127}" dt="2026-04-17T12:20:56.340" v="11651" actId="20577"/>
          <ac:spMkLst>
            <pc:docMk/>
            <pc:sldMk cId="1331712448" sldId="318"/>
            <ac:spMk id="5" creationId="{6D8B57DE-AB20-FDDB-A0F4-5B11D422F934}"/>
          </ac:spMkLst>
        </pc:spChg>
        <pc:spChg chg="mod">
          <ac:chgData name="Lucie Fontaine" userId="2c6b0298-177f-4237-a83e-8637e19304d5" providerId="ADAL" clId="{38FDF7CA-A37A-44C1-A812-A8007AC22127}" dt="2026-04-17T09:53:04.494" v="11484" actId="1076"/>
          <ac:spMkLst>
            <pc:docMk/>
            <pc:sldMk cId="1331712448" sldId="318"/>
            <ac:spMk id="16" creationId="{F15F6634-21C0-0E6D-181C-A8659EA55575}"/>
          </ac:spMkLst>
        </pc:spChg>
        <pc:spChg chg="mod">
          <ac:chgData name="Lucie Fontaine" userId="2c6b0298-177f-4237-a83e-8637e19304d5" providerId="ADAL" clId="{38FDF7CA-A37A-44C1-A812-A8007AC22127}" dt="2026-04-17T09:53:02.161" v="11483" actId="1076"/>
          <ac:spMkLst>
            <pc:docMk/>
            <pc:sldMk cId="1331712448" sldId="318"/>
            <ac:spMk id="19" creationId="{1C65F962-7F12-9B2D-4545-8C8A15147619}"/>
          </ac:spMkLst>
        </pc:spChg>
        <pc:spChg chg="mod">
          <ac:chgData name="Lucie Fontaine" userId="2c6b0298-177f-4237-a83e-8637e19304d5" providerId="ADAL" clId="{38FDF7CA-A37A-44C1-A812-A8007AC22127}" dt="2026-04-17T09:52:59.946" v="11482" actId="1076"/>
          <ac:spMkLst>
            <pc:docMk/>
            <pc:sldMk cId="1331712448" sldId="318"/>
            <ac:spMk id="20" creationId="{49A3DC90-BBD6-03B7-18DB-4CD1C419EDE1}"/>
          </ac:spMkLst>
        </pc:spChg>
        <pc:spChg chg="del">
          <ac:chgData name="Lucie Fontaine" userId="2c6b0298-177f-4237-a83e-8637e19304d5" providerId="ADAL" clId="{38FDF7CA-A37A-44C1-A812-A8007AC22127}" dt="2026-04-17T09:45:14.857" v="11057" actId="478"/>
          <ac:spMkLst>
            <pc:docMk/>
            <pc:sldMk cId="1331712448" sldId="318"/>
            <ac:spMk id="28" creationId="{2B47B361-FE2E-C9C9-89D4-1EC7CE822FBE}"/>
          </ac:spMkLst>
        </pc:spChg>
        <pc:spChg chg="add del mod">
          <ac:chgData name="Lucie Fontaine" userId="2c6b0298-177f-4237-a83e-8637e19304d5" providerId="ADAL" clId="{38FDF7CA-A37A-44C1-A812-A8007AC22127}" dt="2026-04-17T12:14:20.442" v="11562" actId="164"/>
          <ac:spMkLst>
            <pc:docMk/>
            <pc:sldMk cId="1331712448" sldId="318"/>
            <ac:spMk id="37" creationId="{7EE3676B-FF9A-4AFB-3F59-966DF071BF4C}"/>
          </ac:spMkLst>
        </pc:spChg>
        <pc:spChg chg="add del mod">
          <ac:chgData name="Lucie Fontaine" userId="2c6b0298-177f-4237-a83e-8637e19304d5" providerId="ADAL" clId="{38FDF7CA-A37A-44C1-A812-A8007AC22127}" dt="2026-04-17T12:14:20.442" v="11562" actId="164"/>
          <ac:spMkLst>
            <pc:docMk/>
            <pc:sldMk cId="1331712448" sldId="318"/>
            <ac:spMk id="38" creationId="{8A9D0CDA-FCDE-B222-E75F-0BFCDF7DC29E}"/>
          </ac:spMkLst>
        </pc:spChg>
        <pc:spChg chg="add del mod">
          <ac:chgData name="Lucie Fontaine" userId="2c6b0298-177f-4237-a83e-8637e19304d5" providerId="ADAL" clId="{38FDF7CA-A37A-44C1-A812-A8007AC22127}" dt="2026-04-17T12:14:20.442" v="11562" actId="164"/>
          <ac:spMkLst>
            <pc:docMk/>
            <pc:sldMk cId="1331712448" sldId="318"/>
            <ac:spMk id="41" creationId="{78456148-792D-D10B-1972-2A0855FC8CB5}"/>
          </ac:spMkLst>
        </pc:spChg>
        <pc:spChg chg="add del mod">
          <ac:chgData name="Lucie Fontaine" userId="2c6b0298-177f-4237-a83e-8637e19304d5" providerId="ADAL" clId="{38FDF7CA-A37A-44C1-A812-A8007AC22127}" dt="2026-04-17T12:14:20.442" v="11562" actId="164"/>
          <ac:spMkLst>
            <pc:docMk/>
            <pc:sldMk cId="1331712448" sldId="318"/>
            <ac:spMk id="42" creationId="{9C6A6B4F-8135-A02B-B073-C3B645C277D3}"/>
          </ac:spMkLst>
        </pc:spChg>
        <pc:spChg chg="add mod">
          <ac:chgData name="Lucie Fontaine" userId="2c6b0298-177f-4237-a83e-8637e19304d5" providerId="ADAL" clId="{38FDF7CA-A37A-44C1-A812-A8007AC22127}" dt="2026-04-17T12:13:44.066" v="11555" actId="1076"/>
          <ac:spMkLst>
            <pc:docMk/>
            <pc:sldMk cId="1331712448" sldId="318"/>
            <ac:spMk id="48" creationId="{7EE3676B-FF9A-4AFB-3F59-966DF071BF4C}"/>
          </ac:spMkLst>
        </pc:spChg>
        <pc:spChg chg="add mod">
          <ac:chgData name="Lucie Fontaine" userId="2c6b0298-177f-4237-a83e-8637e19304d5" providerId="ADAL" clId="{38FDF7CA-A37A-44C1-A812-A8007AC22127}" dt="2026-04-17T12:13:44.066" v="11555" actId="1076"/>
          <ac:spMkLst>
            <pc:docMk/>
            <pc:sldMk cId="1331712448" sldId="318"/>
            <ac:spMk id="49" creationId="{8A9D0CDA-FCDE-B222-E75F-0BFCDF7DC29E}"/>
          </ac:spMkLst>
        </pc:spChg>
        <pc:spChg chg="add mod">
          <ac:chgData name="Lucie Fontaine" userId="2c6b0298-177f-4237-a83e-8637e19304d5" providerId="ADAL" clId="{38FDF7CA-A37A-44C1-A812-A8007AC22127}" dt="2026-04-17T12:13:44.066" v="11555" actId="1076"/>
          <ac:spMkLst>
            <pc:docMk/>
            <pc:sldMk cId="1331712448" sldId="318"/>
            <ac:spMk id="50" creationId="{78456148-792D-D10B-1972-2A0855FC8CB5}"/>
          </ac:spMkLst>
        </pc:spChg>
        <pc:spChg chg="add mod">
          <ac:chgData name="Lucie Fontaine" userId="2c6b0298-177f-4237-a83e-8637e19304d5" providerId="ADAL" clId="{38FDF7CA-A37A-44C1-A812-A8007AC22127}" dt="2026-04-17T12:13:44.066" v="11555" actId="1076"/>
          <ac:spMkLst>
            <pc:docMk/>
            <pc:sldMk cId="1331712448" sldId="318"/>
            <ac:spMk id="51" creationId="{9C6A6B4F-8135-A02B-B073-C3B645C277D3}"/>
          </ac:spMkLst>
        </pc:spChg>
        <pc:grpChg chg="add del mod">
          <ac:chgData name="Lucie Fontaine" userId="2c6b0298-177f-4237-a83e-8637e19304d5" providerId="ADAL" clId="{38FDF7CA-A37A-44C1-A812-A8007AC22127}" dt="2026-04-17T09:57:01.924" v="11490" actId="478"/>
          <ac:grpSpMkLst>
            <pc:docMk/>
            <pc:sldMk cId="1331712448" sldId="318"/>
            <ac:grpSpMk id="12" creationId="{F9D7B8F5-A377-B58A-7DA7-5F77FD95CDEF}"/>
          </ac:grpSpMkLst>
        </pc:grpChg>
        <pc:grpChg chg="add del">
          <ac:chgData name="Lucie Fontaine" userId="2c6b0298-177f-4237-a83e-8637e19304d5" providerId="ADAL" clId="{38FDF7CA-A37A-44C1-A812-A8007AC22127}" dt="2026-04-17T12:13:47.891" v="11557" actId="478"/>
          <ac:grpSpMkLst>
            <pc:docMk/>
            <pc:sldMk cId="1331712448" sldId="318"/>
            <ac:grpSpMk id="15" creationId="{634E3E86-58BB-2014-50DE-BCE910802E62}"/>
          </ac:grpSpMkLst>
        </pc:grpChg>
        <pc:grpChg chg="del">
          <ac:chgData name="Lucie Fontaine" userId="2c6b0298-177f-4237-a83e-8637e19304d5" providerId="ADAL" clId="{38FDF7CA-A37A-44C1-A812-A8007AC22127}" dt="2026-04-17T09:45:14.857" v="11057" actId="478"/>
          <ac:grpSpMkLst>
            <pc:docMk/>
            <pc:sldMk cId="1331712448" sldId="318"/>
            <ac:grpSpMk id="27" creationId="{4F33EE13-674B-C174-4F75-DB9E090B17AC}"/>
          </ac:grpSpMkLst>
        </pc:grpChg>
        <pc:grpChg chg="add mod">
          <ac:chgData name="Lucie Fontaine" userId="2c6b0298-177f-4237-a83e-8637e19304d5" providerId="ADAL" clId="{38FDF7CA-A37A-44C1-A812-A8007AC22127}" dt="2026-04-17T12:14:23.898" v="11563" actId="1076"/>
          <ac:grpSpMkLst>
            <pc:docMk/>
            <pc:sldMk cId="1331712448" sldId="318"/>
            <ac:grpSpMk id="52" creationId="{376707F5-DCCD-CCBE-3FFA-63D7601BE2BD}"/>
          </ac:grpSpMkLst>
        </pc:grpChg>
        <pc:picChg chg="mod">
          <ac:chgData name="Lucie Fontaine" userId="2c6b0298-177f-4237-a83e-8637e19304d5" providerId="ADAL" clId="{38FDF7CA-A37A-44C1-A812-A8007AC22127}" dt="2026-04-17T09:52:33.665" v="11446" actId="1076"/>
          <ac:picMkLst>
            <pc:docMk/>
            <pc:sldMk cId="1331712448" sldId="318"/>
            <ac:picMk id="13" creationId="{AB681921-3240-5A25-4DE4-CA7BDF36F30D}"/>
          </ac:picMkLst>
        </pc:picChg>
        <pc:picChg chg="add del mod">
          <ac:chgData name="Lucie Fontaine" userId="2c6b0298-177f-4237-a83e-8637e19304d5" providerId="ADAL" clId="{38FDF7CA-A37A-44C1-A812-A8007AC22127}" dt="2026-04-17T12:14:20.442" v="11562" actId="164"/>
          <ac:picMkLst>
            <pc:docMk/>
            <pc:sldMk cId="1331712448" sldId="318"/>
            <ac:picMk id="22" creationId="{E7D59A47-8645-3C52-2033-19D847DB4CA3}"/>
          </ac:picMkLst>
        </pc:picChg>
        <pc:picChg chg="add del mod modCrop">
          <ac:chgData name="Lucie Fontaine" userId="2c6b0298-177f-4237-a83e-8637e19304d5" providerId="ADAL" clId="{38FDF7CA-A37A-44C1-A812-A8007AC22127}" dt="2026-04-17T12:14:20.442" v="11562" actId="164"/>
          <ac:picMkLst>
            <pc:docMk/>
            <pc:sldMk cId="1331712448" sldId="318"/>
            <ac:picMk id="29" creationId="{6C8972AA-007D-14CB-5D6A-72948210FD6E}"/>
          </ac:picMkLst>
        </pc:picChg>
        <pc:picChg chg="add del mod">
          <ac:chgData name="Lucie Fontaine" userId="2c6b0298-177f-4237-a83e-8637e19304d5" providerId="ADAL" clId="{38FDF7CA-A37A-44C1-A812-A8007AC22127}" dt="2026-04-17T12:14:20.442" v="11562" actId="164"/>
          <ac:picMkLst>
            <pc:docMk/>
            <pc:sldMk cId="1331712448" sldId="318"/>
            <ac:picMk id="32" creationId="{CCCD01A2-C25B-6C2E-C9A4-7925E5833A12}"/>
          </ac:picMkLst>
        </pc:picChg>
        <pc:picChg chg="add mod">
          <ac:chgData name="Lucie Fontaine" userId="2c6b0298-177f-4237-a83e-8637e19304d5" providerId="ADAL" clId="{38FDF7CA-A37A-44C1-A812-A8007AC22127}" dt="2026-04-17T12:13:44.066" v="11555" actId="1076"/>
          <ac:picMkLst>
            <pc:docMk/>
            <pc:sldMk cId="1331712448" sldId="318"/>
            <ac:picMk id="43" creationId="{E7D59A47-8645-3C52-2033-19D847DB4CA3}"/>
          </ac:picMkLst>
        </pc:picChg>
        <pc:picChg chg="add mod">
          <ac:chgData name="Lucie Fontaine" userId="2c6b0298-177f-4237-a83e-8637e19304d5" providerId="ADAL" clId="{38FDF7CA-A37A-44C1-A812-A8007AC22127}" dt="2026-04-17T12:13:44.066" v="11555" actId="1076"/>
          <ac:picMkLst>
            <pc:docMk/>
            <pc:sldMk cId="1331712448" sldId="318"/>
            <ac:picMk id="44" creationId="{6C8972AA-007D-14CB-5D6A-72948210FD6E}"/>
          </ac:picMkLst>
        </pc:picChg>
        <pc:picChg chg="add mod">
          <ac:chgData name="Lucie Fontaine" userId="2c6b0298-177f-4237-a83e-8637e19304d5" providerId="ADAL" clId="{38FDF7CA-A37A-44C1-A812-A8007AC22127}" dt="2026-04-17T12:13:44.066" v="11555" actId="1076"/>
          <ac:picMkLst>
            <pc:docMk/>
            <pc:sldMk cId="1331712448" sldId="318"/>
            <ac:picMk id="46" creationId="{CCCD01A2-C25B-6C2E-C9A4-7925E5833A12}"/>
          </ac:picMkLst>
        </pc:picChg>
        <pc:cxnChg chg="add del mod">
          <ac:chgData name="Lucie Fontaine" userId="2c6b0298-177f-4237-a83e-8637e19304d5" providerId="ADAL" clId="{38FDF7CA-A37A-44C1-A812-A8007AC22127}" dt="2026-04-17T12:14:20.442" v="11562" actId="164"/>
          <ac:cxnSpMkLst>
            <pc:docMk/>
            <pc:sldMk cId="1331712448" sldId="318"/>
            <ac:cxnSpMk id="31" creationId="{893BA469-B6E1-54DB-6F6B-AF9A1B782E82}"/>
          </ac:cxnSpMkLst>
        </pc:cxnChg>
        <pc:cxnChg chg="add del mod">
          <ac:chgData name="Lucie Fontaine" userId="2c6b0298-177f-4237-a83e-8637e19304d5" providerId="ADAL" clId="{38FDF7CA-A37A-44C1-A812-A8007AC22127}" dt="2026-04-17T12:14:20.442" v="11562" actId="164"/>
          <ac:cxnSpMkLst>
            <pc:docMk/>
            <pc:sldMk cId="1331712448" sldId="318"/>
            <ac:cxnSpMk id="34" creationId="{92FF527B-A82B-10DD-DA0B-C2D4223B1DBC}"/>
          </ac:cxnSpMkLst>
        </pc:cxnChg>
        <pc:cxnChg chg="add mod">
          <ac:chgData name="Lucie Fontaine" userId="2c6b0298-177f-4237-a83e-8637e19304d5" providerId="ADAL" clId="{38FDF7CA-A37A-44C1-A812-A8007AC22127}" dt="2026-04-17T12:13:44.066" v="11555" actId="1076"/>
          <ac:cxnSpMkLst>
            <pc:docMk/>
            <pc:sldMk cId="1331712448" sldId="318"/>
            <ac:cxnSpMk id="45" creationId="{893BA469-B6E1-54DB-6F6B-AF9A1B782E82}"/>
          </ac:cxnSpMkLst>
        </pc:cxnChg>
        <pc:cxnChg chg="add mod">
          <ac:chgData name="Lucie Fontaine" userId="2c6b0298-177f-4237-a83e-8637e19304d5" providerId="ADAL" clId="{38FDF7CA-A37A-44C1-A812-A8007AC22127}" dt="2026-04-17T12:13:44.066" v="11555" actId="1076"/>
          <ac:cxnSpMkLst>
            <pc:docMk/>
            <pc:sldMk cId="1331712448" sldId="318"/>
            <ac:cxnSpMk id="47" creationId="{92FF527B-A82B-10DD-DA0B-C2D4223B1DBC}"/>
          </ac:cxnSpMkLst>
        </pc:cxnChg>
        <pc:cxnChg chg="mod">
          <ac:chgData name="Lucie Fontaine" userId="2c6b0298-177f-4237-a83e-8637e19304d5" providerId="ADAL" clId="{38FDF7CA-A37A-44C1-A812-A8007AC22127}" dt="2026-04-17T12:13:47.891" v="11557" actId="478"/>
          <ac:cxnSpMkLst>
            <pc:docMk/>
            <pc:sldMk cId="1331712448" sldId="318"/>
            <ac:cxnSpMk id="71" creationId="{BFFE29E7-6C98-6254-F675-0AD5A901FC2D}"/>
          </ac:cxnSpMkLst>
        </pc:cxnChg>
        <pc:cxnChg chg="mod">
          <ac:chgData name="Lucie Fontaine" userId="2c6b0298-177f-4237-a83e-8637e19304d5" providerId="ADAL" clId="{38FDF7CA-A37A-44C1-A812-A8007AC22127}" dt="2026-04-17T12:13:47.891" v="11557" actId="478"/>
          <ac:cxnSpMkLst>
            <pc:docMk/>
            <pc:sldMk cId="1331712448" sldId="318"/>
            <ac:cxnSpMk id="82" creationId="{4B091118-522E-FD1D-984F-E599BABA97CB}"/>
          </ac:cxnSpMkLst>
        </pc:cxnChg>
        <pc:cxnChg chg="mod">
          <ac:chgData name="Lucie Fontaine" userId="2c6b0298-177f-4237-a83e-8637e19304d5" providerId="ADAL" clId="{38FDF7CA-A37A-44C1-A812-A8007AC22127}" dt="2026-04-17T12:13:47.891" v="11557" actId="478"/>
          <ac:cxnSpMkLst>
            <pc:docMk/>
            <pc:sldMk cId="1331712448" sldId="318"/>
            <ac:cxnSpMk id="85" creationId="{E8003B4D-25DC-2C78-4DD3-38D2A34C6D7D}"/>
          </ac:cxnSpMkLst>
        </pc:cxnChg>
        <pc:cxnChg chg="mod">
          <ac:chgData name="Lucie Fontaine" userId="2c6b0298-177f-4237-a83e-8637e19304d5" providerId="ADAL" clId="{38FDF7CA-A37A-44C1-A812-A8007AC22127}" dt="2026-04-17T12:13:47.891" v="11557" actId="478"/>
          <ac:cxnSpMkLst>
            <pc:docMk/>
            <pc:sldMk cId="1331712448" sldId="318"/>
            <ac:cxnSpMk id="86" creationId="{7EE6A3C8-B8F3-F4BC-2846-7E7EFACA57DD}"/>
          </ac:cxnSpMkLst>
        </pc:cxnChg>
        <pc:cxnChg chg="mod">
          <ac:chgData name="Lucie Fontaine" userId="2c6b0298-177f-4237-a83e-8637e19304d5" providerId="ADAL" clId="{38FDF7CA-A37A-44C1-A812-A8007AC22127}" dt="2026-04-17T12:13:47.891" v="11557" actId="478"/>
          <ac:cxnSpMkLst>
            <pc:docMk/>
            <pc:sldMk cId="1331712448" sldId="318"/>
            <ac:cxnSpMk id="87" creationId="{0B43FE13-3C58-A94B-50E8-7CE91EFBEA28}"/>
          </ac:cxnSpMkLst>
        </pc:cxnChg>
        <pc:cxnChg chg="mod">
          <ac:chgData name="Lucie Fontaine" userId="2c6b0298-177f-4237-a83e-8637e19304d5" providerId="ADAL" clId="{38FDF7CA-A37A-44C1-A812-A8007AC22127}" dt="2026-04-17T12:13:47.891" v="11557" actId="478"/>
          <ac:cxnSpMkLst>
            <pc:docMk/>
            <pc:sldMk cId="1331712448" sldId="318"/>
            <ac:cxnSpMk id="88" creationId="{5DF02A83-80C1-9EC7-9639-5045EB153D28}"/>
          </ac:cxnSpMkLst>
        </pc:cxnChg>
      </pc:sldChg>
      <pc:sldChg chg="addSp delSp add del mod ord modShow">
        <pc:chgData name="Lucie Fontaine" userId="2c6b0298-177f-4237-a83e-8637e19304d5" providerId="ADAL" clId="{38FDF7CA-A37A-44C1-A812-A8007AC22127}" dt="2026-04-22T09:43:59.521" v="16152" actId="2696"/>
        <pc:sldMkLst>
          <pc:docMk/>
          <pc:sldMk cId="1449302918" sldId="319"/>
        </pc:sldMkLst>
        <pc:picChg chg="add del">
          <ac:chgData name="Lucie Fontaine" userId="2c6b0298-177f-4237-a83e-8637e19304d5" providerId="ADAL" clId="{38FDF7CA-A37A-44C1-A812-A8007AC22127}" dt="2026-04-20T14:21:35.894" v="12256" actId="22"/>
          <ac:picMkLst>
            <pc:docMk/>
            <pc:sldMk cId="1449302918" sldId="319"/>
            <ac:picMk id="13" creationId="{54F9FE68-7782-5212-0E3C-45DD986467D1}"/>
          </ac:picMkLst>
        </pc:picChg>
      </pc:sldChg>
      <pc:sldChg chg="addSp delSp modSp add mod ord modShow">
        <pc:chgData name="Lucie Fontaine" userId="2c6b0298-177f-4237-a83e-8637e19304d5" providerId="ADAL" clId="{38FDF7CA-A37A-44C1-A812-A8007AC22127}" dt="2026-04-23T09:53:14.794" v="19638" actId="1037"/>
        <pc:sldMkLst>
          <pc:docMk/>
          <pc:sldMk cId="42772985" sldId="320"/>
        </pc:sldMkLst>
        <pc:spChg chg="mod">
          <ac:chgData name="Lucie Fontaine" userId="2c6b0298-177f-4237-a83e-8637e19304d5" providerId="ADAL" clId="{38FDF7CA-A37A-44C1-A812-A8007AC22127}" dt="2026-04-17T14:36:28.694" v="11789" actId="20577"/>
          <ac:spMkLst>
            <pc:docMk/>
            <pc:sldMk cId="42772985" sldId="320"/>
            <ac:spMk id="2" creationId="{36A1B1CD-9497-FCE5-D306-1649357986A7}"/>
          </ac:spMkLst>
        </pc:spChg>
        <pc:spChg chg="add del mod">
          <ac:chgData name="Lucie Fontaine" userId="2c6b0298-177f-4237-a83e-8637e19304d5" providerId="ADAL" clId="{38FDF7CA-A37A-44C1-A812-A8007AC22127}" dt="2026-04-22T09:13:24.680" v="15632" actId="164"/>
          <ac:spMkLst>
            <pc:docMk/>
            <pc:sldMk cId="42772985" sldId="320"/>
            <ac:spMk id="3" creationId="{86A1415F-4D0E-BBB1-5969-5EA7BE4542CB}"/>
          </ac:spMkLst>
        </pc:spChg>
        <pc:spChg chg="mod">
          <ac:chgData name="Lucie Fontaine" userId="2c6b0298-177f-4237-a83e-8637e19304d5" providerId="ADAL" clId="{38FDF7CA-A37A-44C1-A812-A8007AC22127}" dt="2026-04-22T09:11:19.364" v="15527"/>
          <ac:spMkLst>
            <pc:docMk/>
            <pc:sldMk cId="42772985" sldId="320"/>
            <ac:spMk id="4" creationId="{5C4FF451-34CE-575F-F52A-5A9DD6BBE107}"/>
          </ac:spMkLst>
        </pc:spChg>
        <pc:spChg chg="mod">
          <ac:chgData name="Lucie Fontaine" userId="2c6b0298-177f-4237-a83e-8637e19304d5" providerId="ADAL" clId="{38FDF7CA-A37A-44C1-A812-A8007AC22127}" dt="2026-04-23T06:57:58.808" v="17944" actId="20577"/>
          <ac:spMkLst>
            <pc:docMk/>
            <pc:sldMk cId="42772985" sldId="320"/>
            <ac:spMk id="5" creationId="{6D8B57DE-AB20-FDDB-A0F4-5B11D422F934}"/>
          </ac:spMkLst>
        </pc:spChg>
        <pc:spChg chg="add del mod">
          <ac:chgData name="Lucie Fontaine" userId="2c6b0298-177f-4237-a83e-8637e19304d5" providerId="ADAL" clId="{38FDF7CA-A37A-44C1-A812-A8007AC22127}" dt="2026-04-17T12:19:48.992" v="11607" actId="478"/>
          <ac:spMkLst>
            <pc:docMk/>
            <pc:sldMk cId="42772985" sldId="320"/>
            <ac:spMk id="18" creationId="{20061BCA-3874-54AE-B107-6DAD44615B57}"/>
          </ac:spMkLst>
        </pc:spChg>
        <pc:spChg chg="add del mod">
          <ac:chgData name="Lucie Fontaine" userId="2c6b0298-177f-4237-a83e-8637e19304d5" providerId="ADAL" clId="{38FDF7CA-A37A-44C1-A812-A8007AC22127}" dt="2026-04-22T09:11:19.965" v="15529"/>
          <ac:spMkLst>
            <pc:docMk/>
            <pc:sldMk cId="42772985" sldId="320"/>
            <ac:spMk id="18" creationId="{CE11B4FC-6807-C279-2E3A-85AD71DAA118}"/>
          </ac:spMkLst>
        </pc:spChg>
        <pc:spChg chg="add mod">
          <ac:chgData name="Lucie Fontaine" userId="2c6b0298-177f-4237-a83e-8637e19304d5" providerId="ADAL" clId="{38FDF7CA-A37A-44C1-A812-A8007AC22127}" dt="2026-04-17T14:50:11.020" v="12018" actId="164"/>
          <ac:spMkLst>
            <pc:docMk/>
            <pc:sldMk cId="42772985" sldId="320"/>
            <ac:spMk id="19" creationId="{582E1D60-CB05-CCD0-8AC7-D5DE95744FD2}"/>
          </ac:spMkLst>
        </pc:spChg>
        <pc:spChg chg="add mod">
          <ac:chgData name="Lucie Fontaine" userId="2c6b0298-177f-4237-a83e-8637e19304d5" providerId="ADAL" clId="{38FDF7CA-A37A-44C1-A812-A8007AC22127}" dt="2026-04-22T09:13:24.680" v="15632" actId="164"/>
          <ac:spMkLst>
            <pc:docMk/>
            <pc:sldMk cId="42772985" sldId="320"/>
            <ac:spMk id="20" creationId="{08275191-91C9-0711-B1F4-BF6290C822E4}"/>
          </ac:spMkLst>
        </pc:spChg>
        <pc:spChg chg="mod">
          <ac:chgData name="Lucie Fontaine" userId="2c6b0298-177f-4237-a83e-8637e19304d5" providerId="ADAL" clId="{38FDF7CA-A37A-44C1-A812-A8007AC22127}" dt="2026-04-22T09:10:47.976" v="15517"/>
          <ac:spMkLst>
            <pc:docMk/>
            <pc:sldMk cId="42772985" sldId="320"/>
            <ac:spMk id="30" creationId="{FD32BECA-7B26-BD1B-F932-CDAD4EFED081}"/>
          </ac:spMkLst>
        </pc:spChg>
        <pc:spChg chg="mod">
          <ac:chgData name="Lucie Fontaine" userId="2c6b0298-177f-4237-a83e-8637e19304d5" providerId="ADAL" clId="{38FDF7CA-A37A-44C1-A812-A8007AC22127}" dt="2026-04-22T09:10:47.976" v="15517"/>
          <ac:spMkLst>
            <pc:docMk/>
            <pc:sldMk cId="42772985" sldId="320"/>
            <ac:spMk id="33" creationId="{81D085F8-F427-0A58-9AEA-9C54C0CEFED8}"/>
          </ac:spMkLst>
        </pc:spChg>
        <pc:spChg chg="mod">
          <ac:chgData name="Lucie Fontaine" userId="2c6b0298-177f-4237-a83e-8637e19304d5" providerId="ADAL" clId="{38FDF7CA-A37A-44C1-A812-A8007AC22127}" dt="2026-04-22T09:12:20.067" v="15616" actId="1036"/>
          <ac:spMkLst>
            <pc:docMk/>
            <pc:sldMk cId="42772985" sldId="320"/>
            <ac:spMk id="35" creationId="{A8B4B96D-52F0-D926-0C8B-C80CAA8FAA1C}"/>
          </ac:spMkLst>
        </pc:spChg>
        <pc:spChg chg="mod">
          <ac:chgData name="Lucie Fontaine" userId="2c6b0298-177f-4237-a83e-8637e19304d5" providerId="ADAL" clId="{38FDF7CA-A37A-44C1-A812-A8007AC22127}" dt="2026-04-22T09:10:47.976" v="15517"/>
          <ac:spMkLst>
            <pc:docMk/>
            <pc:sldMk cId="42772985" sldId="320"/>
            <ac:spMk id="36" creationId="{8C06C921-8070-B6D8-74A1-15D583F7DBB6}"/>
          </ac:spMkLst>
        </pc:spChg>
        <pc:spChg chg="del">
          <ac:chgData name="Lucie Fontaine" userId="2c6b0298-177f-4237-a83e-8637e19304d5" providerId="ADAL" clId="{38FDF7CA-A37A-44C1-A812-A8007AC22127}" dt="2026-04-17T14:50:24.970" v="12025" actId="478"/>
          <ac:spMkLst>
            <pc:docMk/>
            <pc:sldMk cId="42772985" sldId="320"/>
            <ac:spMk id="37" creationId="{7EE3676B-FF9A-4AFB-3F59-966DF071BF4C}"/>
          </ac:spMkLst>
        </pc:spChg>
        <pc:spChg chg="add mod">
          <ac:chgData name="Lucie Fontaine" userId="2c6b0298-177f-4237-a83e-8637e19304d5" providerId="ADAL" clId="{38FDF7CA-A37A-44C1-A812-A8007AC22127}" dt="2026-04-22T09:13:24.680" v="15632" actId="164"/>
          <ac:spMkLst>
            <pc:docMk/>
            <pc:sldMk cId="42772985" sldId="320"/>
            <ac:spMk id="38" creationId="{72B8D806-F7BA-D792-5F29-F7EAC6FEE253}"/>
          </ac:spMkLst>
        </pc:spChg>
        <pc:spChg chg="del">
          <ac:chgData name="Lucie Fontaine" userId="2c6b0298-177f-4237-a83e-8637e19304d5" providerId="ADAL" clId="{38FDF7CA-A37A-44C1-A812-A8007AC22127}" dt="2026-04-17T14:50:26.336" v="12026" actId="478"/>
          <ac:spMkLst>
            <pc:docMk/>
            <pc:sldMk cId="42772985" sldId="320"/>
            <ac:spMk id="38" creationId="{8A9D0CDA-FCDE-B222-E75F-0BFCDF7DC29E}"/>
          </ac:spMkLst>
        </pc:spChg>
        <pc:spChg chg="del">
          <ac:chgData name="Lucie Fontaine" userId="2c6b0298-177f-4237-a83e-8637e19304d5" providerId="ADAL" clId="{38FDF7CA-A37A-44C1-A812-A8007AC22127}" dt="2026-04-17T14:50:29.989" v="12028" actId="478"/>
          <ac:spMkLst>
            <pc:docMk/>
            <pc:sldMk cId="42772985" sldId="320"/>
            <ac:spMk id="41" creationId="{78456148-792D-D10B-1972-2A0855FC8CB5}"/>
          </ac:spMkLst>
        </pc:spChg>
        <pc:spChg chg="del">
          <ac:chgData name="Lucie Fontaine" userId="2c6b0298-177f-4237-a83e-8637e19304d5" providerId="ADAL" clId="{38FDF7CA-A37A-44C1-A812-A8007AC22127}" dt="2026-04-17T14:50:27.769" v="12027" actId="478"/>
          <ac:spMkLst>
            <pc:docMk/>
            <pc:sldMk cId="42772985" sldId="320"/>
            <ac:spMk id="42" creationId="{9C6A6B4F-8135-A02B-B073-C3B645C277D3}"/>
          </ac:spMkLst>
        </pc:spChg>
        <pc:spChg chg="mod">
          <ac:chgData name="Lucie Fontaine" userId="2c6b0298-177f-4237-a83e-8637e19304d5" providerId="ADAL" clId="{38FDF7CA-A37A-44C1-A812-A8007AC22127}" dt="2026-04-22T09:15:16.415" v="15635"/>
          <ac:spMkLst>
            <pc:docMk/>
            <pc:sldMk cId="42772985" sldId="320"/>
            <ac:spMk id="46" creationId="{E65BF31B-B9F7-CDB1-C85F-05CC806A46AE}"/>
          </ac:spMkLst>
        </pc:spChg>
        <pc:spChg chg="del mod">
          <ac:chgData name="Lucie Fontaine" userId="2c6b0298-177f-4237-a83e-8637e19304d5" providerId="ADAL" clId="{38FDF7CA-A37A-44C1-A812-A8007AC22127}" dt="2026-04-17T14:50:19.025" v="12021" actId="478"/>
          <ac:spMkLst>
            <pc:docMk/>
            <pc:sldMk cId="42772985" sldId="320"/>
            <ac:spMk id="48" creationId="{AB6B8851-D2BF-20DA-0521-F90A16D81B61}"/>
          </ac:spMkLst>
        </pc:spChg>
        <pc:spChg chg="mod">
          <ac:chgData name="Lucie Fontaine" userId="2c6b0298-177f-4237-a83e-8637e19304d5" providerId="ADAL" clId="{38FDF7CA-A37A-44C1-A812-A8007AC22127}" dt="2026-04-22T09:15:16.415" v="15635"/>
          <ac:spMkLst>
            <pc:docMk/>
            <pc:sldMk cId="42772985" sldId="320"/>
            <ac:spMk id="48" creationId="{D47E227C-96CB-CE42-CABF-CC5EB73D72EA}"/>
          </ac:spMkLst>
        </pc:spChg>
        <pc:spChg chg="mod">
          <ac:chgData name="Lucie Fontaine" userId="2c6b0298-177f-4237-a83e-8637e19304d5" providerId="ADAL" clId="{38FDF7CA-A37A-44C1-A812-A8007AC22127}" dt="2026-04-22T09:15:16.415" v="15635"/>
          <ac:spMkLst>
            <pc:docMk/>
            <pc:sldMk cId="42772985" sldId="320"/>
            <ac:spMk id="49" creationId="{28C26B22-D93F-0C74-E21D-7B803A67BD67}"/>
          </ac:spMkLst>
        </pc:spChg>
        <pc:spChg chg="del mod">
          <ac:chgData name="Lucie Fontaine" userId="2c6b0298-177f-4237-a83e-8637e19304d5" providerId="ADAL" clId="{38FDF7CA-A37A-44C1-A812-A8007AC22127}" dt="2026-04-17T14:50:20.182" v="12022" actId="478"/>
          <ac:spMkLst>
            <pc:docMk/>
            <pc:sldMk cId="42772985" sldId="320"/>
            <ac:spMk id="49" creationId="{D9242002-E9C7-E183-8EC1-88142395BAE2}"/>
          </ac:spMkLst>
        </pc:spChg>
        <pc:spChg chg="del mod">
          <ac:chgData name="Lucie Fontaine" userId="2c6b0298-177f-4237-a83e-8637e19304d5" providerId="ADAL" clId="{38FDF7CA-A37A-44C1-A812-A8007AC22127}" dt="2026-04-17T14:50:22.772" v="12024" actId="478"/>
          <ac:spMkLst>
            <pc:docMk/>
            <pc:sldMk cId="42772985" sldId="320"/>
            <ac:spMk id="50" creationId="{E3757472-6FCC-8E91-3DFE-2308C7F90ED7}"/>
          </ac:spMkLst>
        </pc:spChg>
        <pc:spChg chg="del mod">
          <ac:chgData name="Lucie Fontaine" userId="2c6b0298-177f-4237-a83e-8637e19304d5" providerId="ADAL" clId="{38FDF7CA-A37A-44C1-A812-A8007AC22127}" dt="2026-04-17T14:50:21.584" v="12023" actId="478"/>
          <ac:spMkLst>
            <pc:docMk/>
            <pc:sldMk cId="42772985" sldId="320"/>
            <ac:spMk id="51" creationId="{87BBE249-6B00-A560-1F68-C7C554E66CCA}"/>
          </ac:spMkLst>
        </pc:spChg>
        <pc:spChg chg="add del mod topLvl">
          <ac:chgData name="Lucie Fontaine" userId="2c6b0298-177f-4237-a83e-8637e19304d5" providerId="ADAL" clId="{38FDF7CA-A37A-44C1-A812-A8007AC22127}" dt="2026-04-22T09:17:34.308" v="15657" actId="21"/>
          <ac:spMkLst>
            <pc:docMk/>
            <pc:sldMk cId="42772985" sldId="320"/>
            <ac:spMk id="53" creationId="{0D05EB47-33CE-D704-402E-BE9B715157A6}"/>
          </ac:spMkLst>
        </pc:spChg>
        <pc:spChg chg="mod">
          <ac:chgData name="Lucie Fontaine" userId="2c6b0298-177f-4237-a83e-8637e19304d5" providerId="ADAL" clId="{38FDF7CA-A37A-44C1-A812-A8007AC22127}" dt="2026-04-22T09:15:16.415" v="15635"/>
          <ac:spMkLst>
            <pc:docMk/>
            <pc:sldMk cId="42772985" sldId="320"/>
            <ac:spMk id="58" creationId="{AFA4B36C-FE88-D476-593A-A36CE63D2719}"/>
          </ac:spMkLst>
        </pc:spChg>
        <pc:spChg chg="add mod">
          <ac:chgData name="Lucie Fontaine" userId="2c6b0298-177f-4237-a83e-8637e19304d5" providerId="ADAL" clId="{38FDF7CA-A37A-44C1-A812-A8007AC22127}" dt="2026-04-22T09:28:16.111" v="15727" actId="1076"/>
          <ac:spMkLst>
            <pc:docMk/>
            <pc:sldMk cId="42772985" sldId="320"/>
            <ac:spMk id="60" creationId="{D66540F5-04D9-92CE-2816-41A1B024003F}"/>
          </ac:spMkLst>
        </pc:spChg>
        <pc:spChg chg="add mod">
          <ac:chgData name="Lucie Fontaine" userId="2c6b0298-177f-4237-a83e-8637e19304d5" providerId="ADAL" clId="{38FDF7CA-A37A-44C1-A812-A8007AC22127}" dt="2026-04-22T09:28:16.111" v="15727" actId="1076"/>
          <ac:spMkLst>
            <pc:docMk/>
            <pc:sldMk cId="42772985" sldId="320"/>
            <ac:spMk id="61" creationId="{A9999760-61A2-CF4B-52AA-E21A776212F9}"/>
          </ac:spMkLst>
        </pc:spChg>
        <pc:spChg chg="mod">
          <ac:chgData name="Lucie Fontaine" userId="2c6b0298-177f-4237-a83e-8637e19304d5" providerId="ADAL" clId="{38FDF7CA-A37A-44C1-A812-A8007AC22127}" dt="2026-04-22T09:15:16.415" v="15635"/>
          <ac:spMkLst>
            <pc:docMk/>
            <pc:sldMk cId="42772985" sldId="320"/>
            <ac:spMk id="62" creationId="{DB808005-212D-54BA-140F-66B3FD684EE4}"/>
          </ac:spMkLst>
        </pc:spChg>
        <pc:spChg chg="mod">
          <ac:chgData name="Lucie Fontaine" userId="2c6b0298-177f-4237-a83e-8637e19304d5" providerId="ADAL" clId="{38FDF7CA-A37A-44C1-A812-A8007AC22127}" dt="2026-04-22T09:15:16.415" v="15635"/>
          <ac:spMkLst>
            <pc:docMk/>
            <pc:sldMk cId="42772985" sldId="320"/>
            <ac:spMk id="63" creationId="{6804C7FB-8D78-5655-E968-173DAD61E412}"/>
          </ac:spMkLst>
        </pc:spChg>
        <pc:spChg chg="mod">
          <ac:chgData name="Lucie Fontaine" userId="2c6b0298-177f-4237-a83e-8637e19304d5" providerId="ADAL" clId="{38FDF7CA-A37A-44C1-A812-A8007AC22127}" dt="2026-04-22T09:15:16.415" v="15635"/>
          <ac:spMkLst>
            <pc:docMk/>
            <pc:sldMk cId="42772985" sldId="320"/>
            <ac:spMk id="64" creationId="{159CCD8F-BE67-7359-9565-A90DE631213D}"/>
          </ac:spMkLst>
        </pc:spChg>
        <pc:spChg chg="mod">
          <ac:chgData name="Lucie Fontaine" userId="2c6b0298-177f-4237-a83e-8637e19304d5" providerId="ADAL" clId="{38FDF7CA-A37A-44C1-A812-A8007AC22127}" dt="2026-04-22T09:17:15.620" v="15649" actId="20577"/>
          <ac:spMkLst>
            <pc:docMk/>
            <pc:sldMk cId="42772985" sldId="320"/>
            <ac:spMk id="71" creationId="{6B6125BB-EFEB-D9AD-DBB8-6681E9D7E30C}"/>
          </ac:spMkLst>
        </pc:spChg>
        <pc:spChg chg="mod">
          <ac:chgData name="Lucie Fontaine" userId="2c6b0298-177f-4237-a83e-8637e19304d5" providerId="ADAL" clId="{38FDF7CA-A37A-44C1-A812-A8007AC22127}" dt="2026-04-22T09:17:15.620" v="15649" actId="20577"/>
          <ac:spMkLst>
            <pc:docMk/>
            <pc:sldMk cId="42772985" sldId="320"/>
            <ac:spMk id="72" creationId="{08463B9F-0BB2-45D4-7D9B-B972E5F2B02F}"/>
          </ac:spMkLst>
        </pc:spChg>
        <pc:spChg chg="del mod">
          <ac:chgData name="Lucie Fontaine" userId="2c6b0298-177f-4237-a83e-8637e19304d5" providerId="ADAL" clId="{38FDF7CA-A37A-44C1-A812-A8007AC22127}" dt="2026-04-22T09:18:24.194" v="15670" actId="478"/>
          <ac:spMkLst>
            <pc:docMk/>
            <pc:sldMk cId="42772985" sldId="320"/>
            <ac:spMk id="73" creationId="{2636EB3C-B3E6-3968-D4C9-2FF3B31EFBCB}"/>
          </ac:spMkLst>
        </pc:spChg>
        <pc:spChg chg="del mod">
          <ac:chgData name="Lucie Fontaine" userId="2c6b0298-177f-4237-a83e-8637e19304d5" providerId="ADAL" clId="{38FDF7CA-A37A-44C1-A812-A8007AC22127}" dt="2026-04-22T09:17:23.964" v="15653" actId="478"/>
          <ac:spMkLst>
            <pc:docMk/>
            <pc:sldMk cId="42772985" sldId="320"/>
            <ac:spMk id="79" creationId="{BFFDE6E4-1BF9-6A34-5FEC-FB2A45B1B214}"/>
          </ac:spMkLst>
        </pc:spChg>
        <pc:spChg chg="del mod">
          <ac:chgData name="Lucie Fontaine" userId="2c6b0298-177f-4237-a83e-8637e19304d5" providerId="ADAL" clId="{38FDF7CA-A37A-44C1-A812-A8007AC22127}" dt="2026-04-22T09:17:26.941" v="15654" actId="478"/>
          <ac:spMkLst>
            <pc:docMk/>
            <pc:sldMk cId="42772985" sldId="320"/>
            <ac:spMk id="80" creationId="{1E3AF481-DC98-DBB8-1B91-C6D50BE57A1F}"/>
          </ac:spMkLst>
        </pc:spChg>
        <pc:spChg chg="del mod">
          <ac:chgData name="Lucie Fontaine" userId="2c6b0298-177f-4237-a83e-8637e19304d5" providerId="ADAL" clId="{38FDF7CA-A37A-44C1-A812-A8007AC22127}" dt="2026-04-22T09:18:24.194" v="15670" actId="478"/>
          <ac:spMkLst>
            <pc:docMk/>
            <pc:sldMk cId="42772985" sldId="320"/>
            <ac:spMk id="81" creationId="{F12B5FD0-C746-8D84-33C6-8F3DF09E1FE0}"/>
          </ac:spMkLst>
        </pc:spChg>
        <pc:spChg chg="del mod">
          <ac:chgData name="Lucie Fontaine" userId="2c6b0298-177f-4237-a83e-8637e19304d5" providerId="ADAL" clId="{38FDF7CA-A37A-44C1-A812-A8007AC22127}" dt="2026-04-22T09:18:24.194" v="15670" actId="478"/>
          <ac:spMkLst>
            <pc:docMk/>
            <pc:sldMk cId="42772985" sldId="320"/>
            <ac:spMk id="82" creationId="{92C277F0-508C-117F-AC69-C082B47D3E74}"/>
          </ac:spMkLst>
        </pc:spChg>
        <pc:spChg chg="add mod">
          <ac:chgData name="Lucie Fontaine" userId="2c6b0298-177f-4237-a83e-8637e19304d5" providerId="ADAL" clId="{38FDF7CA-A37A-44C1-A812-A8007AC22127}" dt="2026-04-22T09:28:16.111" v="15727" actId="1076"/>
          <ac:spMkLst>
            <pc:docMk/>
            <pc:sldMk cId="42772985" sldId="320"/>
            <ac:spMk id="84" creationId="{0D05EB47-33CE-D704-402E-BE9B715157A6}"/>
          </ac:spMkLst>
        </pc:spChg>
        <pc:spChg chg="mod">
          <ac:chgData name="Lucie Fontaine" userId="2c6b0298-177f-4237-a83e-8637e19304d5" providerId="ADAL" clId="{38FDF7CA-A37A-44C1-A812-A8007AC22127}" dt="2026-04-22T09:26:26.325" v="15694" actId="113"/>
          <ac:spMkLst>
            <pc:docMk/>
            <pc:sldMk cId="42772985" sldId="320"/>
            <ac:spMk id="92" creationId="{DEA761AB-4B11-53CE-C05F-604EEA00EE07}"/>
          </ac:spMkLst>
        </pc:spChg>
        <pc:spChg chg="mod">
          <ac:chgData name="Lucie Fontaine" userId="2c6b0298-177f-4237-a83e-8637e19304d5" providerId="ADAL" clId="{38FDF7CA-A37A-44C1-A812-A8007AC22127}" dt="2026-04-22T09:26:26.325" v="15694" actId="113"/>
          <ac:spMkLst>
            <pc:docMk/>
            <pc:sldMk cId="42772985" sldId="320"/>
            <ac:spMk id="93" creationId="{CEEA0643-A2D2-8C6B-9577-06D80B718F4F}"/>
          </ac:spMkLst>
        </pc:spChg>
        <pc:spChg chg="add mod">
          <ac:chgData name="Lucie Fontaine" userId="2c6b0298-177f-4237-a83e-8637e19304d5" providerId="ADAL" clId="{38FDF7CA-A37A-44C1-A812-A8007AC22127}" dt="2026-04-22T09:28:02.058" v="15726" actId="164"/>
          <ac:spMkLst>
            <pc:docMk/>
            <pc:sldMk cId="42772985" sldId="320"/>
            <ac:spMk id="102" creationId="{A8D94717-9C24-3A7B-7E93-65DD5F7B5266}"/>
          </ac:spMkLst>
        </pc:spChg>
        <pc:grpChg chg="del">
          <ac:chgData name="Lucie Fontaine" userId="2c6b0298-177f-4237-a83e-8637e19304d5" providerId="ADAL" clId="{38FDF7CA-A37A-44C1-A812-A8007AC22127}" dt="2026-04-17T12:30:55.853" v="11652" actId="478"/>
          <ac:grpSpMkLst>
            <pc:docMk/>
            <pc:sldMk cId="42772985" sldId="320"/>
            <ac:grpSpMk id="15" creationId="{634E3E86-58BB-2014-50DE-BCE910802E62}"/>
          </ac:grpSpMkLst>
        </pc:grpChg>
        <pc:grpChg chg="add mod">
          <ac:chgData name="Lucie Fontaine" userId="2c6b0298-177f-4237-a83e-8637e19304d5" providerId="ADAL" clId="{38FDF7CA-A37A-44C1-A812-A8007AC22127}" dt="2026-04-22T09:13:24.680" v="15632" actId="164"/>
          <ac:grpSpMkLst>
            <pc:docMk/>
            <pc:sldMk cId="42772985" sldId="320"/>
            <ac:grpSpMk id="23" creationId="{0C5C8928-A837-030B-F5DF-9E00F300BA6B}"/>
          </ac:grpSpMkLst>
        </pc:grpChg>
        <pc:grpChg chg="add mod">
          <ac:chgData name="Lucie Fontaine" userId="2c6b0298-177f-4237-a83e-8637e19304d5" providerId="ADAL" clId="{38FDF7CA-A37A-44C1-A812-A8007AC22127}" dt="2026-04-22T09:16:06.610" v="15644" actId="164"/>
          <ac:grpSpMkLst>
            <pc:docMk/>
            <pc:sldMk cId="42772985" sldId="320"/>
            <ac:grpSpMk id="39" creationId="{1BF136B6-8542-7572-B8E9-F55080FE8103}"/>
          </ac:grpSpMkLst>
        </pc:grpChg>
        <pc:grpChg chg="add del mod topLvl">
          <ac:chgData name="Lucie Fontaine" userId="2c6b0298-177f-4237-a83e-8637e19304d5" providerId="ADAL" clId="{38FDF7CA-A37A-44C1-A812-A8007AC22127}" dt="2026-04-22T09:27:12.930" v="15721" actId="478"/>
          <ac:grpSpMkLst>
            <pc:docMk/>
            <pc:sldMk cId="42772985" sldId="320"/>
            <ac:grpSpMk id="40" creationId="{95841B02-93E3-1273-F991-F5B575BAA7FF}"/>
          </ac:grpSpMkLst>
        </pc:grpChg>
        <pc:grpChg chg="add mod">
          <ac:chgData name="Lucie Fontaine" userId="2c6b0298-177f-4237-a83e-8637e19304d5" providerId="ADAL" clId="{38FDF7CA-A37A-44C1-A812-A8007AC22127}" dt="2026-04-22T09:15:29.772" v="15643" actId="1076"/>
          <ac:grpSpMkLst>
            <pc:docMk/>
            <pc:sldMk cId="42772985" sldId="320"/>
            <ac:grpSpMk id="41" creationId="{B1A3E706-6376-A8D6-D661-55957B4994AD}"/>
          </ac:grpSpMkLst>
        </pc:grpChg>
        <pc:grpChg chg="mod">
          <ac:chgData name="Lucie Fontaine" userId="2c6b0298-177f-4237-a83e-8637e19304d5" providerId="ADAL" clId="{38FDF7CA-A37A-44C1-A812-A8007AC22127}" dt="2026-04-22T09:15:16.415" v="15635"/>
          <ac:grpSpMkLst>
            <pc:docMk/>
            <pc:sldMk cId="42772985" sldId="320"/>
            <ac:grpSpMk id="42" creationId="{6F867B73-D605-0ED2-DA64-CA10299961FD}"/>
          </ac:grpSpMkLst>
        </pc:grpChg>
        <pc:grpChg chg="mod">
          <ac:chgData name="Lucie Fontaine" userId="2c6b0298-177f-4237-a83e-8637e19304d5" providerId="ADAL" clId="{38FDF7CA-A37A-44C1-A812-A8007AC22127}" dt="2026-04-17T14:50:11.020" v="12018" actId="164"/>
          <ac:grpSpMkLst>
            <pc:docMk/>
            <pc:sldMk cId="42772985" sldId="320"/>
            <ac:grpSpMk id="52" creationId="{376707F5-DCCD-CCBE-3FFA-63D7601BE2BD}"/>
          </ac:grpSpMkLst>
        </pc:grpChg>
        <pc:grpChg chg="add del mod">
          <ac:chgData name="Lucie Fontaine" userId="2c6b0298-177f-4237-a83e-8637e19304d5" providerId="ADAL" clId="{38FDF7CA-A37A-44C1-A812-A8007AC22127}" dt="2026-04-22T09:17:34.308" v="15657" actId="21"/>
          <ac:grpSpMkLst>
            <pc:docMk/>
            <pc:sldMk cId="42772985" sldId="320"/>
            <ac:grpSpMk id="56" creationId="{D5E7C341-CF2F-833B-9292-F24BDAB4B111}"/>
          </ac:grpSpMkLst>
        </pc:grpChg>
        <pc:grpChg chg="add del mod">
          <ac:chgData name="Lucie Fontaine" userId="2c6b0298-177f-4237-a83e-8637e19304d5" providerId="ADAL" clId="{38FDF7CA-A37A-44C1-A812-A8007AC22127}" dt="2026-04-22T09:27:13.923" v="15722" actId="478"/>
          <ac:grpSpMkLst>
            <pc:docMk/>
            <pc:sldMk cId="42772985" sldId="320"/>
            <ac:grpSpMk id="59" creationId="{DF260037-A80C-4ADF-3A02-46ED0BFF9CBA}"/>
          </ac:grpSpMkLst>
        </pc:grpChg>
        <pc:grpChg chg="add mod">
          <ac:chgData name="Lucie Fontaine" userId="2c6b0298-177f-4237-a83e-8637e19304d5" providerId="ADAL" clId="{38FDF7CA-A37A-44C1-A812-A8007AC22127}" dt="2026-04-22T09:17:08.507" v="15646" actId="1076"/>
          <ac:grpSpMkLst>
            <pc:docMk/>
            <pc:sldMk cId="42772985" sldId="320"/>
            <ac:grpSpMk id="65" creationId="{CA8EDA39-57F3-D116-F099-9B93D97F09DF}"/>
          </ac:grpSpMkLst>
        </pc:grpChg>
        <pc:grpChg chg="add mod">
          <ac:chgData name="Lucie Fontaine" userId="2c6b0298-177f-4237-a83e-8637e19304d5" providerId="ADAL" clId="{38FDF7CA-A37A-44C1-A812-A8007AC22127}" dt="2026-04-22T09:28:16.111" v="15727" actId="1076"/>
          <ac:grpSpMkLst>
            <pc:docMk/>
            <pc:sldMk cId="42772985" sldId="320"/>
            <ac:grpSpMk id="66" creationId="{FF42D9E9-A34D-874D-E121-D1A35DAD0036}"/>
          </ac:grpSpMkLst>
        </pc:grpChg>
        <pc:grpChg chg="mod">
          <ac:chgData name="Lucie Fontaine" userId="2c6b0298-177f-4237-a83e-8637e19304d5" providerId="ADAL" clId="{38FDF7CA-A37A-44C1-A812-A8007AC22127}" dt="2026-04-22T09:17:15.620" v="15649" actId="20577"/>
          <ac:grpSpMkLst>
            <pc:docMk/>
            <pc:sldMk cId="42772985" sldId="320"/>
            <ac:grpSpMk id="69" creationId="{863C7B00-349B-808D-0B4E-7DD75BEF5977}"/>
          </ac:grpSpMkLst>
        </pc:grpChg>
        <pc:grpChg chg="mod">
          <ac:chgData name="Lucie Fontaine" userId="2c6b0298-177f-4237-a83e-8637e19304d5" providerId="ADAL" clId="{38FDF7CA-A37A-44C1-A812-A8007AC22127}" dt="2026-04-22T09:17:15.620" v="15649" actId="20577"/>
          <ac:grpSpMkLst>
            <pc:docMk/>
            <pc:sldMk cId="42772985" sldId="320"/>
            <ac:grpSpMk id="70" creationId="{CB4F90C5-7CE0-4326-AE60-F4D9679FAD8E}"/>
          </ac:grpSpMkLst>
        </pc:grpChg>
        <pc:grpChg chg="add mod">
          <ac:chgData name="Lucie Fontaine" userId="2c6b0298-177f-4237-a83e-8637e19304d5" providerId="ADAL" clId="{38FDF7CA-A37A-44C1-A812-A8007AC22127}" dt="2026-04-22T09:28:02.058" v="15726" actId="164"/>
          <ac:grpSpMkLst>
            <pc:docMk/>
            <pc:sldMk cId="42772985" sldId="320"/>
            <ac:grpSpMk id="87" creationId="{C3826A4D-BAFE-01D4-ED3F-E839611CD1DE}"/>
          </ac:grpSpMkLst>
        </pc:grpChg>
        <pc:grpChg chg="mod">
          <ac:chgData name="Lucie Fontaine" userId="2c6b0298-177f-4237-a83e-8637e19304d5" providerId="ADAL" clId="{38FDF7CA-A37A-44C1-A812-A8007AC22127}" dt="2026-04-22T09:26:26.325" v="15694" actId="113"/>
          <ac:grpSpMkLst>
            <pc:docMk/>
            <pc:sldMk cId="42772985" sldId="320"/>
            <ac:grpSpMk id="90" creationId="{611062CF-BBF3-63AF-6FC5-2F6353E6DD75}"/>
          </ac:grpSpMkLst>
        </pc:grpChg>
        <pc:grpChg chg="mod">
          <ac:chgData name="Lucie Fontaine" userId="2c6b0298-177f-4237-a83e-8637e19304d5" providerId="ADAL" clId="{38FDF7CA-A37A-44C1-A812-A8007AC22127}" dt="2026-04-22T09:26:26.325" v="15694" actId="113"/>
          <ac:grpSpMkLst>
            <pc:docMk/>
            <pc:sldMk cId="42772985" sldId="320"/>
            <ac:grpSpMk id="91" creationId="{E6022734-C991-5BF7-2AB2-9C25293C805C}"/>
          </ac:grpSpMkLst>
        </pc:grpChg>
        <pc:grpChg chg="add mod">
          <ac:chgData name="Lucie Fontaine" userId="2c6b0298-177f-4237-a83e-8637e19304d5" providerId="ADAL" clId="{38FDF7CA-A37A-44C1-A812-A8007AC22127}" dt="2026-04-22T09:28:16.111" v="15727" actId="1076"/>
          <ac:grpSpMkLst>
            <pc:docMk/>
            <pc:sldMk cId="42772985" sldId="320"/>
            <ac:grpSpMk id="106" creationId="{7C7C53EF-9526-0813-04C2-C13A126F459E}"/>
          </ac:grpSpMkLst>
        </pc:grpChg>
        <pc:picChg chg="add mod">
          <ac:chgData name="Lucie Fontaine" userId="2c6b0298-177f-4237-a83e-8637e19304d5" providerId="ADAL" clId="{38FDF7CA-A37A-44C1-A812-A8007AC22127}" dt="2026-04-23T09:51:30.438" v="19613" actId="1076"/>
          <ac:picMkLst>
            <pc:docMk/>
            <pc:sldMk cId="42772985" sldId="320"/>
            <ac:picMk id="9" creationId="{8D2460F7-FF45-18D8-AA77-5EDA9F2D3F44}"/>
          </ac:picMkLst>
        </pc:picChg>
        <pc:picChg chg="add mod">
          <ac:chgData name="Lucie Fontaine" userId="2c6b0298-177f-4237-a83e-8637e19304d5" providerId="ADAL" clId="{38FDF7CA-A37A-44C1-A812-A8007AC22127}" dt="2026-04-23T09:52:21.833" v="19622" actId="1076"/>
          <ac:picMkLst>
            <pc:docMk/>
            <pc:sldMk cId="42772985" sldId="320"/>
            <ac:picMk id="13" creationId="{15E3710E-68DD-F35D-8512-8F7ADB5BE9C4}"/>
          </ac:picMkLst>
        </pc:picChg>
        <pc:picChg chg="add del mod">
          <ac:chgData name="Lucie Fontaine" userId="2c6b0298-177f-4237-a83e-8637e19304d5" providerId="ADAL" clId="{38FDF7CA-A37A-44C1-A812-A8007AC22127}" dt="2026-04-17T12:17:51.971" v="11581" actId="478"/>
          <ac:picMkLst>
            <pc:docMk/>
            <pc:sldMk cId="42772985" sldId="320"/>
            <ac:picMk id="13" creationId="{87F12BD1-B7CA-9A71-081E-36F436E34F9E}"/>
          </ac:picMkLst>
        </pc:picChg>
        <pc:picChg chg="add del">
          <ac:chgData name="Lucie Fontaine" userId="2c6b0298-177f-4237-a83e-8637e19304d5" providerId="ADAL" clId="{38FDF7CA-A37A-44C1-A812-A8007AC22127}" dt="2026-04-23T09:52:41.438" v="19627" actId="478"/>
          <ac:picMkLst>
            <pc:docMk/>
            <pc:sldMk cId="42772985" sldId="320"/>
            <ac:picMk id="17" creationId="{4434E978-CF94-95C7-68B8-FB525159BC4F}"/>
          </ac:picMkLst>
        </pc:picChg>
        <pc:picChg chg="add mod modCrop">
          <ac:chgData name="Lucie Fontaine" userId="2c6b0298-177f-4237-a83e-8637e19304d5" providerId="ADAL" clId="{38FDF7CA-A37A-44C1-A812-A8007AC22127}" dt="2026-04-17T14:50:11.020" v="12018" actId="164"/>
          <ac:picMkLst>
            <pc:docMk/>
            <pc:sldMk cId="42772985" sldId="320"/>
            <ac:picMk id="17" creationId="{E3F7D847-750D-81E8-560B-E51499CAFFDD}"/>
          </ac:picMkLst>
        </pc:picChg>
        <pc:picChg chg="add mod">
          <ac:chgData name="Lucie Fontaine" userId="2c6b0298-177f-4237-a83e-8637e19304d5" providerId="ADAL" clId="{38FDF7CA-A37A-44C1-A812-A8007AC22127}" dt="2026-04-23T09:52:45.982" v="19629" actId="1076"/>
          <ac:picMkLst>
            <pc:docMk/>
            <pc:sldMk cId="42772985" sldId="320"/>
            <ac:picMk id="18" creationId="{36184AFD-B317-E0BE-7FE9-0705511C9FD9}"/>
          </ac:picMkLst>
        </pc:picChg>
        <pc:picChg chg="add mod">
          <ac:chgData name="Lucie Fontaine" userId="2c6b0298-177f-4237-a83e-8637e19304d5" providerId="ADAL" clId="{38FDF7CA-A37A-44C1-A812-A8007AC22127}" dt="2026-04-23T09:53:14.794" v="19638" actId="1037"/>
          <ac:picMkLst>
            <pc:docMk/>
            <pc:sldMk cId="42772985" sldId="320"/>
            <ac:picMk id="22" creationId="{C8A64137-D749-17F2-59D0-31CD7466140C}"/>
          </ac:picMkLst>
        </pc:picChg>
        <pc:picChg chg="del">
          <ac:chgData name="Lucie Fontaine" userId="2c6b0298-177f-4237-a83e-8637e19304d5" providerId="ADAL" clId="{38FDF7CA-A37A-44C1-A812-A8007AC22127}" dt="2026-04-17T12:19:22.842" v="11601" actId="478"/>
          <ac:picMkLst>
            <pc:docMk/>
            <pc:sldMk cId="42772985" sldId="320"/>
            <ac:picMk id="22" creationId="{E7D59A47-8645-3C52-2033-19D847DB4CA3}"/>
          </ac:picMkLst>
        </pc:picChg>
        <pc:picChg chg="add del mod">
          <ac:chgData name="Lucie Fontaine" userId="2c6b0298-177f-4237-a83e-8637e19304d5" providerId="ADAL" clId="{38FDF7CA-A37A-44C1-A812-A8007AC22127}" dt="2026-04-23T09:51:22.850" v="19610" actId="478"/>
          <ac:picMkLst>
            <pc:docMk/>
            <pc:sldMk cId="42772985" sldId="320"/>
            <ac:picMk id="24" creationId="{2B52D94E-569A-FF9D-2CBC-3244648B6246}"/>
          </ac:picMkLst>
        </pc:picChg>
        <pc:picChg chg="del mod">
          <ac:chgData name="Lucie Fontaine" userId="2c6b0298-177f-4237-a83e-8637e19304d5" providerId="ADAL" clId="{38FDF7CA-A37A-44C1-A812-A8007AC22127}" dt="2026-04-23T09:52:18.025" v="19621" actId="478"/>
          <ac:picMkLst>
            <pc:docMk/>
            <pc:sldMk cId="42772985" sldId="320"/>
            <ac:picMk id="25" creationId="{8D368958-93B4-D2A6-C224-88F6BB498102}"/>
          </ac:picMkLst>
        </pc:picChg>
        <pc:picChg chg="del mod">
          <ac:chgData name="Lucie Fontaine" userId="2c6b0298-177f-4237-a83e-8637e19304d5" providerId="ADAL" clId="{38FDF7CA-A37A-44C1-A812-A8007AC22127}" dt="2026-04-22T09:28:50.617" v="15728" actId="478"/>
          <ac:picMkLst>
            <pc:docMk/>
            <pc:sldMk cId="42772985" sldId="320"/>
            <ac:picMk id="27" creationId="{8C6BB551-D017-7736-3052-8692D3C04177}"/>
          </ac:picMkLst>
        </pc:picChg>
        <pc:picChg chg="del">
          <ac:chgData name="Lucie Fontaine" userId="2c6b0298-177f-4237-a83e-8637e19304d5" providerId="ADAL" clId="{38FDF7CA-A37A-44C1-A812-A8007AC22127}" dt="2026-04-17T12:19:27.448" v="11603" actId="478"/>
          <ac:picMkLst>
            <pc:docMk/>
            <pc:sldMk cId="42772985" sldId="320"/>
            <ac:picMk id="32" creationId="{CCCD01A2-C25B-6C2E-C9A4-7925E5833A12}"/>
          </ac:picMkLst>
        </pc:picChg>
        <pc:picChg chg="add del mod">
          <ac:chgData name="Lucie Fontaine" userId="2c6b0298-177f-4237-a83e-8637e19304d5" providerId="ADAL" clId="{38FDF7CA-A37A-44C1-A812-A8007AC22127}" dt="2026-04-17T14:47:38.391" v="11939" actId="478"/>
          <ac:picMkLst>
            <pc:docMk/>
            <pc:sldMk cId="42772985" sldId="320"/>
            <ac:picMk id="39" creationId="{37E30A00-452B-4382-A5D7-CF83D9758F96}"/>
          </ac:picMkLst>
        </pc:picChg>
        <pc:picChg chg="mod">
          <ac:chgData name="Lucie Fontaine" userId="2c6b0298-177f-4237-a83e-8637e19304d5" providerId="ADAL" clId="{38FDF7CA-A37A-44C1-A812-A8007AC22127}" dt="2026-04-17T14:48:14.345" v="11980"/>
          <ac:picMkLst>
            <pc:docMk/>
            <pc:sldMk cId="42772985" sldId="320"/>
            <ac:picMk id="43" creationId="{EDA8D15C-5C29-FFAD-955A-7E23736AE878}"/>
          </ac:picMkLst>
        </pc:picChg>
        <pc:picChg chg="mod">
          <ac:chgData name="Lucie Fontaine" userId="2c6b0298-177f-4237-a83e-8637e19304d5" providerId="ADAL" clId="{38FDF7CA-A37A-44C1-A812-A8007AC22127}" dt="2026-04-17T14:48:14.345" v="11980"/>
          <ac:picMkLst>
            <pc:docMk/>
            <pc:sldMk cId="42772985" sldId="320"/>
            <ac:picMk id="44" creationId="{0B578F14-A385-2A3A-5FD0-2DA1DBBAA435}"/>
          </ac:picMkLst>
        </pc:picChg>
        <pc:picChg chg="del mod">
          <ac:chgData name="Lucie Fontaine" userId="2c6b0298-177f-4237-a83e-8637e19304d5" providerId="ADAL" clId="{38FDF7CA-A37A-44C1-A812-A8007AC22127}" dt="2026-04-17T14:48:25.556" v="11982" actId="478"/>
          <ac:picMkLst>
            <pc:docMk/>
            <pc:sldMk cId="42772985" sldId="320"/>
            <ac:picMk id="46" creationId="{91E89330-D3F4-E8AC-1F30-3095DD16BAB1}"/>
          </ac:picMkLst>
        </pc:picChg>
        <pc:picChg chg="mod">
          <ac:chgData name="Lucie Fontaine" userId="2c6b0298-177f-4237-a83e-8637e19304d5" providerId="ADAL" clId="{38FDF7CA-A37A-44C1-A812-A8007AC22127}" dt="2026-04-22T09:15:16.415" v="15635"/>
          <ac:picMkLst>
            <pc:docMk/>
            <pc:sldMk cId="42772985" sldId="320"/>
            <ac:picMk id="50" creationId="{F1756DAC-ADB0-A597-FE1F-1C700637EB38}"/>
          </ac:picMkLst>
        </pc:picChg>
        <pc:picChg chg="mod">
          <ac:chgData name="Lucie Fontaine" userId="2c6b0298-177f-4237-a83e-8637e19304d5" providerId="ADAL" clId="{38FDF7CA-A37A-44C1-A812-A8007AC22127}" dt="2026-04-22T09:15:16.415" v="15635"/>
          <ac:picMkLst>
            <pc:docMk/>
            <pc:sldMk cId="42772985" sldId="320"/>
            <ac:picMk id="51" creationId="{5A86E250-F230-C0F4-90A2-77253AC4509B}"/>
          </ac:picMkLst>
        </pc:picChg>
        <pc:picChg chg="mod">
          <ac:chgData name="Lucie Fontaine" userId="2c6b0298-177f-4237-a83e-8637e19304d5" providerId="ADAL" clId="{38FDF7CA-A37A-44C1-A812-A8007AC22127}" dt="2026-04-22T09:15:16.415" v="15635"/>
          <ac:picMkLst>
            <pc:docMk/>
            <pc:sldMk cId="42772985" sldId="320"/>
            <ac:picMk id="55" creationId="{8FB4F4F3-3E33-DFB5-B550-036D6B261212}"/>
          </ac:picMkLst>
        </pc:picChg>
        <pc:picChg chg="del mod">
          <ac:chgData name="Lucie Fontaine" userId="2c6b0298-177f-4237-a83e-8637e19304d5" providerId="ADAL" clId="{38FDF7CA-A37A-44C1-A812-A8007AC22127}" dt="2026-04-23T09:53:01.816" v="19634" actId="478"/>
          <ac:picMkLst>
            <pc:docMk/>
            <pc:sldMk cId="42772985" sldId="320"/>
            <ac:picMk id="74" creationId="{C5EF2BFA-C7AC-072C-BCA9-DA20AD11FF2D}"/>
          </ac:picMkLst>
        </pc:picChg>
        <pc:picChg chg="del mod">
          <ac:chgData name="Lucie Fontaine" userId="2c6b0298-177f-4237-a83e-8637e19304d5" providerId="ADAL" clId="{38FDF7CA-A37A-44C1-A812-A8007AC22127}" dt="2026-04-23T09:52:39.076" v="19625" actId="478"/>
          <ac:picMkLst>
            <pc:docMk/>
            <pc:sldMk cId="42772985" sldId="320"/>
            <ac:picMk id="75" creationId="{D18ACDE4-04F9-FB3A-5F79-80D49D3F3556}"/>
          </ac:picMkLst>
        </pc:picChg>
        <pc:picChg chg="del mod">
          <ac:chgData name="Lucie Fontaine" userId="2c6b0298-177f-4237-a83e-8637e19304d5" providerId="ADAL" clId="{38FDF7CA-A37A-44C1-A812-A8007AC22127}" dt="2026-04-22T09:17:28.799" v="15655" actId="478"/>
          <ac:picMkLst>
            <pc:docMk/>
            <pc:sldMk cId="42772985" sldId="320"/>
            <ac:picMk id="77" creationId="{EB623C8E-CF64-45FF-F0C6-5C1CF7F306D2}"/>
          </ac:picMkLst>
        </pc:picChg>
        <pc:picChg chg="del mod">
          <ac:chgData name="Lucie Fontaine" userId="2c6b0298-177f-4237-a83e-8637e19304d5" providerId="ADAL" clId="{38FDF7CA-A37A-44C1-A812-A8007AC22127}" dt="2026-04-22T09:26:30.439" v="15695" actId="478"/>
          <ac:picMkLst>
            <pc:docMk/>
            <pc:sldMk cId="42772985" sldId="320"/>
            <ac:picMk id="94" creationId="{246F783A-1E28-3A88-6931-ED72F4EC85B2}"/>
          </ac:picMkLst>
        </pc:picChg>
        <pc:picChg chg="del mod">
          <ac:chgData name="Lucie Fontaine" userId="2c6b0298-177f-4237-a83e-8637e19304d5" providerId="ADAL" clId="{38FDF7CA-A37A-44C1-A812-A8007AC22127}" dt="2026-04-22T09:25:39.967" v="15677" actId="478"/>
          <ac:picMkLst>
            <pc:docMk/>
            <pc:sldMk cId="42772985" sldId="320"/>
            <ac:picMk id="95" creationId="{C1D68186-5C5C-9138-3324-C09057121A2D}"/>
          </ac:picMkLst>
        </pc:picChg>
        <pc:picChg chg="add mod">
          <ac:chgData name="Lucie Fontaine" userId="2c6b0298-177f-4237-a83e-8637e19304d5" providerId="ADAL" clId="{38FDF7CA-A37A-44C1-A812-A8007AC22127}" dt="2026-04-22T09:28:02.058" v="15726" actId="164"/>
          <ac:picMkLst>
            <pc:docMk/>
            <pc:sldMk cId="42772985" sldId="320"/>
            <ac:picMk id="99" creationId="{F540D37A-8B67-38FC-9FF7-1559584B6F1D}"/>
          </ac:picMkLst>
        </pc:picChg>
        <pc:picChg chg="add mod">
          <ac:chgData name="Lucie Fontaine" userId="2c6b0298-177f-4237-a83e-8637e19304d5" providerId="ADAL" clId="{38FDF7CA-A37A-44C1-A812-A8007AC22127}" dt="2026-04-22T09:28:02.058" v="15726" actId="164"/>
          <ac:picMkLst>
            <pc:docMk/>
            <pc:sldMk cId="42772985" sldId="320"/>
            <ac:picMk id="100" creationId="{4D372AA1-D556-150C-1568-555C0FFF9CFF}"/>
          </ac:picMkLst>
        </pc:picChg>
        <pc:cxnChg chg="add del mod">
          <ac:chgData name="Lucie Fontaine" userId="2c6b0298-177f-4237-a83e-8637e19304d5" providerId="ADAL" clId="{38FDF7CA-A37A-44C1-A812-A8007AC22127}" dt="2026-04-23T09:51:30.438" v="19613" actId="1076"/>
          <ac:cxnSpMkLst>
            <pc:docMk/>
            <pc:sldMk cId="42772985" sldId="320"/>
            <ac:cxnSpMk id="6" creationId="{42C2B3AB-473E-0899-75E4-5ED4C7CB115A}"/>
          </ac:cxnSpMkLst>
        </pc:cxnChg>
        <pc:cxnChg chg="add del mod">
          <ac:chgData name="Lucie Fontaine" userId="2c6b0298-177f-4237-a83e-8637e19304d5" providerId="ADAL" clId="{38FDF7CA-A37A-44C1-A812-A8007AC22127}" dt="2026-04-22T09:09:24.128" v="15477" actId="478"/>
          <ac:cxnSpMkLst>
            <pc:docMk/>
            <pc:sldMk cId="42772985" sldId="320"/>
            <ac:cxnSpMk id="7" creationId="{C4D3DB6A-A771-1E78-40C4-A84B16F910FA}"/>
          </ac:cxnSpMkLst>
        </pc:cxnChg>
        <pc:cxnChg chg="mod">
          <ac:chgData name="Lucie Fontaine" userId="2c6b0298-177f-4237-a83e-8637e19304d5" providerId="ADAL" clId="{38FDF7CA-A37A-44C1-A812-A8007AC22127}" dt="2026-04-23T09:52:27.069" v="19624" actId="14100"/>
          <ac:cxnSpMkLst>
            <pc:docMk/>
            <pc:sldMk cId="42772985" sldId="320"/>
            <ac:cxnSpMk id="26" creationId="{A7DE2048-C3DD-CA43-16EA-1068EA2178B6}"/>
          </ac:cxnSpMkLst>
        </pc:cxnChg>
        <pc:cxnChg chg="mod">
          <ac:chgData name="Lucie Fontaine" userId="2c6b0298-177f-4237-a83e-8637e19304d5" providerId="ADAL" clId="{38FDF7CA-A37A-44C1-A812-A8007AC22127}" dt="2026-04-23T09:52:25.082" v="19623" actId="14100"/>
          <ac:cxnSpMkLst>
            <pc:docMk/>
            <pc:sldMk cId="42772985" sldId="320"/>
            <ac:cxnSpMk id="28" creationId="{9EFACC43-14B5-49A3-9BA3-5DE9F91E98F5}"/>
          </ac:cxnSpMkLst>
        </pc:cxnChg>
        <pc:cxnChg chg="mod">
          <ac:chgData name="Lucie Fontaine" userId="2c6b0298-177f-4237-a83e-8637e19304d5" providerId="ADAL" clId="{38FDF7CA-A37A-44C1-A812-A8007AC22127}" dt="2026-04-22T09:27:13.923" v="15722" actId="478"/>
          <ac:cxnSpMkLst>
            <pc:docMk/>
            <pc:sldMk cId="42772985" sldId="320"/>
            <ac:cxnSpMk id="31" creationId="{893BA469-B6E1-54DB-6F6B-AF9A1B782E82}"/>
          </ac:cxnSpMkLst>
        </pc:cxnChg>
        <pc:cxnChg chg="mod">
          <ac:chgData name="Lucie Fontaine" userId="2c6b0298-177f-4237-a83e-8637e19304d5" providerId="ADAL" clId="{38FDF7CA-A37A-44C1-A812-A8007AC22127}" dt="2026-04-22T09:27:13.923" v="15722" actId="478"/>
          <ac:cxnSpMkLst>
            <pc:docMk/>
            <pc:sldMk cId="42772985" sldId="320"/>
            <ac:cxnSpMk id="34" creationId="{92FF527B-A82B-10DD-DA0B-C2D4223B1DBC}"/>
          </ac:cxnSpMkLst>
        </pc:cxnChg>
        <pc:cxnChg chg="add del mod">
          <ac:chgData name="Lucie Fontaine" userId="2c6b0298-177f-4237-a83e-8637e19304d5" providerId="ADAL" clId="{38FDF7CA-A37A-44C1-A812-A8007AC22127}" dt="2026-04-22T09:28:52.210" v="15729" actId="478"/>
          <ac:cxnSpMkLst>
            <pc:docMk/>
            <pc:sldMk cId="42772985" sldId="320"/>
            <ac:cxnSpMk id="37" creationId="{CB36D2A1-F7C3-29D9-0B82-BEB882703319}"/>
          </ac:cxnSpMkLst>
        </pc:cxnChg>
        <pc:cxnChg chg="mod">
          <ac:chgData name="Lucie Fontaine" userId="2c6b0298-177f-4237-a83e-8637e19304d5" providerId="ADAL" clId="{38FDF7CA-A37A-44C1-A812-A8007AC22127}" dt="2026-04-22T09:27:12.930" v="15721" actId="478"/>
          <ac:cxnSpMkLst>
            <pc:docMk/>
            <pc:sldMk cId="42772985" sldId="320"/>
            <ac:cxnSpMk id="45" creationId="{C39C5E6D-029F-8608-4DFC-A7DBCB43B78D}"/>
          </ac:cxnSpMkLst>
        </pc:cxnChg>
        <pc:cxnChg chg="mod">
          <ac:chgData name="Lucie Fontaine" userId="2c6b0298-177f-4237-a83e-8637e19304d5" providerId="ADAL" clId="{38FDF7CA-A37A-44C1-A812-A8007AC22127}" dt="2026-04-22T09:27:12.930" v="15721" actId="478"/>
          <ac:cxnSpMkLst>
            <pc:docMk/>
            <pc:sldMk cId="42772985" sldId="320"/>
            <ac:cxnSpMk id="47" creationId="{1CF7307E-7BFD-5CCC-68DC-B10A55A2E16B}"/>
          </ac:cxnSpMkLst>
        </pc:cxnChg>
        <pc:cxnChg chg="mod">
          <ac:chgData name="Lucie Fontaine" userId="2c6b0298-177f-4237-a83e-8637e19304d5" providerId="ADAL" clId="{38FDF7CA-A37A-44C1-A812-A8007AC22127}" dt="2026-04-22T09:15:16.415" v="15635"/>
          <ac:cxnSpMkLst>
            <pc:docMk/>
            <pc:sldMk cId="42772985" sldId="320"/>
            <ac:cxnSpMk id="54" creationId="{EA9BC285-B787-E577-1744-3E135CFD9776}"/>
          </ac:cxnSpMkLst>
        </pc:cxnChg>
        <pc:cxnChg chg="mod">
          <ac:chgData name="Lucie Fontaine" userId="2c6b0298-177f-4237-a83e-8637e19304d5" providerId="ADAL" clId="{38FDF7CA-A37A-44C1-A812-A8007AC22127}" dt="2026-04-22T09:15:16.415" v="15635"/>
          <ac:cxnSpMkLst>
            <pc:docMk/>
            <pc:sldMk cId="42772985" sldId="320"/>
            <ac:cxnSpMk id="57" creationId="{CF8149F5-2AF2-563E-4E73-20C43BEF8104}"/>
          </ac:cxnSpMkLst>
        </pc:cxnChg>
        <pc:cxnChg chg="mod">
          <ac:chgData name="Lucie Fontaine" userId="2c6b0298-177f-4237-a83e-8637e19304d5" providerId="ADAL" clId="{38FDF7CA-A37A-44C1-A812-A8007AC22127}" dt="2026-04-23T09:53:14.794" v="19638" actId="1037"/>
          <ac:cxnSpMkLst>
            <pc:docMk/>
            <pc:sldMk cId="42772985" sldId="320"/>
            <ac:cxnSpMk id="67" creationId="{9797FF71-9EF5-501F-442F-F35CEC73752E}"/>
          </ac:cxnSpMkLst>
        </pc:cxnChg>
        <pc:cxnChg chg="mod">
          <ac:chgData name="Lucie Fontaine" userId="2c6b0298-177f-4237-a83e-8637e19304d5" providerId="ADAL" clId="{38FDF7CA-A37A-44C1-A812-A8007AC22127}" dt="2026-04-22T09:28:16.111" v="15727" actId="1076"/>
          <ac:cxnSpMkLst>
            <pc:docMk/>
            <pc:sldMk cId="42772985" sldId="320"/>
            <ac:cxnSpMk id="68" creationId="{4C80CBB8-7020-4828-4857-00552529CF03}"/>
          </ac:cxnSpMkLst>
        </pc:cxnChg>
        <pc:cxnChg chg="mod">
          <ac:chgData name="Lucie Fontaine" userId="2c6b0298-177f-4237-a83e-8637e19304d5" providerId="ADAL" clId="{38FDF7CA-A37A-44C1-A812-A8007AC22127}" dt="2026-04-17T12:30:55.853" v="11652" actId="478"/>
          <ac:cxnSpMkLst>
            <pc:docMk/>
            <pc:sldMk cId="42772985" sldId="320"/>
            <ac:cxnSpMk id="71" creationId="{BFFE29E7-6C98-6254-F675-0AD5A901FC2D}"/>
          </ac:cxnSpMkLst>
        </pc:cxnChg>
        <pc:cxnChg chg="mod">
          <ac:chgData name="Lucie Fontaine" userId="2c6b0298-177f-4237-a83e-8637e19304d5" providerId="ADAL" clId="{38FDF7CA-A37A-44C1-A812-A8007AC22127}" dt="2026-04-23T09:52:56.354" v="19631" actId="14100"/>
          <ac:cxnSpMkLst>
            <pc:docMk/>
            <pc:sldMk cId="42772985" sldId="320"/>
            <ac:cxnSpMk id="76" creationId="{0F79D218-2BBF-A8F3-7971-510A694D8EA2}"/>
          </ac:cxnSpMkLst>
        </pc:cxnChg>
        <pc:cxnChg chg="mod">
          <ac:chgData name="Lucie Fontaine" userId="2c6b0298-177f-4237-a83e-8637e19304d5" providerId="ADAL" clId="{38FDF7CA-A37A-44C1-A812-A8007AC22127}" dt="2026-04-23T09:52:53.250" v="19630" actId="14100"/>
          <ac:cxnSpMkLst>
            <pc:docMk/>
            <pc:sldMk cId="42772985" sldId="320"/>
            <ac:cxnSpMk id="78" creationId="{D629A933-1B4F-F6B2-B815-67EAAB4A7136}"/>
          </ac:cxnSpMkLst>
        </pc:cxnChg>
        <pc:cxnChg chg="mod">
          <ac:chgData name="Lucie Fontaine" userId="2c6b0298-177f-4237-a83e-8637e19304d5" providerId="ADAL" clId="{38FDF7CA-A37A-44C1-A812-A8007AC22127}" dt="2026-04-17T12:30:55.853" v="11652" actId="478"/>
          <ac:cxnSpMkLst>
            <pc:docMk/>
            <pc:sldMk cId="42772985" sldId="320"/>
            <ac:cxnSpMk id="82" creationId="{4B091118-522E-FD1D-984F-E599BABA97CB}"/>
          </ac:cxnSpMkLst>
        </pc:cxnChg>
        <pc:cxnChg chg="mod">
          <ac:chgData name="Lucie Fontaine" userId="2c6b0298-177f-4237-a83e-8637e19304d5" providerId="ADAL" clId="{38FDF7CA-A37A-44C1-A812-A8007AC22127}" dt="2026-04-17T12:30:55.853" v="11652" actId="478"/>
          <ac:cxnSpMkLst>
            <pc:docMk/>
            <pc:sldMk cId="42772985" sldId="320"/>
            <ac:cxnSpMk id="85" creationId="{E8003B4D-25DC-2C78-4DD3-38D2A34C6D7D}"/>
          </ac:cxnSpMkLst>
        </pc:cxnChg>
        <pc:cxnChg chg="mod">
          <ac:chgData name="Lucie Fontaine" userId="2c6b0298-177f-4237-a83e-8637e19304d5" providerId="ADAL" clId="{38FDF7CA-A37A-44C1-A812-A8007AC22127}" dt="2026-04-17T12:30:55.853" v="11652" actId="478"/>
          <ac:cxnSpMkLst>
            <pc:docMk/>
            <pc:sldMk cId="42772985" sldId="320"/>
            <ac:cxnSpMk id="86" creationId="{7EE6A3C8-B8F3-F4BC-2846-7E7EFACA57DD}"/>
          </ac:cxnSpMkLst>
        </pc:cxnChg>
        <pc:cxnChg chg="mod">
          <ac:chgData name="Lucie Fontaine" userId="2c6b0298-177f-4237-a83e-8637e19304d5" providerId="ADAL" clId="{38FDF7CA-A37A-44C1-A812-A8007AC22127}" dt="2026-04-17T12:30:55.853" v="11652" actId="478"/>
          <ac:cxnSpMkLst>
            <pc:docMk/>
            <pc:sldMk cId="42772985" sldId="320"/>
            <ac:cxnSpMk id="87" creationId="{0B43FE13-3C58-A94B-50E8-7CE91EFBEA28}"/>
          </ac:cxnSpMkLst>
        </pc:cxnChg>
        <pc:cxnChg chg="mod">
          <ac:chgData name="Lucie Fontaine" userId="2c6b0298-177f-4237-a83e-8637e19304d5" providerId="ADAL" clId="{38FDF7CA-A37A-44C1-A812-A8007AC22127}" dt="2026-04-22T09:26:45.054" v="15711" actId="1038"/>
          <ac:cxnSpMkLst>
            <pc:docMk/>
            <pc:sldMk cId="42772985" sldId="320"/>
            <ac:cxnSpMk id="88" creationId="{562E2F3D-73F9-FBC9-21CB-CC3CB499064F}"/>
          </ac:cxnSpMkLst>
        </pc:cxnChg>
        <pc:cxnChg chg="mod">
          <ac:chgData name="Lucie Fontaine" userId="2c6b0298-177f-4237-a83e-8637e19304d5" providerId="ADAL" clId="{38FDF7CA-A37A-44C1-A812-A8007AC22127}" dt="2026-04-17T12:30:55.853" v="11652" actId="478"/>
          <ac:cxnSpMkLst>
            <pc:docMk/>
            <pc:sldMk cId="42772985" sldId="320"/>
            <ac:cxnSpMk id="88" creationId="{5DF02A83-80C1-9EC7-9639-5045EB153D28}"/>
          </ac:cxnSpMkLst>
        </pc:cxnChg>
        <pc:cxnChg chg="mod">
          <ac:chgData name="Lucie Fontaine" userId="2c6b0298-177f-4237-a83e-8637e19304d5" providerId="ADAL" clId="{38FDF7CA-A37A-44C1-A812-A8007AC22127}" dt="2026-04-22T09:27:06.889" v="15720" actId="1037"/>
          <ac:cxnSpMkLst>
            <pc:docMk/>
            <pc:sldMk cId="42772985" sldId="320"/>
            <ac:cxnSpMk id="89" creationId="{2BE337B8-81C4-D016-2088-04E2D93580D0}"/>
          </ac:cxnSpMkLst>
        </pc:cxnChg>
        <pc:cxnChg chg="mod">
          <ac:chgData name="Lucie Fontaine" userId="2c6b0298-177f-4237-a83e-8637e19304d5" providerId="ADAL" clId="{38FDF7CA-A37A-44C1-A812-A8007AC22127}" dt="2026-04-22T09:27:49.830" v="15724" actId="14100"/>
          <ac:cxnSpMkLst>
            <pc:docMk/>
            <pc:sldMk cId="42772985" sldId="320"/>
            <ac:cxnSpMk id="96" creationId="{20763B09-BD41-8625-5A2E-125224E98364}"/>
          </ac:cxnSpMkLst>
        </pc:cxnChg>
        <pc:cxnChg chg="mod">
          <ac:chgData name="Lucie Fontaine" userId="2c6b0298-177f-4237-a83e-8637e19304d5" providerId="ADAL" clId="{38FDF7CA-A37A-44C1-A812-A8007AC22127}" dt="2026-04-22T13:55:16.651" v="17046" actId="208"/>
          <ac:cxnSpMkLst>
            <pc:docMk/>
            <pc:sldMk cId="42772985" sldId="320"/>
            <ac:cxnSpMk id="97" creationId="{732C1432-4238-0DED-0208-0BD80F6ADC42}"/>
          </ac:cxnSpMkLst>
        </pc:cxnChg>
      </pc:sldChg>
      <pc:sldChg chg="addSp delSp modSp new mod ord modNotesTx">
        <pc:chgData name="Lucie Fontaine" userId="2c6b0298-177f-4237-a83e-8637e19304d5" providerId="ADAL" clId="{38FDF7CA-A37A-44C1-A812-A8007AC22127}" dt="2026-04-28T14:27:52.083" v="22904" actId="20577"/>
        <pc:sldMkLst>
          <pc:docMk/>
          <pc:sldMk cId="1608388112" sldId="321"/>
        </pc:sldMkLst>
        <pc:spChg chg="mod">
          <ac:chgData name="Lucie Fontaine" userId="2c6b0298-177f-4237-a83e-8637e19304d5" providerId="ADAL" clId="{38FDF7CA-A37A-44C1-A812-A8007AC22127}" dt="2026-04-20T14:06:06.225" v="12247" actId="20577"/>
          <ac:spMkLst>
            <pc:docMk/>
            <pc:sldMk cId="1608388112" sldId="321"/>
            <ac:spMk id="2" creationId="{B85DB92A-314C-D3A0-634A-D99EC9E29BAC}"/>
          </ac:spMkLst>
        </pc:spChg>
        <pc:spChg chg="del mod">
          <ac:chgData name="Lucie Fontaine" userId="2c6b0298-177f-4237-a83e-8637e19304d5" providerId="ADAL" clId="{38FDF7CA-A37A-44C1-A812-A8007AC22127}" dt="2026-04-20T14:04:18.206" v="12166" actId="22"/>
          <ac:spMkLst>
            <pc:docMk/>
            <pc:sldMk cId="1608388112" sldId="321"/>
            <ac:spMk id="3" creationId="{C078AE1A-2D8D-A020-FBCB-9CADA495703E}"/>
          </ac:spMkLst>
        </pc:spChg>
        <pc:spChg chg="del mod">
          <ac:chgData name="Lucie Fontaine" userId="2c6b0298-177f-4237-a83e-8637e19304d5" providerId="ADAL" clId="{38FDF7CA-A37A-44C1-A812-A8007AC22127}" dt="2026-04-20T14:04:25.824" v="12168" actId="22"/>
          <ac:spMkLst>
            <pc:docMk/>
            <pc:sldMk cId="1608388112" sldId="321"/>
            <ac:spMk id="4" creationId="{58D6312E-1C6C-F6FA-E92F-D117536808D3}"/>
          </ac:spMkLst>
        </pc:spChg>
        <pc:picChg chg="add mod ord">
          <ac:chgData name="Lucie Fontaine" userId="2c6b0298-177f-4237-a83e-8637e19304d5" providerId="ADAL" clId="{38FDF7CA-A37A-44C1-A812-A8007AC22127}" dt="2026-04-20T14:04:18.206" v="12166" actId="22"/>
          <ac:picMkLst>
            <pc:docMk/>
            <pc:sldMk cId="1608388112" sldId="321"/>
            <ac:picMk id="6" creationId="{313D72DB-70DC-9261-79F2-25691DD8E524}"/>
          </ac:picMkLst>
        </pc:picChg>
        <pc:picChg chg="add mod ord">
          <ac:chgData name="Lucie Fontaine" userId="2c6b0298-177f-4237-a83e-8637e19304d5" providerId="ADAL" clId="{38FDF7CA-A37A-44C1-A812-A8007AC22127}" dt="2026-04-20T14:04:25.824" v="12168" actId="22"/>
          <ac:picMkLst>
            <pc:docMk/>
            <pc:sldMk cId="1608388112" sldId="321"/>
            <ac:picMk id="8" creationId="{21C5C15E-C514-446D-BBFB-8DD851BAEE32}"/>
          </ac:picMkLst>
        </pc:picChg>
      </pc:sldChg>
      <pc:sldChg chg="addSp delSp modSp add mod ord modShow">
        <pc:chgData name="Lucie Fontaine" userId="2c6b0298-177f-4237-a83e-8637e19304d5" providerId="ADAL" clId="{38FDF7CA-A37A-44C1-A812-A8007AC22127}" dt="2026-04-23T09:58:44.249" v="19668" actId="1076"/>
        <pc:sldMkLst>
          <pc:docMk/>
          <pc:sldMk cId="2398691437" sldId="322"/>
        </pc:sldMkLst>
        <pc:spChg chg="mod">
          <ac:chgData name="Lucie Fontaine" userId="2c6b0298-177f-4237-a83e-8637e19304d5" providerId="ADAL" clId="{38FDF7CA-A37A-44C1-A812-A8007AC22127}" dt="2026-04-23T06:58:24.540" v="17946" actId="20577"/>
          <ac:spMkLst>
            <pc:docMk/>
            <pc:sldMk cId="2398691437" sldId="322"/>
            <ac:spMk id="2" creationId="{36A1B1CD-9497-FCE5-D306-1649357986A7}"/>
          </ac:spMkLst>
        </pc:spChg>
        <pc:spChg chg="mod">
          <ac:chgData name="Lucie Fontaine" userId="2c6b0298-177f-4237-a83e-8637e19304d5" providerId="ADAL" clId="{38FDF7CA-A37A-44C1-A812-A8007AC22127}" dt="2026-04-22T09:35:51.724" v="15844" actId="20577"/>
          <ac:spMkLst>
            <pc:docMk/>
            <pc:sldMk cId="2398691437" sldId="322"/>
            <ac:spMk id="4" creationId="{5C4FF451-34CE-575F-F52A-5A9DD6BBE107}"/>
          </ac:spMkLst>
        </pc:spChg>
        <pc:spChg chg="mod">
          <ac:chgData name="Lucie Fontaine" userId="2c6b0298-177f-4237-a83e-8637e19304d5" providerId="ADAL" clId="{38FDF7CA-A37A-44C1-A812-A8007AC22127}" dt="2026-04-17T14:46:47.662" v="11925" actId="20577"/>
          <ac:spMkLst>
            <pc:docMk/>
            <pc:sldMk cId="2398691437" sldId="322"/>
            <ac:spMk id="5" creationId="{6D8B57DE-AB20-FDDB-A0F4-5B11D422F934}"/>
          </ac:spMkLst>
        </pc:spChg>
        <pc:spChg chg="add mod">
          <ac:chgData name="Lucie Fontaine" userId="2c6b0298-177f-4237-a83e-8637e19304d5" providerId="ADAL" clId="{38FDF7CA-A37A-44C1-A812-A8007AC22127}" dt="2026-04-17T14:43:46.987" v="11891" actId="1076"/>
          <ac:spMkLst>
            <pc:docMk/>
            <pc:sldMk cId="2398691437" sldId="322"/>
            <ac:spMk id="11" creationId="{EEC6DEF6-02F7-D256-92F3-2BD4AD0C6A51}"/>
          </ac:spMkLst>
        </pc:spChg>
        <pc:spChg chg="add mod">
          <ac:chgData name="Lucie Fontaine" userId="2c6b0298-177f-4237-a83e-8637e19304d5" providerId="ADAL" clId="{38FDF7CA-A37A-44C1-A812-A8007AC22127}" dt="2026-04-17T14:44:04.571" v="11894" actId="1076"/>
          <ac:spMkLst>
            <pc:docMk/>
            <pc:sldMk cId="2398691437" sldId="322"/>
            <ac:spMk id="12" creationId="{9D560D3F-0287-3293-2817-CB06F6AF77BA}"/>
          </ac:spMkLst>
        </pc:spChg>
        <pc:spChg chg="del">
          <ac:chgData name="Lucie Fontaine" userId="2c6b0298-177f-4237-a83e-8637e19304d5" providerId="ADAL" clId="{38FDF7CA-A37A-44C1-A812-A8007AC22127}" dt="2026-04-17T14:37:44.258" v="11808" actId="478"/>
          <ac:spMkLst>
            <pc:docMk/>
            <pc:sldMk cId="2398691437" sldId="322"/>
            <ac:spMk id="19" creationId="{582E1D60-CB05-CCD0-8AC7-D5DE95744FD2}"/>
          </ac:spMkLst>
        </pc:spChg>
        <pc:grpChg chg="del">
          <ac:chgData name="Lucie Fontaine" userId="2c6b0298-177f-4237-a83e-8637e19304d5" providerId="ADAL" clId="{38FDF7CA-A37A-44C1-A812-A8007AC22127}" dt="2026-04-17T14:37:37.297" v="11805" actId="478"/>
          <ac:grpSpMkLst>
            <pc:docMk/>
            <pc:sldMk cId="2398691437" sldId="322"/>
            <ac:grpSpMk id="23" creationId="{0C5C8928-A837-030B-F5DF-9E00F300BA6B}"/>
          </ac:grpSpMkLst>
        </pc:grpChg>
        <pc:grpChg chg="del">
          <ac:chgData name="Lucie Fontaine" userId="2c6b0298-177f-4237-a83e-8637e19304d5" providerId="ADAL" clId="{38FDF7CA-A37A-44C1-A812-A8007AC22127}" dt="2026-04-17T14:37:41.127" v="11807" actId="478"/>
          <ac:grpSpMkLst>
            <pc:docMk/>
            <pc:sldMk cId="2398691437" sldId="322"/>
            <ac:grpSpMk id="52" creationId="{376707F5-DCCD-CCBE-3FFA-63D7601BE2BD}"/>
          </ac:grpSpMkLst>
        </pc:grpChg>
        <pc:picChg chg="add del mod">
          <ac:chgData name="Lucie Fontaine" userId="2c6b0298-177f-4237-a83e-8637e19304d5" providerId="ADAL" clId="{38FDF7CA-A37A-44C1-A812-A8007AC22127}" dt="2026-04-20T13:28:11.595" v="12161" actId="478"/>
          <ac:picMkLst>
            <pc:docMk/>
            <pc:sldMk cId="2398691437" sldId="322"/>
            <ac:picMk id="6" creationId="{D6A5A620-9486-620E-6FF3-20A16651F403}"/>
          </ac:picMkLst>
        </pc:picChg>
        <pc:picChg chg="add del mod">
          <ac:chgData name="Lucie Fontaine" userId="2c6b0298-177f-4237-a83e-8637e19304d5" providerId="ADAL" clId="{38FDF7CA-A37A-44C1-A812-A8007AC22127}" dt="2026-04-23T09:58:12.020" v="19654" actId="478"/>
          <ac:picMkLst>
            <pc:docMk/>
            <pc:sldMk cId="2398691437" sldId="322"/>
            <ac:picMk id="7" creationId="{9913F769-AF7B-E854-87D7-6A0FB10989BD}"/>
          </ac:picMkLst>
        </pc:picChg>
        <pc:picChg chg="add del mod">
          <ac:chgData name="Lucie Fontaine" userId="2c6b0298-177f-4237-a83e-8637e19304d5" providerId="ADAL" clId="{38FDF7CA-A37A-44C1-A812-A8007AC22127}" dt="2026-04-20T13:27:22.186" v="12146" actId="478"/>
          <ac:picMkLst>
            <pc:docMk/>
            <pc:sldMk cId="2398691437" sldId="322"/>
            <ac:picMk id="8" creationId="{2B4539C9-A022-E086-AFEE-ED949DF7529E}"/>
          </ac:picMkLst>
        </pc:picChg>
        <pc:picChg chg="add del">
          <ac:chgData name="Lucie Fontaine" userId="2c6b0298-177f-4237-a83e-8637e19304d5" providerId="ADAL" clId="{38FDF7CA-A37A-44C1-A812-A8007AC22127}" dt="2026-04-23T09:57:48.568" v="19641" actId="22"/>
          <ac:picMkLst>
            <pc:docMk/>
            <pc:sldMk cId="2398691437" sldId="322"/>
            <ac:picMk id="8" creationId="{89D6B579-F60C-D48C-B917-EE3D2B65097A}"/>
          </ac:picMkLst>
        </pc:picChg>
        <pc:picChg chg="add mod ord">
          <ac:chgData name="Lucie Fontaine" userId="2c6b0298-177f-4237-a83e-8637e19304d5" providerId="ADAL" clId="{38FDF7CA-A37A-44C1-A812-A8007AC22127}" dt="2026-04-23T09:58:17.692" v="19660" actId="1036"/>
          <ac:picMkLst>
            <pc:docMk/>
            <pc:sldMk cId="2398691437" sldId="322"/>
            <ac:picMk id="10" creationId="{0FCC8230-13AC-E9BE-18A5-B266F760344C}"/>
          </ac:picMkLst>
        </pc:picChg>
        <pc:picChg chg="add del mod">
          <ac:chgData name="Lucie Fontaine" userId="2c6b0298-177f-4237-a83e-8637e19304d5" providerId="ADAL" clId="{38FDF7CA-A37A-44C1-A812-A8007AC22127}" dt="2026-04-20T13:27:35.203" v="12151" actId="478"/>
          <ac:picMkLst>
            <pc:docMk/>
            <pc:sldMk cId="2398691437" sldId="322"/>
            <ac:picMk id="10" creationId="{FF633464-B536-A093-D708-06E9C7E2C13F}"/>
          </ac:picMkLst>
        </pc:picChg>
        <pc:picChg chg="add del mod">
          <ac:chgData name="Lucie Fontaine" userId="2c6b0298-177f-4237-a83e-8637e19304d5" providerId="ADAL" clId="{38FDF7CA-A37A-44C1-A812-A8007AC22127}" dt="2026-04-23T09:58:27.567" v="19661" actId="478"/>
          <ac:picMkLst>
            <pc:docMk/>
            <pc:sldMk cId="2398691437" sldId="322"/>
            <ac:picMk id="13" creationId="{3A968F78-187E-A796-8C49-33B17C269834}"/>
          </ac:picMkLst>
        </pc:picChg>
        <pc:picChg chg="add mod">
          <ac:chgData name="Lucie Fontaine" userId="2c6b0298-177f-4237-a83e-8637e19304d5" providerId="ADAL" clId="{38FDF7CA-A37A-44C1-A812-A8007AC22127}" dt="2026-04-20T13:28:15.581" v="12164" actId="1076"/>
          <ac:picMkLst>
            <pc:docMk/>
            <pc:sldMk cId="2398691437" sldId="322"/>
            <ac:picMk id="15" creationId="{4F9C7134-93DE-D00B-B69E-299EFF74AAEF}"/>
          </ac:picMkLst>
        </pc:picChg>
        <pc:picChg chg="add mod">
          <ac:chgData name="Lucie Fontaine" userId="2c6b0298-177f-4237-a83e-8637e19304d5" providerId="ADAL" clId="{38FDF7CA-A37A-44C1-A812-A8007AC22127}" dt="2026-04-23T09:58:44.249" v="19668" actId="1076"/>
          <ac:picMkLst>
            <pc:docMk/>
            <pc:sldMk cId="2398691437" sldId="322"/>
            <ac:picMk id="16" creationId="{36FC0947-5A6F-9007-2F9B-C3D23D8C0C39}"/>
          </ac:picMkLst>
        </pc:picChg>
        <pc:picChg chg="del">
          <ac:chgData name="Lucie Fontaine" userId="2c6b0298-177f-4237-a83e-8637e19304d5" providerId="ADAL" clId="{38FDF7CA-A37A-44C1-A812-A8007AC22127}" dt="2026-04-17T14:37:44.258" v="11808" actId="478"/>
          <ac:picMkLst>
            <pc:docMk/>
            <pc:sldMk cId="2398691437" sldId="322"/>
            <ac:picMk id="17" creationId="{E3F7D847-750D-81E8-560B-E51499CAFFDD}"/>
          </ac:picMkLst>
        </pc:picChg>
        <pc:cxnChg chg="mod">
          <ac:chgData name="Lucie Fontaine" userId="2c6b0298-177f-4237-a83e-8637e19304d5" providerId="ADAL" clId="{38FDF7CA-A37A-44C1-A812-A8007AC22127}" dt="2026-04-17T14:37:37.297" v="11805" actId="478"/>
          <ac:cxnSpMkLst>
            <pc:docMk/>
            <pc:sldMk cId="2398691437" sldId="322"/>
            <ac:cxnSpMk id="26" creationId="{A7DE2048-C3DD-CA43-16EA-1068EA2178B6}"/>
          </ac:cxnSpMkLst>
        </pc:cxnChg>
        <pc:cxnChg chg="mod">
          <ac:chgData name="Lucie Fontaine" userId="2c6b0298-177f-4237-a83e-8637e19304d5" providerId="ADAL" clId="{38FDF7CA-A37A-44C1-A812-A8007AC22127}" dt="2026-04-17T14:37:37.297" v="11805" actId="478"/>
          <ac:cxnSpMkLst>
            <pc:docMk/>
            <pc:sldMk cId="2398691437" sldId="322"/>
            <ac:cxnSpMk id="28" creationId="{9EFACC43-14B5-49A3-9BA3-5DE9F91E98F5}"/>
          </ac:cxnSpMkLst>
        </pc:cxnChg>
        <pc:cxnChg chg="mod">
          <ac:chgData name="Lucie Fontaine" userId="2c6b0298-177f-4237-a83e-8637e19304d5" providerId="ADAL" clId="{38FDF7CA-A37A-44C1-A812-A8007AC22127}" dt="2026-04-17T14:37:41.127" v="11807" actId="478"/>
          <ac:cxnSpMkLst>
            <pc:docMk/>
            <pc:sldMk cId="2398691437" sldId="322"/>
            <ac:cxnSpMk id="31" creationId="{893BA469-B6E1-54DB-6F6B-AF9A1B782E82}"/>
          </ac:cxnSpMkLst>
        </pc:cxnChg>
        <pc:cxnChg chg="mod">
          <ac:chgData name="Lucie Fontaine" userId="2c6b0298-177f-4237-a83e-8637e19304d5" providerId="ADAL" clId="{38FDF7CA-A37A-44C1-A812-A8007AC22127}" dt="2026-04-17T14:37:41.127" v="11807" actId="478"/>
          <ac:cxnSpMkLst>
            <pc:docMk/>
            <pc:sldMk cId="2398691437" sldId="322"/>
            <ac:cxnSpMk id="34" creationId="{92FF527B-A82B-10DD-DA0B-C2D4223B1DBC}"/>
          </ac:cxnSpMkLst>
        </pc:cxnChg>
      </pc:sldChg>
      <pc:sldChg chg="addSp delSp modSp add mod ord modShow">
        <pc:chgData name="Lucie Fontaine" userId="2c6b0298-177f-4237-a83e-8637e19304d5" providerId="ADAL" clId="{38FDF7CA-A37A-44C1-A812-A8007AC22127}" dt="2026-04-23T12:33:45.016" v="19677" actId="1076"/>
        <pc:sldMkLst>
          <pc:docMk/>
          <pc:sldMk cId="3941970070" sldId="323"/>
        </pc:sldMkLst>
        <pc:spChg chg="mod">
          <ac:chgData name="Lucie Fontaine" userId="2c6b0298-177f-4237-a83e-8637e19304d5" providerId="ADAL" clId="{38FDF7CA-A37A-44C1-A812-A8007AC22127}" dt="2026-04-23T07:10:33.165" v="18066" actId="20577"/>
          <ac:spMkLst>
            <pc:docMk/>
            <pc:sldMk cId="3941970070" sldId="323"/>
            <ac:spMk id="2" creationId="{36A1B1CD-9497-FCE5-D306-1649357986A7}"/>
          </ac:spMkLst>
        </pc:spChg>
        <pc:spChg chg="mod">
          <ac:chgData name="Lucie Fontaine" userId="2c6b0298-177f-4237-a83e-8637e19304d5" providerId="ADAL" clId="{38FDF7CA-A37A-44C1-A812-A8007AC22127}" dt="2026-04-22T09:38:32.623" v="16002" actId="20577"/>
          <ac:spMkLst>
            <pc:docMk/>
            <pc:sldMk cId="3941970070" sldId="323"/>
            <ac:spMk id="4" creationId="{5C4FF451-34CE-575F-F52A-5A9DD6BBE107}"/>
          </ac:spMkLst>
        </pc:spChg>
        <pc:spChg chg="mod">
          <ac:chgData name="Lucie Fontaine" userId="2c6b0298-177f-4237-a83e-8637e19304d5" providerId="ADAL" clId="{38FDF7CA-A37A-44C1-A812-A8007AC22127}" dt="2026-04-17T14:47:03.852" v="11926" actId="20577"/>
          <ac:spMkLst>
            <pc:docMk/>
            <pc:sldMk cId="3941970070" sldId="323"/>
            <ac:spMk id="5" creationId="{6D8B57DE-AB20-FDDB-A0F4-5B11D422F934}"/>
          </ac:spMkLst>
        </pc:spChg>
        <pc:picChg chg="add del mod">
          <ac:chgData name="Lucie Fontaine" userId="2c6b0298-177f-4237-a83e-8637e19304d5" providerId="ADAL" clId="{38FDF7CA-A37A-44C1-A812-A8007AC22127}" dt="2026-04-23T12:33:30.265" v="19669" actId="478"/>
          <ac:picMkLst>
            <pc:docMk/>
            <pc:sldMk cId="3941970070" sldId="323"/>
            <ac:picMk id="6" creationId="{BBC9FC75-5152-C792-98E7-3545FBE5DCDC}"/>
          </ac:picMkLst>
        </pc:picChg>
        <pc:picChg chg="del">
          <ac:chgData name="Lucie Fontaine" userId="2c6b0298-177f-4237-a83e-8637e19304d5" providerId="ADAL" clId="{38FDF7CA-A37A-44C1-A812-A8007AC22127}" dt="2026-04-17T14:44:59.176" v="11905" actId="478"/>
          <ac:picMkLst>
            <pc:docMk/>
            <pc:sldMk cId="3941970070" sldId="323"/>
            <ac:picMk id="6" creationId="{D6A5A620-9486-620E-6FF3-20A16651F403}"/>
          </ac:picMkLst>
        </pc:picChg>
        <pc:picChg chg="add del mod">
          <ac:chgData name="Lucie Fontaine" userId="2c6b0298-177f-4237-a83e-8637e19304d5" providerId="ADAL" clId="{38FDF7CA-A37A-44C1-A812-A8007AC22127}" dt="2026-04-22T09:30:00.348" v="15730" actId="478"/>
          <ac:picMkLst>
            <pc:docMk/>
            <pc:sldMk cId="3941970070" sldId="323"/>
            <ac:picMk id="7" creationId="{7D8303C9-B641-E9BD-A1C4-A141BD035124}"/>
          </ac:picMkLst>
        </pc:picChg>
        <pc:picChg chg="del">
          <ac:chgData name="Lucie Fontaine" userId="2c6b0298-177f-4237-a83e-8637e19304d5" providerId="ADAL" clId="{38FDF7CA-A37A-44C1-A812-A8007AC22127}" dt="2026-04-17T14:45:14.918" v="11911" actId="478"/>
          <ac:picMkLst>
            <pc:docMk/>
            <pc:sldMk cId="3941970070" sldId="323"/>
            <ac:picMk id="8" creationId="{2B4539C9-A022-E086-AFEE-ED949DF7529E}"/>
          </ac:picMkLst>
        </pc:picChg>
        <pc:picChg chg="add mod">
          <ac:chgData name="Lucie Fontaine" userId="2c6b0298-177f-4237-a83e-8637e19304d5" providerId="ADAL" clId="{38FDF7CA-A37A-44C1-A812-A8007AC22127}" dt="2026-04-23T12:33:45.016" v="19677" actId="1076"/>
          <ac:picMkLst>
            <pc:docMk/>
            <pc:sldMk cId="3941970070" sldId="323"/>
            <ac:picMk id="8" creationId="{D47F7965-4155-97DB-416A-27E06CAC3401}"/>
          </ac:picMkLst>
        </pc:picChg>
        <pc:picChg chg="del">
          <ac:chgData name="Lucie Fontaine" userId="2c6b0298-177f-4237-a83e-8637e19304d5" providerId="ADAL" clId="{38FDF7CA-A37A-44C1-A812-A8007AC22127}" dt="2026-04-17T14:45:36.966" v="11919" actId="478"/>
          <ac:picMkLst>
            <pc:docMk/>
            <pc:sldMk cId="3941970070" sldId="323"/>
            <ac:picMk id="10" creationId="{FF633464-B536-A093-D708-06E9C7E2C13F}"/>
          </ac:picMkLst>
        </pc:picChg>
        <pc:picChg chg="add mod">
          <ac:chgData name="Lucie Fontaine" userId="2c6b0298-177f-4237-a83e-8637e19304d5" providerId="ADAL" clId="{38FDF7CA-A37A-44C1-A812-A8007AC22127}" dt="2026-04-17T14:45:29.882" v="11918" actId="1076"/>
          <ac:picMkLst>
            <pc:docMk/>
            <pc:sldMk cId="3941970070" sldId="323"/>
            <ac:picMk id="13" creationId="{1742E647-1881-3380-8D49-A3B0FFB2BE1A}"/>
          </ac:picMkLst>
        </pc:picChg>
        <pc:picChg chg="add mod">
          <ac:chgData name="Lucie Fontaine" userId="2c6b0298-177f-4237-a83e-8637e19304d5" providerId="ADAL" clId="{38FDF7CA-A37A-44C1-A812-A8007AC22127}" dt="2026-04-17T14:45:47.554" v="11924" actId="1076"/>
          <ac:picMkLst>
            <pc:docMk/>
            <pc:sldMk cId="3941970070" sldId="323"/>
            <ac:picMk id="15" creationId="{EEB79106-52C7-B6E5-80D4-BB5594285646}"/>
          </ac:picMkLst>
        </pc:picChg>
      </pc:sldChg>
      <pc:sldChg chg="addSp delSp modSp add del mod ord modClrScheme chgLayout">
        <pc:chgData name="Lucie Fontaine" userId="2c6b0298-177f-4237-a83e-8637e19304d5" providerId="ADAL" clId="{38FDF7CA-A37A-44C1-A812-A8007AC22127}" dt="2026-04-22T09:45:22.849" v="16156" actId="2696"/>
        <pc:sldMkLst>
          <pc:docMk/>
          <pc:sldMk cId="4151878395" sldId="324"/>
        </pc:sldMkLst>
        <pc:spChg chg="mod ord">
          <ac:chgData name="Lucie Fontaine" userId="2c6b0298-177f-4237-a83e-8637e19304d5" providerId="ADAL" clId="{38FDF7CA-A37A-44C1-A812-A8007AC22127}" dt="2026-04-21T08:02:32.305" v="12958" actId="20577"/>
          <ac:spMkLst>
            <pc:docMk/>
            <pc:sldMk cId="4151878395" sldId="324"/>
            <ac:spMk id="2" creationId="{23882783-1E89-4F95-4348-4DEBD3954D11}"/>
          </ac:spMkLst>
        </pc:spChg>
        <pc:spChg chg="del mod ord">
          <ac:chgData name="Lucie Fontaine" userId="2c6b0298-177f-4237-a83e-8637e19304d5" providerId="ADAL" clId="{38FDF7CA-A37A-44C1-A812-A8007AC22127}" dt="2026-04-20T15:09:23.403" v="12466" actId="700"/>
          <ac:spMkLst>
            <pc:docMk/>
            <pc:sldMk cId="4151878395" sldId="324"/>
            <ac:spMk id="3" creationId="{7FD41E05-56A6-458B-29DC-891B8C481A9E}"/>
          </ac:spMkLst>
        </pc:spChg>
        <pc:spChg chg="add mod">
          <ac:chgData name="Lucie Fontaine" userId="2c6b0298-177f-4237-a83e-8637e19304d5" providerId="ADAL" clId="{38FDF7CA-A37A-44C1-A812-A8007AC22127}" dt="2026-04-21T08:02:07.854" v="12951"/>
          <ac:spMkLst>
            <pc:docMk/>
            <pc:sldMk cId="4151878395" sldId="324"/>
            <ac:spMk id="3" creationId="{BE4CB01A-F915-149D-5D28-D371D95EB0E9}"/>
          </ac:spMkLst>
        </pc:spChg>
        <pc:spChg chg="del">
          <ac:chgData name="Lucie Fontaine" userId="2c6b0298-177f-4237-a83e-8637e19304d5" providerId="ADAL" clId="{38FDF7CA-A37A-44C1-A812-A8007AC22127}" dt="2026-04-20T14:21:28.427" v="12254" actId="478"/>
          <ac:spMkLst>
            <pc:docMk/>
            <pc:sldMk cId="4151878395" sldId="324"/>
            <ac:spMk id="4" creationId="{97FCD07E-9AF7-6CA9-49CD-FF9F3B18778E}"/>
          </ac:spMkLst>
        </pc:spChg>
        <pc:spChg chg="add del mod">
          <ac:chgData name="Lucie Fontaine" userId="2c6b0298-177f-4237-a83e-8637e19304d5" providerId="ADAL" clId="{38FDF7CA-A37A-44C1-A812-A8007AC22127}" dt="2026-04-21T08:58:23.754" v="13319" actId="478"/>
          <ac:spMkLst>
            <pc:docMk/>
            <pc:sldMk cId="4151878395" sldId="324"/>
            <ac:spMk id="4" creationId="{F4D2479E-2BB9-0D96-65A9-29CB224D6138}"/>
          </ac:spMkLst>
        </pc:spChg>
        <pc:spChg chg="add del mod">
          <ac:chgData name="Lucie Fontaine" userId="2c6b0298-177f-4237-a83e-8637e19304d5" providerId="ADAL" clId="{38FDF7CA-A37A-44C1-A812-A8007AC22127}" dt="2026-04-21T08:02:12.503" v="12952" actId="478"/>
          <ac:spMkLst>
            <pc:docMk/>
            <pc:sldMk cId="4151878395" sldId="324"/>
            <ac:spMk id="32" creationId="{3E18118B-A763-C9EF-D3AA-9479046D313D}"/>
          </ac:spMkLst>
        </pc:spChg>
        <pc:spChg chg="add del mod">
          <ac:chgData name="Lucie Fontaine" userId="2c6b0298-177f-4237-a83e-8637e19304d5" providerId="ADAL" clId="{38FDF7CA-A37A-44C1-A812-A8007AC22127}" dt="2026-04-21T08:02:12.503" v="12952" actId="478"/>
          <ac:spMkLst>
            <pc:docMk/>
            <pc:sldMk cId="4151878395" sldId="324"/>
            <ac:spMk id="33" creationId="{AA5CB9F7-88C5-5B33-BA9A-67A9676BADD6}"/>
          </ac:spMkLst>
        </pc:spChg>
        <pc:spChg chg="add mod">
          <ac:chgData name="Lucie Fontaine" userId="2c6b0298-177f-4237-a83e-8637e19304d5" providerId="ADAL" clId="{38FDF7CA-A37A-44C1-A812-A8007AC22127}" dt="2026-04-21T08:02:51.409" v="12959" actId="478"/>
          <ac:spMkLst>
            <pc:docMk/>
            <pc:sldMk cId="4151878395" sldId="324"/>
            <ac:spMk id="35" creationId="{26404C83-A4EA-89E3-D312-FA24D3D9591C}"/>
          </ac:spMkLst>
        </pc:spChg>
        <pc:spChg chg="del mod">
          <ac:chgData name="Lucie Fontaine" userId="2c6b0298-177f-4237-a83e-8637e19304d5" providerId="ADAL" clId="{38FDF7CA-A37A-44C1-A812-A8007AC22127}" dt="2026-04-20T15:05:18.182" v="12399" actId="22"/>
          <ac:spMkLst>
            <pc:docMk/>
            <pc:sldMk cId="4151878395" sldId="324"/>
            <ac:spMk id="35" creationId="{D0A62F4D-BC2C-2F34-40A8-50ACA3865021}"/>
          </ac:spMkLst>
        </pc:spChg>
        <pc:spChg chg="add del mod">
          <ac:chgData name="Lucie Fontaine" userId="2c6b0298-177f-4237-a83e-8637e19304d5" providerId="ADAL" clId="{38FDF7CA-A37A-44C1-A812-A8007AC22127}" dt="2026-04-20T15:09:12.168" v="12465" actId="22"/>
          <ac:spMkLst>
            <pc:docMk/>
            <pc:sldMk cId="4151878395" sldId="324"/>
            <ac:spMk id="38" creationId="{BE794651-ACE7-42C2-F22F-07DEE8E7802D}"/>
          </ac:spMkLst>
        </pc:spChg>
        <pc:spChg chg="del">
          <ac:chgData name="Lucie Fontaine" userId="2c6b0298-177f-4237-a83e-8637e19304d5" providerId="ADAL" clId="{38FDF7CA-A37A-44C1-A812-A8007AC22127}" dt="2026-04-20T14:22:34.012" v="12260" actId="478"/>
          <ac:spMkLst>
            <pc:docMk/>
            <pc:sldMk cId="4151878395" sldId="324"/>
            <ac:spMk id="39" creationId="{B7C027AA-A716-B175-A2E2-7C24EE6DFF1E}"/>
          </ac:spMkLst>
        </pc:spChg>
        <pc:spChg chg="add mod ord">
          <ac:chgData name="Lucie Fontaine" userId="2c6b0298-177f-4237-a83e-8637e19304d5" providerId="ADAL" clId="{38FDF7CA-A37A-44C1-A812-A8007AC22127}" dt="2026-04-20T15:11:56.041" v="12557" actId="27636"/>
          <ac:spMkLst>
            <pc:docMk/>
            <pc:sldMk cId="4151878395" sldId="324"/>
            <ac:spMk id="42" creationId="{F515C379-5278-F5A3-5452-7E89E8FA7C7C}"/>
          </ac:spMkLst>
        </pc:spChg>
        <pc:spChg chg="add mod ord">
          <ac:chgData name="Lucie Fontaine" userId="2c6b0298-177f-4237-a83e-8637e19304d5" providerId="ADAL" clId="{38FDF7CA-A37A-44C1-A812-A8007AC22127}" dt="2026-04-20T15:09:23.403" v="12466" actId="700"/>
          <ac:spMkLst>
            <pc:docMk/>
            <pc:sldMk cId="4151878395" sldId="324"/>
            <ac:spMk id="43" creationId="{FCD7BB3C-9D69-F98E-9F06-F9FE311CEB74}"/>
          </ac:spMkLst>
        </pc:spChg>
        <pc:spChg chg="add mod ord">
          <ac:chgData name="Lucie Fontaine" userId="2c6b0298-177f-4237-a83e-8637e19304d5" providerId="ADAL" clId="{38FDF7CA-A37A-44C1-A812-A8007AC22127}" dt="2026-04-21T08:02:54.063" v="12960" actId="20577"/>
          <ac:spMkLst>
            <pc:docMk/>
            <pc:sldMk cId="4151878395" sldId="324"/>
            <ac:spMk id="44" creationId="{AF0EDCF2-21C0-A036-581B-67C434EC9071}"/>
          </ac:spMkLst>
        </pc:spChg>
        <pc:spChg chg="add mod">
          <ac:chgData name="Lucie Fontaine" userId="2c6b0298-177f-4237-a83e-8637e19304d5" providerId="ADAL" clId="{38FDF7CA-A37A-44C1-A812-A8007AC22127}" dt="2026-04-21T08:58:23.998" v="13320"/>
          <ac:spMkLst>
            <pc:docMk/>
            <pc:sldMk cId="4151878395" sldId="324"/>
            <ac:spMk id="45" creationId="{EB22C6C9-4593-2626-8904-0684DF55CD24}"/>
          </ac:spMkLst>
        </pc:spChg>
        <pc:spChg chg="del">
          <ac:chgData name="Lucie Fontaine" userId="2c6b0298-177f-4237-a83e-8637e19304d5" providerId="ADAL" clId="{38FDF7CA-A37A-44C1-A812-A8007AC22127}" dt="2026-04-20T14:22:34.012" v="12260" actId="478"/>
          <ac:spMkLst>
            <pc:docMk/>
            <pc:sldMk cId="4151878395" sldId="324"/>
            <ac:spMk id="53" creationId="{9121413A-62CC-7078-8583-993194B3A332}"/>
          </ac:spMkLst>
        </pc:spChg>
        <pc:picChg chg="add del mod ord">
          <ac:chgData name="Lucie Fontaine" userId="2c6b0298-177f-4237-a83e-8637e19304d5" providerId="ADAL" clId="{38FDF7CA-A37A-44C1-A812-A8007AC22127}" dt="2026-04-20T15:05:38.829" v="12400" actId="21"/>
          <ac:picMkLst>
            <pc:docMk/>
            <pc:sldMk cId="4151878395" sldId="324"/>
            <ac:picMk id="36" creationId="{652C6B92-2161-7D8A-CDFD-2F4940672EB1}"/>
          </ac:picMkLst>
        </pc:picChg>
        <pc:picChg chg="add del mod ord">
          <ac:chgData name="Lucie Fontaine" userId="2c6b0298-177f-4237-a83e-8637e19304d5" providerId="ADAL" clId="{38FDF7CA-A37A-44C1-A812-A8007AC22127}" dt="2026-04-21T08:02:51.409" v="12959" actId="478"/>
          <ac:picMkLst>
            <pc:docMk/>
            <pc:sldMk cId="4151878395" sldId="324"/>
            <ac:picMk id="41" creationId="{D16AB137-0ADF-3E71-5C89-7DB36E0A8104}"/>
          </ac:picMkLst>
        </pc:picChg>
        <pc:picChg chg="del">
          <ac:chgData name="Lucie Fontaine" userId="2c6b0298-177f-4237-a83e-8637e19304d5" providerId="ADAL" clId="{38FDF7CA-A37A-44C1-A812-A8007AC22127}" dt="2026-04-20T14:22:34.012" v="12260" actId="478"/>
          <ac:picMkLst>
            <pc:docMk/>
            <pc:sldMk cId="4151878395" sldId="324"/>
            <ac:picMk id="46" creationId="{5D8E190C-BF7A-325F-823F-06687B0ACC1E}"/>
          </ac:picMkLst>
        </pc:picChg>
        <pc:cxnChg chg="mod">
          <ac:chgData name="Lucie Fontaine" userId="2c6b0298-177f-4237-a83e-8637e19304d5" providerId="ADAL" clId="{38FDF7CA-A37A-44C1-A812-A8007AC22127}" dt="2026-04-21T12:57:31.823" v="13927" actId="1582"/>
          <ac:cxnSpMkLst>
            <pc:docMk/>
            <pc:sldMk cId="4151878395" sldId="324"/>
            <ac:cxnSpMk id="13" creationId="{9058EF4C-6987-7460-63D7-DAF9C3B78096}"/>
          </ac:cxnSpMkLst>
        </pc:cxnChg>
        <pc:cxnChg chg="mod">
          <ac:chgData name="Lucie Fontaine" userId="2c6b0298-177f-4237-a83e-8637e19304d5" providerId="ADAL" clId="{38FDF7CA-A37A-44C1-A812-A8007AC22127}" dt="2026-04-21T08:04:08.540" v="12968" actId="14100"/>
          <ac:cxnSpMkLst>
            <pc:docMk/>
            <pc:sldMk cId="4151878395" sldId="324"/>
            <ac:cxnSpMk id="30" creationId="{F4024670-8953-05F2-3794-89A0E350EA65}"/>
          </ac:cxnSpMkLst>
        </pc:cxnChg>
        <pc:cxnChg chg="mod">
          <ac:chgData name="Lucie Fontaine" userId="2c6b0298-177f-4237-a83e-8637e19304d5" providerId="ADAL" clId="{38FDF7CA-A37A-44C1-A812-A8007AC22127}" dt="2026-04-21T08:03:33.293" v="12966" actId="14100"/>
          <ac:cxnSpMkLst>
            <pc:docMk/>
            <pc:sldMk cId="4151878395" sldId="324"/>
            <ac:cxnSpMk id="31" creationId="{0E000B4E-2347-A347-0EC1-032D244AE4EE}"/>
          </ac:cxnSpMkLst>
        </pc:cxnChg>
        <pc:cxnChg chg="del">
          <ac:chgData name="Lucie Fontaine" userId="2c6b0298-177f-4237-a83e-8637e19304d5" providerId="ADAL" clId="{38FDF7CA-A37A-44C1-A812-A8007AC22127}" dt="2026-04-20T14:22:34.012" v="12260" actId="478"/>
          <ac:cxnSpMkLst>
            <pc:docMk/>
            <pc:sldMk cId="4151878395" sldId="324"/>
            <ac:cxnSpMk id="52" creationId="{C07CD3CF-2CB8-6F0D-03A8-23E8741B4967}"/>
          </ac:cxnSpMkLst>
        </pc:cxnChg>
      </pc:sldChg>
      <pc:sldChg chg="addSp delSp modSp add mod">
        <pc:chgData name="Lucie Fontaine" userId="2c6b0298-177f-4237-a83e-8637e19304d5" providerId="ADAL" clId="{38FDF7CA-A37A-44C1-A812-A8007AC22127}" dt="2026-04-23T07:59:43.103" v="18494" actId="693"/>
        <pc:sldMkLst>
          <pc:docMk/>
          <pc:sldMk cId="1733452048" sldId="325"/>
        </pc:sldMkLst>
        <pc:spChg chg="del mod">
          <ac:chgData name="Lucie Fontaine" userId="2c6b0298-177f-4237-a83e-8637e19304d5" providerId="ADAL" clId="{38FDF7CA-A37A-44C1-A812-A8007AC22127}" dt="2026-04-20T15:05:46.027" v="12402"/>
          <ac:spMkLst>
            <pc:docMk/>
            <pc:sldMk cId="1733452048" sldId="325"/>
            <ac:spMk id="5" creationId="{27A25349-79EE-7520-569F-0B76035CA625}"/>
          </ac:spMkLst>
        </pc:spChg>
        <pc:spChg chg="add mod">
          <ac:chgData name="Lucie Fontaine" userId="2c6b0298-177f-4237-a83e-8637e19304d5" providerId="ADAL" clId="{38FDF7CA-A37A-44C1-A812-A8007AC22127}" dt="2026-04-20T15:06:50.083" v="12463" actId="1038"/>
          <ac:spMkLst>
            <pc:docMk/>
            <pc:sldMk cId="1733452048" sldId="325"/>
            <ac:spMk id="6" creationId="{EDB28407-1D35-030B-8805-0145F3A9F70F}"/>
          </ac:spMkLst>
        </pc:spChg>
        <pc:spChg chg="add del mod">
          <ac:chgData name="Lucie Fontaine" userId="2c6b0298-177f-4237-a83e-8637e19304d5" providerId="ADAL" clId="{38FDF7CA-A37A-44C1-A812-A8007AC22127}" dt="2026-04-22T14:26:53.877" v="17223"/>
          <ac:spMkLst>
            <pc:docMk/>
            <pc:sldMk cId="1733452048" sldId="325"/>
            <ac:spMk id="7" creationId="{E3853CD5-5346-7F87-8F3A-F4777A5579BB}"/>
          </ac:spMkLst>
        </pc:spChg>
        <pc:spChg chg="add mod">
          <ac:chgData name="Lucie Fontaine" userId="2c6b0298-177f-4237-a83e-8637e19304d5" providerId="ADAL" clId="{38FDF7CA-A37A-44C1-A812-A8007AC22127}" dt="2026-04-20T15:06:46.268" v="12460" actId="1037"/>
          <ac:spMkLst>
            <pc:docMk/>
            <pc:sldMk cId="1733452048" sldId="325"/>
            <ac:spMk id="8" creationId="{9C178D79-24A1-41AE-BDE1-B655C17B7BED}"/>
          </ac:spMkLst>
        </pc:spChg>
        <pc:spChg chg="add mod">
          <ac:chgData name="Lucie Fontaine" userId="2c6b0298-177f-4237-a83e-8637e19304d5" providerId="ADAL" clId="{38FDF7CA-A37A-44C1-A812-A8007AC22127}" dt="2026-04-20T15:06:24.603" v="12425" actId="20577"/>
          <ac:spMkLst>
            <pc:docMk/>
            <pc:sldMk cId="1733452048" sldId="325"/>
            <ac:spMk id="9" creationId="{9764B11F-EAAC-0049-CB84-6951DC0FC290}"/>
          </ac:spMkLst>
        </pc:spChg>
        <pc:spChg chg="mod">
          <ac:chgData name="Lucie Fontaine" userId="2c6b0298-177f-4237-a83e-8637e19304d5" providerId="ADAL" clId="{38FDF7CA-A37A-44C1-A812-A8007AC22127}" dt="2026-04-21T08:53:14.272" v="13275" actId="20577"/>
          <ac:spMkLst>
            <pc:docMk/>
            <pc:sldMk cId="1733452048" sldId="325"/>
            <ac:spMk id="39" creationId="{B8C873D6-F0E1-E50B-16BC-92CDA0CFFB7A}"/>
          </ac:spMkLst>
        </pc:spChg>
        <pc:spChg chg="del">
          <ac:chgData name="Lucie Fontaine" userId="2c6b0298-177f-4237-a83e-8637e19304d5" providerId="ADAL" clId="{38FDF7CA-A37A-44C1-A812-A8007AC22127}" dt="2026-04-20T14:56:50.495" v="12378" actId="478"/>
          <ac:spMkLst>
            <pc:docMk/>
            <pc:sldMk cId="1733452048" sldId="325"/>
            <ac:spMk id="47" creationId="{6A99925F-E604-21D9-998A-3FA8599BB516}"/>
          </ac:spMkLst>
        </pc:spChg>
        <pc:spChg chg="del">
          <ac:chgData name="Lucie Fontaine" userId="2c6b0298-177f-4237-a83e-8637e19304d5" providerId="ADAL" clId="{38FDF7CA-A37A-44C1-A812-A8007AC22127}" dt="2026-04-20T14:56:50.495" v="12378" actId="478"/>
          <ac:spMkLst>
            <pc:docMk/>
            <pc:sldMk cId="1733452048" sldId="325"/>
            <ac:spMk id="48" creationId="{9D3B9DB4-895F-0970-110C-B62BAFA49A73}"/>
          </ac:spMkLst>
        </pc:spChg>
        <pc:spChg chg="del">
          <ac:chgData name="Lucie Fontaine" userId="2c6b0298-177f-4237-a83e-8637e19304d5" providerId="ADAL" clId="{38FDF7CA-A37A-44C1-A812-A8007AC22127}" dt="2026-04-20T14:56:50.495" v="12378" actId="478"/>
          <ac:spMkLst>
            <pc:docMk/>
            <pc:sldMk cId="1733452048" sldId="325"/>
            <ac:spMk id="49" creationId="{1F308AA4-C773-B5E8-E54E-F6E5523FBF34}"/>
          </ac:spMkLst>
        </pc:spChg>
        <pc:picChg chg="add del mod">
          <ac:chgData name="Lucie Fontaine" userId="2c6b0298-177f-4237-a83e-8637e19304d5" providerId="ADAL" clId="{38FDF7CA-A37A-44C1-A812-A8007AC22127}" dt="2026-04-22T14:26:01.509" v="17216" actId="478"/>
          <ac:picMkLst>
            <pc:docMk/>
            <pc:sldMk cId="1733452048" sldId="325"/>
            <ac:picMk id="3" creationId="{652C6B92-2161-7D8A-CDFD-2F4940672EB1}"/>
          </ac:picMkLst>
        </pc:picChg>
        <pc:picChg chg="del">
          <ac:chgData name="Lucie Fontaine" userId="2c6b0298-177f-4237-a83e-8637e19304d5" providerId="ADAL" clId="{38FDF7CA-A37A-44C1-A812-A8007AC22127}" dt="2026-04-20T14:56:50.495" v="12378" actId="478"/>
          <ac:picMkLst>
            <pc:docMk/>
            <pc:sldMk cId="1733452048" sldId="325"/>
            <ac:picMk id="7" creationId="{D4125DF8-7C13-FA44-3CCC-CED2B205FC30}"/>
          </ac:picMkLst>
        </pc:picChg>
        <pc:picChg chg="add del mod">
          <ac:chgData name="Lucie Fontaine" userId="2c6b0298-177f-4237-a83e-8637e19304d5" providerId="ADAL" clId="{38FDF7CA-A37A-44C1-A812-A8007AC22127}" dt="2026-04-22T14:26:52.638" v="17221" actId="21"/>
          <ac:picMkLst>
            <pc:docMk/>
            <pc:sldMk cId="1733452048" sldId="325"/>
            <ac:picMk id="11" creationId="{1E4BE00D-4F50-ED45-D3A2-135C4DBC2EB4}"/>
          </ac:picMkLst>
        </pc:picChg>
        <pc:picChg chg="add mod">
          <ac:chgData name="Lucie Fontaine" userId="2c6b0298-177f-4237-a83e-8637e19304d5" providerId="ADAL" clId="{38FDF7CA-A37A-44C1-A812-A8007AC22127}" dt="2026-04-23T06:35:44.057" v="17808" actId="14100"/>
          <ac:picMkLst>
            <pc:docMk/>
            <pc:sldMk cId="1733452048" sldId="325"/>
            <ac:picMk id="12" creationId="{1E4BE00D-4F50-ED45-D3A2-135C4DBC2EB4}"/>
          </ac:picMkLst>
        </pc:picChg>
        <pc:picChg chg="del">
          <ac:chgData name="Lucie Fontaine" userId="2c6b0298-177f-4237-a83e-8637e19304d5" providerId="ADAL" clId="{38FDF7CA-A37A-44C1-A812-A8007AC22127}" dt="2026-04-20T14:56:50.495" v="12378" actId="478"/>
          <ac:picMkLst>
            <pc:docMk/>
            <pc:sldMk cId="1733452048" sldId="325"/>
            <ac:picMk id="14" creationId="{C5C54CCB-35C8-0B8F-7072-D88882E69F18}"/>
          </ac:picMkLst>
        </pc:picChg>
        <pc:picChg chg="del">
          <ac:chgData name="Lucie Fontaine" userId="2c6b0298-177f-4237-a83e-8637e19304d5" providerId="ADAL" clId="{38FDF7CA-A37A-44C1-A812-A8007AC22127}" dt="2026-04-20T14:56:50.495" v="12378" actId="478"/>
          <ac:picMkLst>
            <pc:docMk/>
            <pc:sldMk cId="1733452048" sldId="325"/>
            <ac:picMk id="46" creationId="{DBD15B97-AEA3-9409-BA01-4221437493AD}"/>
          </ac:picMkLst>
        </pc:picChg>
        <pc:cxnChg chg="mod">
          <ac:chgData name="Lucie Fontaine" userId="2c6b0298-177f-4237-a83e-8637e19304d5" providerId="ADAL" clId="{38FDF7CA-A37A-44C1-A812-A8007AC22127}" dt="2026-04-21T12:54:22.675" v="13913" actId="1582"/>
          <ac:cxnSpMkLst>
            <pc:docMk/>
            <pc:sldMk cId="1733452048" sldId="325"/>
            <ac:cxnSpMk id="19" creationId="{4F1B63C5-10F2-EE12-D4F3-9E1A19F0DE8E}"/>
          </ac:cxnSpMkLst>
        </pc:cxnChg>
        <pc:cxnChg chg="mod">
          <ac:chgData name="Lucie Fontaine" userId="2c6b0298-177f-4237-a83e-8637e19304d5" providerId="ADAL" clId="{38FDF7CA-A37A-44C1-A812-A8007AC22127}" dt="2026-04-23T07:59:43.103" v="18494" actId="693"/>
          <ac:cxnSpMkLst>
            <pc:docMk/>
            <pc:sldMk cId="1733452048" sldId="325"/>
            <ac:cxnSpMk id="37" creationId="{D4F2ACCE-5263-ED7B-86F8-101BC801659C}"/>
          </ac:cxnSpMkLst>
        </pc:cxnChg>
      </pc:sldChg>
      <pc:sldChg chg="add del">
        <pc:chgData name="Lucie Fontaine" userId="2c6b0298-177f-4237-a83e-8637e19304d5" providerId="ADAL" clId="{38FDF7CA-A37A-44C1-A812-A8007AC22127}" dt="2026-04-20T14:21:41.271" v="12258"/>
        <pc:sldMkLst>
          <pc:docMk/>
          <pc:sldMk cId="2265360566" sldId="325"/>
        </pc:sldMkLst>
      </pc:sldChg>
      <pc:sldChg chg="add del">
        <pc:chgData name="Lucie Fontaine" userId="2c6b0298-177f-4237-a83e-8637e19304d5" providerId="ADAL" clId="{38FDF7CA-A37A-44C1-A812-A8007AC22127}" dt="2026-04-21T08:05:20.836" v="12978" actId="2696"/>
        <pc:sldMkLst>
          <pc:docMk/>
          <pc:sldMk cId="432319357" sldId="326"/>
        </pc:sldMkLst>
      </pc:sldChg>
      <pc:sldChg chg="add del ord">
        <pc:chgData name="Lucie Fontaine" userId="2c6b0298-177f-4237-a83e-8637e19304d5" providerId="ADAL" clId="{38FDF7CA-A37A-44C1-A812-A8007AC22127}" dt="2026-04-21T08:01:50.792" v="12949" actId="2696"/>
        <pc:sldMkLst>
          <pc:docMk/>
          <pc:sldMk cId="1833402230" sldId="326"/>
        </pc:sldMkLst>
      </pc:sldChg>
      <pc:sldChg chg="addSp delSp modSp add del mod">
        <pc:chgData name="Lucie Fontaine" userId="2c6b0298-177f-4237-a83e-8637e19304d5" providerId="ADAL" clId="{38FDF7CA-A37A-44C1-A812-A8007AC22127}" dt="2026-04-22T12:04:12.953" v="16314" actId="2696"/>
        <pc:sldMkLst>
          <pc:docMk/>
          <pc:sldMk cId="2003030118" sldId="327"/>
        </pc:sldMkLst>
        <pc:spChg chg="del">
          <ac:chgData name="Lucie Fontaine" userId="2c6b0298-177f-4237-a83e-8637e19304d5" providerId="ADAL" clId="{38FDF7CA-A37A-44C1-A812-A8007AC22127}" dt="2026-04-21T08:04:35.316" v="12970" actId="478"/>
          <ac:spMkLst>
            <pc:docMk/>
            <pc:sldMk cId="2003030118" sldId="327"/>
            <ac:spMk id="3" creationId="{BE4CB01A-F915-149D-5D28-D371D95EB0E9}"/>
          </ac:spMkLst>
        </pc:spChg>
        <pc:spChg chg="del">
          <ac:chgData name="Lucie Fontaine" userId="2c6b0298-177f-4237-a83e-8637e19304d5" providerId="ADAL" clId="{38FDF7CA-A37A-44C1-A812-A8007AC22127}" dt="2026-04-21T08:04:41.048" v="12972" actId="478"/>
          <ac:spMkLst>
            <pc:docMk/>
            <pc:sldMk cId="2003030118" sldId="327"/>
            <ac:spMk id="4" creationId="{F4D2479E-2BB9-0D96-65A9-29CB224D6138}"/>
          </ac:spMkLst>
        </pc:spChg>
        <pc:spChg chg="add mod">
          <ac:chgData name="Lucie Fontaine" userId="2c6b0298-177f-4237-a83e-8637e19304d5" providerId="ADAL" clId="{38FDF7CA-A37A-44C1-A812-A8007AC22127}" dt="2026-04-21T08:04:35.967" v="12971"/>
          <ac:spMkLst>
            <pc:docMk/>
            <pc:sldMk cId="2003030118" sldId="327"/>
            <ac:spMk id="32" creationId="{A74A51E2-3B1E-F97F-C9B3-ED47B6926312}"/>
          </ac:spMkLst>
        </pc:spChg>
        <pc:spChg chg="mod">
          <ac:chgData name="Lucie Fontaine" userId="2c6b0298-177f-4237-a83e-8637e19304d5" providerId="ADAL" clId="{38FDF7CA-A37A-44C1-A812-A8007AC22127}" dt="2026-04-22T09:45:01.140" v="16154"/>
          <ac:spMkLst>
            <pc:docMk/>
            <pc:sldMk cId="2003030118" sldId="327"/>
            <ac:spMk id="33" creationId="{339B7407-972C-9E36-B367-993A078EF807}"/>
          </ac:spMkLst>
        </pc:spChg>
        <pc:spChg chg="add mod">
          <ac:chgData name="Lucie Fontaine" userId="2c6b0298-177f-4237-a83e-8637e19304d5" providerId="ADAL" clId="{38FDF7CA-A37A-44C1-A812-A8007AC22127}" dt="2026-04-21T08:04:35.967" v="12971"/>
          <ac:spMkLst>
            <pc:docMk/>
            <pc:sldMk cId="2003030118" sldId="327"/>
            <ac:spMk id="33" creationId="{8E93218D-86E8-498C-2793-610AE9D965D7}"/>
          </ac:spMkLst>
        </pc:spChg>
        <pc:spChg chg="add mod">
          <ac:chgData name="Lucie Fontaine" userId="2c6b0298-177f-4237-a83e-8637e19304d5" providerId="ADAL" clId="{38FDF7CA-A37A-44C1-A812-A8007AC22127}" dt="2026-04-21T08:04:41.325" v="12973"/>
          <ac:spMkLst>
            <pc:docMk/>
            <pc:sldMk cId="2003030118" sldId="327"/>
            <ac:spMk id="34" creationId="{FB3A9277-69A6-2982-A896-94294353E8AF}"/>
          </ac:spMkLst>
        </pc:spChg>
        <pc:spChg chg="del mod">
          <ac:chgData name="Lucie Fontaine" userId="2c6b0298-177f-4237-a83e-8637e19304d5" providerId="ADAL" clId="{38FDF7CA-A37A-44C1-A812-A8007AC22127}" dt="2026-04-21T08:05:07.349" v="12975"/>
          <ac:spMkLst>
            <pc:docMk/>
            <pc:sldMk cId="2003030118" sldId="327"/>
            <ac:spMk id="35" creationId="{26404C83-A4EA-89E3-D312-FA24D3D9591C}"/>
          </ac:spMkLst>
        </pc:spChg>
        <pc:spChg chg="mod">
          <ac:chgData name="Lucie Fontaine" userId="2c6b0298-177f-4237-a83e-8637e19304d5" providerId="ADAL" clId="{38FDF7CA-A37A-44C1-A812-A8007AC22127}" dt="2026-04-22T09:45:01.140" v="16154"/>
          <ac:spMkLst>
            <pc:docMk/>
            <pc:sldMk cId="2003030118" sldId="327"/>
            <ac:spMk id="35" creationId="{B6265E04-6B23-BFE7-8499-2EEAF335AD54}"/>
          </ac:spMkLst>
        </pc:spChg>
        <pc:spChg chg="add mod">
          <ac:chgData name="Lucie Fontaine" userId="2c6b0298-177f-4237-a83e-8637e19304d5" providerId="ADAL" clId="{38FDF7CA-A37A-44C1-A812-A8007AC22127}" dt="2026-04-21T08:04:41.325" v="12973"/>
          <ac:spMkLst>
            <pc:docMk/>
            <pc:sldMk cId="2003030118" sldId="327"/>
            <ac:spMk id="36" creationId="{92500E46-814D-F8B0-4C70-9BB120BA370D}"/>
          </ac:spMkLst>
        </pc:spChg>
        <pc:spChg chg="mod">
          <ac:chgData name="Lucie Fontaine" userId="2c6b0298-177f-4237-a83e-8637e19304d5" providerId="ADAL" clId="{38FDF7CA-A37A-44C1-A812-A8007AC22127}" dt="2026-04-22T09:45:01.140" v="16154"/>
          <ac:spMkLst>
            <pc:docMk/>
            <pc:sldMk cId="2003030118" sldId="327"/>
            <ac:spMk id="38" creationId="{080C6CE4-8C23-B76F-6B23-E23EF6DDD0E6}"/>
          </ac:spMkLst>
        </pc:spChg>
        <pc:spChg chg="mod">
          <ac:chgData name="Lucie Fontaine" userId="2c6b0298-177f-4237-a83e-8637e19304d5" providerId="ADAL" clId="{38FDF7CA-A37A-44C1-A812-A8007AC22127}" dt="2026-04-22T09:45:01.140" v="16154"/>
          <ac:spMkLst>
            <pc:docMk/>
            <pc:sldMk cId="2003030118" sldId="327"/>
            <ac:spMk id="39" creationId="{B1C1006D-F07D-31A2-BF09-AA1CAA0CECE2}"/>
          </ac:spMkLst>
        </pc:spChg>
        <pc:spChg chg="mod">
          <ac:chgData name="Lucie Fontaine" userId="2c6b0298-177f-4237-a83e-8637e19304d5" providerId="ADAL" clId="{38FDF7CA-A37A-44C1-A812-A8007AC22127}" dt="2026-04-22T09:45:01.140" v="16154"/>
          <ac:spMkLst>
            <pc:docMk/>
            <pc:sldMk cId="2003030118" sldId="327"/>
            <ac:spMk id="40" creationId="{5D1F5E99-9FBC-0F55-3BF9-F11898BF7C02}"/>
          </ac:spMkLst>
        </pc:spChg>
        <pc:spChg chg="mod">
          <ac:chgData name="Lucie Fontaine" userId="2c6b0298-177f-4237-a83e-8637e19304d5" providerId="ADAL" clId="{38FDF7CA-A37A-44C1-A812-A8007AC22127}" dt="2026-04-22T09:45:01.140" v="16154"/>
          <ac:spMkLst>
            <pc:docMk/>
            <pc:sldMk cId="2003030118" sldId="327"/>
            <ac:spMk id="41" creationId="{C9D81197-8519-EBA5-7F23-BA33101683EC}"/>
          </ac:spMkLst>
        </pc:spChg>
        <pc:spChg chg="mod">
          <ac:chgData name="Lucie Fontaine" userId="2c6b0298-177f-4237-a83e-8637e19304d5" providerId="ADAL" clId="{38FDF7CA-A37A-44C1-A812-A8007AC22127}" dt="2026-04-21T08:05:14.233" v="12977" actId="20577"/>
          <ac:spMkLst>
            <pc:docMk/>
            <pc:sldMk cId="2003030118" sldId="327"/>
            <ac:spMk id="44" creationId="{AF0EDCF2-21C0-A036-581B-67C434EC9071}"/>
          </ac:spMkLst>
        </pc:spChg>
        <pc:spChg chg="mod">
          <ac:chgData name="Lucie Fontaine" userId="2c6b0298-177f-4237-a83e-8637e19304d5" providerId="ADAL" clId="{38FDF7CA-A37A-44C1-A812-A8007AC22127}" dt="2026-04-22T09:45:01.140" v="16154"/>
          <ac:spMkLst>
            <pc:docMk/>
            <pc:sldMk cId="2003030118" sldId="327"/>
            <ac:spMk id="55" creationId="{E75D90E0-3E5B-D35C-960E-6A9229838DF8}"/>
          </ac:spMkLst>
        </pc:spChg>
        <pc:spChg chg="mod">
          <ac:chgData name="Lucie Fontaine" userId="2c6b0298-177f-4237-a83e-8637e19304d5" providerId="ADAL" clId="{38FDF7CA-A37A-44C1-A812-A8007AC22127}" dt="2026-04-22T09:45:01.140" v="16154"/>
          <ac:spMkLst>
            <pc:docMk/>
            <pc:sldMk cId="2003030118" sldId="327"/>
            <ac:spMk id="57" creationId="{78017FAD-3827-8F17-78D4-C3A3A9CBBCBE}"/>
          </ac:spMkLst>
        </pc:spChg>
        <pc:spChg chg="mod">
          <ac:chgData name="Lucie Fontaine" userId="2c6b0298-177f-4237-a83e-8637e19304d5" providerId="ADAL" clId="{38FDF7CA-A37A-44C1-A812-A8007AC22127}" dt="2026-04-22T09:45:24.352" v="16157"/>
          <ac:spMkLst>
            <pc:docMk/>
            <pc:sldMk cId="2003030118" sldId="327"/>
            <ac:spMk id="64" creationId="{188D09BC-08A3-5013-C8B1-AF714E77AFE4}"/>
          </ac:spMkLst>
        </pc:spChg>
        <pc:spChg chg="mod">
          <ac:chgData name="Lucie Fontaine" userId="2c6b0298-177f-4237-a83e-8637e19304d5" providerId="ADAL" clId="{38FDF7CA-A37A-44C1-A812-A8007AC22127}" dt="2026-04-22T09:45:24.352" v="16157"/>
          <ac:spMkLst>
            <pc:docMk/>
            <pc:sldMk cId="2003030118" sldId="327"/>
            <ac:spMk id="65" creationId="{EF9867A5-8505-D714-C05F-369B1FA8947D}"/>
          </ac:spMkLst>
        </pc:spChg>
        <pc:spChg chg="mod">
          <ac:chgData name="Lucie Fontaine" userId="2c6b0298-177f-4237-a83e-8637e19304d5" providerId="ADAL" clId="{38FDF7CA-A37A-44C1-A812-A8007AC22127}" dt="2026-04-22T09:45:24.352" v="16157"/>
          <ac:spMkLst>
            <pc:docMk/>
            <pc:sldMk cId="2003030118" sldId="327"/>
            <ac:spMk id="66" creationId="{369CBC24-ADFE-7EBA-991D-57B4F6DEFF6F}"/>
          </ac:spMkLst>
        </pc:spChg>
        <pc:spChg chg="mod">
          <ac:chgData name="Lucie Fontaine" userId="2c6b0298-177f-4237-a83e-8637e19304d5" providerId="ADAL" clId="{38FDF7CA-A37A-44C1-A812-A8007AC22127}" dt="2026-04-22T09:45:24.352" v="16157"/>
          <ac:spMkLst>
            <pc:docMk/>
            <pc:sldMk cId="2003030118" sldId="327"/>
            <ac:spMk id="67" creationId="{47EB6B78-A7C2-6583-F3F6-D178082DC25D}"/>
          </ac:spMkLst>
        </pc:spChg>
        <pc:spChg chg="mod">
          <ac:chgData name="Lucie Fontaine" userId="2c6b0298-177f-4237-a83e-8637e19304d5" providerId="ADAL" clId="{38FDF7CA-A37A-44C1-A812-A8007AC22127}" dt="2026-04-22T09:45:24.352" v="16157"/>
          <ac:spMkLst>
            <pc:docMk/>
            <pc:sldMk cId="2003030118" sldId="327"/>
            <ac:spMk id="68" creationId="{891D132C-2528-6D59-9AA8-1D0CF85A7699}"/>
          </ac:spMkLst>
        </pc:spChg>
        <pc:spChg chg="mod">
          <ac:chgData name="Lucie Fontaine" userId="2c6b0298-177f-4237-a83e-8637e19304d5" providerId="ADAL" clId="{38FDF7CA-A37A-44C1-A812-A8007AC22127}" dt="2026-04-22T09:45:24.352" v="16157"/>
          <ac:spMkLst>
            <pc:docMk/>
            <pc:sldMk cId="2003030118" sldId="327"/>
            <ac:spMk id="69" creationId="{B7A8A8C9-C65D-ABE6-86DA-ECC5757FC6E9}"/>
          </ac:spMkLst>
        </pc:spChg>
        <pc:spChg chg="mod">
          <ac:chgData name="Lucie Fontaine" userId="2c6b0298-177f-4237-a83e-8637e19304d5" providerId="ADAL" clId="{38FDF7CA-A37A-44C1-A812-A8007AC22127}" dt="2026-04-22T09:45:24.352" v="16157"/>
          <ac:spMkLst>
            <pc:docMk/>
            <pc:sldMk cId="2003030118" sldId="327"/>
            <ac:spMk id="80" creationId="{CB3E5660-B80E-B616-8928-58311A6108DE}"/>
          </ac:spMkLst>
        </pc:spChg>
        <pc:spChg chg="mod">
          <ac:chgData name="Lucie Fontaine" userId="2c6b0298-177f-4237-a83e-8637e19304d5" providerId="ADAL" clId="{38FDF7CA-A37A-44C1-A812-A8007AC22127}" dt="2026-04-22T09:45:24.352" v="16157"/>
          <ac:spMkLst>
            <pc:docMk/>
            <pc:sldMk cId="2003030118" sldId="327"/>
            <ac:spMk id="82" creationId="{A6D5A5C0-A815-BDB1-2F84-2DBBC5C6137C}"/>
          </ac:spMkLst>
        </pc:spChg>
        <pc:spChg chg="mod">
          <ac:chgData name="Lucie Fontaine" userId="2c6b0298-177f-4237-a83e-8637e19304d5" providerId="ADAL" clId="{38FDF7CA-A37A-44C1-A812-A8007AC22127}" dt="2026-04-22T09:45:38.232" v="16158"/>
          <ac:spMkLst>
            <pc:docMk/>
            <pc:sldMk cId="2003030118" sldId="327"/>
            <ac:spMk id="85" creationId="{4C25DC6F-DE0B-3ADF-D5C0-9A545EB47734}"/>
          </ac:spMkLst>
        </pc:spChg>
        <pc:spChg chg="mod">
          <ac:chgData name="Lucie Fontaine" userId="2c6b0298-177f-4237-a83e-8637e19304d5" providerId="ADAL" clId="{38FDF7CA-A37A-44C1-A812-A8007AC22127}" dt="2026-04-22T09:45:38.232" v="16158"/>
          <ac:spMkLst>
            <pc:docMk/>
            <pc:sldMk cId="2003030118" sldId="327"/>
            <ac:spMk id="89" creationId="{CB9A9AB5-A3E9-3A7A-75BB-2CB2DAB2F5B5}"/>
          </ac:spMkLst>
        </pc:spChg>
        <pc:spChg chg="mod">
          <ac:chgData name="Lucie Fontaine" userId="2c6b0298-177f-4237-a83e-8637e19304d5" providerId="ADAL" clId="{38FDF7CA-A37A-44C1-A812-A8007AC22127}" dt="2026-04-22T09:45:38.232" v="16158"/>
          <ac:spMkLst>
            <pc:docMk/>
            <pc:sldMk cId="2003030118" sldId="327"/>
            <ac:spMk id="91" creationId="{9CD69408-CE4C-CB3F-9E19-0EBE14E3E5B9}"/>
          </ac:spMkLst>
        </pc:spChg>
        <pc:spChg chg="mod">
          <ac:chgData name="Lucie Fontaine" userId="2c6b0298-177f-4237-a83e-8637e19304d5" providerId="ADAL" clId="{38FDF7CA-A37A-44C1-A812-A8007AC22127}" dt="2026-04-22T09:45:38.232" v="16158"/>
          <ac:spMkLst>
            <pc:docMk/>
            <pc:sldMk cId="2003030118" sldId="327"/>
            <ac:spMk id="98" creationId="{CE62141A-7EF2-6705-5C4B-D28F75F3B5D2}"/>
          </ac:spMkLst>
        </pc:spChg>
        <pc:spChg chg="mod">
          <ac:chgData name="Lucie Fontaine" userId="2c6b0298-177f-4237-a83e-8637e19304d5" providerId="ADAL" clId="{38FDF7CA-A37A-44C1-A812-A8007AC22127}" dt="2026-04-22T09:45:38.232" v="16158"/>
          <ac:spMkLst>
            <pc:docMk/>
            <pc:sldMk cId="2003030118" sldId="327"/>
            <ac:spMk id="99" creationId="{B6C32E7A-C4F6-D734-3D83-99E9B345847E}"/>
          </ac:spMkLst>
        </pc:spChg>
        <pc:spChg chg="mod">
          <ac:chgData name="Lucie Fontaine" userId="2c6b0298-177f-4237-a83e-8637e19304d5" providerId="ADAL" clId="{38FDF7CA-A37A-44C1-A812-A8007AC22127}" dt="2026-04-22T09:45:38.232" v="16158"/>
          <ac:spMkLst>
            <pc:docMk/>
            <pc:sldMk cId="2003030118" sldId="327"/>
            <ac:spMk id="100" creationId="{6BC56206-7B12-B6B6-3F5C-FBB844758958}"/>
          </ac:spMkLst>
        </pc:spChg>
        <pc:spChg chg="mod">
          <ac:chgData name="Lucie Fontaine" userId="2c6b0298-177f-4237-a83e-8637e19304d5" providerId="ADAL" clId="{38FDF7CA-A37A-44C1-A812-A8007AC22127}" dt="2026-04-22T09:45:38.232" v="16158"/>
          <ac:spMkLst>
            <pc:docMk/>
            <pc:sldMk cId="2003030118" sldId="327"/>
            <ac:spMk id="101" creationId="{C3E59C6A-5678-6D83-B07F-BCFC0D507321}"/>
          </ac:spMkLst>
        </pc:spChg>
        <pc:spChg chg="mod">
          <ac:chgData name="Lucie Fontaine" userId="2c6b0298-177f-4237-a83e-8637e19304d5" providerId="ADAL" clId="{38FDF7CA-A37A-44C1-A812-A8007AC22127}" dt="2026-04-22T09:45:38.232" v="16158"/>
          <ac:spMkLst>
            <pc:docMk/>
            <pc:sldMk cId="2003030118" sldId="327"/>
            <ac:spMk id="102" creationId="{52D04384-3F31-EDC5-1613-CD8EF788F490}"/>
          </ac:spMkLst>
        </pc:spChg>
        <pc:spChg chg="mod">
          <ac:chgData name="Lucie Fontaine" userId="2c6b0298-177f-4237-a83e-8637e19304d5" providerId="ADAL" clId="{38FDF7CA-A37A-44C1-A812-A8007AC22127}" dt="2026-04-22T09:45:38.232" v="16158"/>
          <ac:spMkLst>
            <pc:docMk/>
            <pc:sldMk cId="2003030118" sldId="327"/>
            <ac:spMk id="103" creationId="{FA0BB47D-492D-514E-ED00-3766553D167F}"/>
          </ac:spMkLst>
        </pc:spChg>
        <pc:spChg chg="add mod">
          <ac:chgData name="Lucie Fontaine" userId="2c6b0298-177f-4237-a83e-8637e19304d5" providerId="ADAL" clId="{38FDF7CA-A37A-44C1-A812-A8007AC22127}" dt="2026-04-22T09:45:38.232" v="16158"/>
          <ac:spMkLst>
            <pc:docMk/>
            <pc:sldMk cId="2003030118" sldId="327"/>
            <ac:spMk id="112" creationId="{1EC9630E-7BC4-3437-46CC-593F14B60A19}"/>
          </ac:spMkLst>
        </pc:spChg>
        <pc:grpChg chg="add mod">
          <ac:chgData name="Lucie Fontaine" userId="2c6b0298-177f-4237-a83e-8637e19304d5" providerId="ADAL" clId="{38FDF7CA-A37A-44C1-A812-A8007AC22127}" dt="2026-04-22T09:45:01.140" v="16154"/>
          <ac:grpSpMkLst>
            <pc:docMk/>
            <pc:sldMk cId="2003030118" sldId="327"/>
            <ac:grpSpMk id="3" creationId="{2B5BC760-BBF0-8E30-E52A-D37FDBCC62F6}"/>
          </ac:grpSpMkLst>
        </pc:grpChg>
        <pc:grpChg chg="mod">
          <ac:chgData name="Lucie Fontaine" userId="2c6b0298-177f-4237-a83e-8637e19304d5" providerId="ADAL" clId="{38FDF7CA-A37A-44C1-A812-A8007AC22127}" dt="2026-04-22T09:45:01.140" v="16154"/>
          <ac:grpSpMkLst>
            <pc:docMk/>
            <pc:sldMk cId="2003030118" sldId="327"/>
            <ac:grpSpMk id="4" creationId="{B2F6F833-5A65-B3B4-90AF-E2D13CC51E57}"/>
          </ac:grpSpMkLst>
        </pc:grpChg>
        <pc:grpChg chg="del">
          <ac:chgData name="Lucie Fontaine" userId="2c6b0298-177f-4237-a83e-8637e19304d5" providerId="ADAL" clId="{38FDF7CA-A37A-44C1-A812-A8007AC22127}" dt="2026-04-22T09:45:00.871" v="16153" actId="478"/>
          <ac:grpSpMkLst>
            <pc:docMk/>
            <pc:sldMk cId="2003030118" sldId="327"/>
            <ac:grpSpMk id="5" creationId="{5B734918-A671-3466-B94F-0A1BEEFD52DF}"/>
          </ac:grpSpMkLst>
        </pc:grpChg>
        <pc:grpChg chg="add mod">
          <ac:chgData name="Lucie Fontaine" userId="2c6b0298-177f-4237-a83e-8637e19304d5" providerId="ADAL" clId="{38FDF7CA-A37A-44C1-A812-A8007AC22127}" dt="2026-04-22T09:45:24.352" v="16157"/>
          <ac:grpSpMkLst>
            <pc:docMk/>
            <pc:sldMk cId="2003030118" sldId="327"/>
            <ac:grpSpMk id="59" creationId="{55394E1A-B7A4-11EC-6D47-3F23AA660507}"/>
          </ac:grpSpMkLst>
        </pc:grpChg>
        <pc:grpChg chg="mod">
          <ac:chgData name="Lucie Fontaine" userId="2c6b0298-177f-4237-a83e-8637e19304d5" providerId="ADAL" clId="{38FDF7CA-A37A-44C1-A812-A8007AC22127}" dt="2026-04-22T09:45:24.352" v="16157"/>
          <ac:grpSpMkLst>
            <pc:docMk/>
            <pc:sldMk cId="2003030118" sldId="327"/>
            <ac:grpSpMk id="60" creationId="{A6435512-3D74-4E02-98D4-06C3520836C4}"/>
          </ac:grpSpMkLst>
        </pc:grpChg>
        <pc:grpChg chg="mod">
          <ac:chgData name="Lucie Fontaine" userId="2c6b0298-177f-4237-a83e-8637e19304d5" providerId="ADAL" clId="{38FDF7CA-A37A-44C1-A812-A8007AC22127}" dt="2026-04-22T09:45:24.352" v="16157"/>
          <ac:grpSpMkLst>
            <pc:docMk/>
            <pc:sldMk cId="2003030118" sldId="327"/>
            <ac:grpSpMk id="62" creationId="{78FD6568-8050-3A33-B4E7-C1634BD321B9}"/>
          </ac:grpSpMkLst>
        </pc:grpChg>
        <pc:grpChg chg="add mod">
          <ac:chgData name="Lucie Fontaine" userId="2c6b0298-177f-4237-a83e-8637e19304d5" providerId="ADAL" clId="{38FDF7CA-A37A-44C1-A812-A8007AC22127}" dt="2026-04-22T09:45:38.232" v="16158"/>
          <ac:grpSpMkLst>
            <pc:docMk/>
            <pc:sldMk cId="2003030118" sldId="327"/>
            <ac:grpSpMk id="84" creationId="{391C486E-8A80-F3EC-A05D-50F3B516B27C}"/>
          </ac:grpSpMkLst>
        </pc:grpChg>
        <pc:grpChg chg="mod">
          <ac:chgData name="Lucie Fontaine" userId="2c6b0298-177f-4237-a83e-8637e19304d5" providerId="ADAL" clId="{38FDF7CA-A37A-44C1-A812-A8007AC22127}" dt="2026-04-22T09:45:38.232" v="16158"/>
          <ac:grpSpMkLst>
            <pc:docMk/>
            <pc:sldMk cId="2003030118" sldId="327"/>
            <ac:grpSpMk id="86" creationId="{767A7FF3-4DC3-1E4B-E5ED-47ECB39227D6}"/>
          </ac:grpSpMkLst>
        </pc:grpChg>
        <pc:grpChg chg="mod">
          <ac:chgData name="Lucie Fontaine" userId="2c6b0298-177f-4237-a83e-8637e19304d5" providerId="ADAL" clId="{38FDF7CA-A37A-44C1-A812-A8007AC22127}" dt="2026-04-22T09:45:38.232" v="16158"/>
          <ac:grpSpMkLst>
            <pc:docMk/>
            <pc:sldMk cId="2003030118" sldId="327"/>
            <ac:grpSpMk id="87" creationId="{809E9A44-17EF-3708-5279-BE6199D98F13}"/>
          </ac:grpSpMkLst>
        </pc:grpChg>
        <pc:grpChg chg="mod">
          <ac:chgData name="Lucie Fontaine" userId="2c6b0298-177f-4237-a83e-8637e19304d5" providerId="ADAL" clId="{38FDF7CA-A37A-44C1-A812-A8007AC22127}" dt="2026-04-22T09:45:38.232" v="16158"/>
          <ac:grpSpMkLst>
            <pc:docMk/>
            <pc:sldMk cId="2003030118" sldId="327"/>
            <ac:grpSpMk id="93" creationId="{34D99A20-40B9-EB5C-007A-C887B94DE8D8}"/>
          </ac:grpSpMkLst>
        </pc:grpChg>
        <pc:grpChg chg="mod">
          <ac:chgData name="Lucie Fontaine" userId="2c6b0298-177f-4237-a83e-8637e19304d5" providerId="ADAL" clId="{38FDF7CA-A37A-44C1-A812-A8007AC22127}" dt="2026-04-22T09:45:38.232" v="16158"/>
          <ac:grpSpMkLst>
            <pc:docMk/>
            <pc:sldMk cId="2003030118" sldId="327"/>
            <ac:grpSpMk id="95" creationId="{9C249699-840A-D5EF-33DD-1679C24CF668}"/>
          </ac:grpSpMkLst>
        </pc:grpChg>
        <pc:picChg chg="add mod">
          <ac:chgData name="Lucie Fontaine" userId="2c6b0298-177f-4237-a83e-8637e19304d5" providerId="ADAL" clId="{38FDF7CA-A37A-44C1-A812-A8007AC22127}" dt="2026-04-21T08:05:07.349" v="12975"/>
          <ac:picMkLst>
            <pc:docMk/>
            <pc:sldMk cId="2003030118" sldId="327"/>
            <ac:picMk id="37" creationId="{75DAB10C-F72A-5F05-C9A5-EA22A0FBF0A3}"/>
          </ac:picMkLst>
        </pc:picChg>
        <pc:cxnChg chg="mod">
          <ac:chgData name="Lucie Fontaine" userId="2c6b0298-177f-4237-a83e-8637e19304d5" providerId="ADAL" clId="{38FDF7CA-A37A-44C1-A812-A8007AC22127}" dt="2026-04-22T09:45:00.871" v="16153" actId="478"/>
          <ac:cxnSpMkLst>
            <pc:docMk/>
            <pc:sldMk cId="2003030118" sldId="327"/>
            <ac:cxnSpMk id="13" creationId="{9058EF4C-6987-7460-63D7-DAF9C3B78096}"/>
          </ac:cxnSpMkLst>
        </pc:cxnChg>
        <pc:cxnChg chg="mod">
          <ac:chgData name="Lucie Fontaine" userId="2c6b0298-177f-4237-a83e-8637e19304d5" providerId="ADAL" clId="{38FDF7CA-A37A-44C1-A812-A8007AC22127}" dt="2026-04-22T09:45:00.871" v="16153" actId="478"/>
          <ac:cxnSpMkLst>
            <pc:docMk/>
            <pc:sldMk cId="2003030118" sldId="327"/>
            <ac:cxnSpMk id="24" creationId="{3F8F5915-6075-7D70-C9C8-963B715B585A}"/>
          </ac:cxnSpMkLst>
        </pc:cxnChg>
        <pc:cxnChg chg="mod">
          <ac:chgData name="Lucie Fontaine" userId="2c6b0298-177f-4237-a83e-8637e19304d5" providerId="ADAL" clId="{38FDF7CA-A37A-44C1-A812-A8007AC22127}" dt="2026-04-22T09:45:00.871" v="16153" actId="478"/>
          <ac:cxnSpMkLst>
            <pc:docMk/>
            <pc:sldMk cId="2003030118" sldId="327"/>
            <ac:cxnSpMk id="27" creationId="{DD33A741-FC57-437B-B982-0D1ECA725CF0}"/>
          </ac:cxnSpMkLst>
        </pc:cxnChg>
        <pc:cxnChg chg="mod">
          <ac:chgData name="Lucie Fontaine" userId="2c6b0298-177f-4237-a83e-8637e19304d5" providerId="ADAL" clId="{38FDF7CA-A37A-44C1-A812-A8007AC22127}" dt="2026-04-22T09:45:00.871" v="16153" actId="478"/>
          <ac:cxnSpMkLst>
            <pc:docMk/>
            <pc:sldMk cId="2003030118" sldId="327"/>
            <ac:cxnSpMk id="28" creationId="{8FA68745-F07E-FECE-ECD0-5F28A385E991}"/>
          </ac:cxnSpMkLst>
        </pc:cxnChg>
        <pc:cxnChg chg="mod">
          <ac:chgData name="Lucie Fontaine" userId="2c6b0298-177f-4237-a83e-8637e19304d5" providerId="ADAL" clId="{38FDF7CA-A37A-44C1-A812-A8007AC22127}" dt="2026-04-22T09:45:00.871" v="16153" actId="478"/>
          <ac:cxnSpMkLst>
            <pc:docMk/>
            <pc:sldMk cId="2003030118" sldId="327"/>
            <ac:cxnSpMk id="29" creationId="{37A30663-3CAC-691E-ECB2-17CA5A2CBD86}"/>
          </ac:cxnSpMkLst>
        </pc:cxnChg>
        <pc:cxnChg chg="mod">
          <ac:chgData name="Lucie Fontaine" userId="2c6b0298-177f-4237-a83e-8637e19304d5" providerId="ADAL" clId="{38FDF7CA-A37A-44C1-A812-A8007AC22127}" dt="2026-04-22T09:45:00.871" v="16153" actId="478"/>
          <ac:cxnSpMkLst>
            <pc:docMk/>
            <pc:sldMk cId="2003030118" sldId="327"/>
            <ac:cxnSpMk id="31" creationId="{0E000B4E-2347-A347-0EC1-032D244AE4EE}"/>
          </ac:cxnSpMkLst>
        </pc:cxnChg>
        <pc:cxnChg chg="mod">
          <ac:chgData name="Lucie Fontaine" userId="2c6b0298-177f-4237-a83e-8637e19304d5" providerId="ADAL" clId="{38FDF7CA-A37A-44C1-A812-A8007AC22127}" dt="2026-04-22T09:45:01.140" v="16154"/>
          <ac:cxnSpMkLst>
            <pc:docMk/>
            <pc:sldMk cId="2003030118" sldId="327"/>
            <ac:cxnSpMk id="32" creationId="{8F20DCAC-DA3B-C7DE-F7BE-5EAA5E083561}"/>
          </ac:cxnSpMkLst>
        </pc:cxnChg>
        <pc:cxnChg chg="mod">
          <ac:chgData name="Lucie Fontaine" userId="2c6b0298-177f-4237-a83e-8637e19304d5" providerId="ADAL" clId="{38FDF7CA-A37A-44C1-A812-A8007AC22127}" dt="2026-04-22T09:45:01.140" v="16154"/>
          <ac:cxnSpMkLst>
            <pc:docMk/>
            <pc:sldMk cId="2003030118" sldId="327"/>
            <ac:cxnSpMk id="45" creationId="{4F4603A4-8A3D-9764-CEA1-FFD0689DA236}"/>
          </ac:cxnSpMkLst>
        </pc:cxnChg>
        <pc:cxnChg chg="mod">
          <ac:chgData name="Lucie Fontaine" userId="2c6b0298-177f-4237-a83e-8637e19304d5" providerId="ADAL" clId="{38FDF7CA-A37A-44C1-A812-A8007AC22127}" dt="2026-04-22T09:45:01.140" v="16154"/>
          <ac:cxnSpMkLst>
            <pc:docMk/>
            <pc:sldMk cId="2003030118" sldId="327"/>
            <ac:cxnSpMk id="46" creationId="{F5D9E62C-BBA7-48AF-C690-9070CDEFD789}"/>
          </ac:cxnSpMkLst>
        </pc:cxnChg>
        <pc:cxnChg chg="mod">
          <ac:chgData name="Lucie Fontaine" userId="2c6b0298-177f-4237-a83e-8637e19304d5" providerId="ADAL" clId="{38FDF7CA-A37A-44C1-A812-A8007AC22127}" dt="2026-04-22T09:45:01.140" v="16154"/>
          <ac:cxnSpMkLst>
            <pc:docMk/>
            <pc:sldMk cId="2003030118" sldId="327"/>
            <ac:cxnSpMk id="47" creationId="{26AF87D1-4BE1-D499-3585-4F16C98C3FE0}"/>
          </ac:cxnSpMkLst>
        </pc:cxnChg>
        <pc:cxnChg chg="mod">
          <ac:chgData name="Lucie Fontaine" userId="2c6b0298-177f-4237-a83e-8637e19304d5" providerId="ADAL" clId="{38FDF7CA-A37A-44C1-A812-A8007AC22127}" dt="2026-04-22T09:45:01.140" v="16154"/>
          <ac:cxnSpMkLst>
            <pc:docMk/>
            <pc:sldMk cId="2003030118" sldId="327"/>
            <ac:cxnSpMk id="48" creationId="{119D2F87-038F-B29C-D552-C8DBBD97DD6F}"/>
          </ac:cxnSpMkLst>
        </pc:cxnChg>
        <pc:cxnChg chg="mod">
          <ac:chgData name="Lucie Fontaine" userId="2c6b0298-177f-4237-a83e-8637e19304d5" providerId="ADAL" clId="{38FDF7CA-A37A-44C1-A812-A8007AC22127}" dt="2026-04-22T09:45:01.140" v="16154"/>
          <ac:cxnSpMkLst>
            <pc:docMk/>
            <pc:sldMk cId="2003030118" sldId="327"/>
            <ac:cxnSpMk id="49" creationId="{01CBEDC6-D9D8-BFF5-DA55-4278FBFBB8FE}"/>
          </ac:cxnSpMkLst>
        </pc:cxnChg>
        <pc:cxnChg chg="mod">
          <ac:chgData name="Lucie Fontaine" userId="2c6b0298-177f-4237-a83e-8637e19304d5" providerId="ADAL" clId="{38FDF7CA-A37A-44C1-A812-A8007AC22127}" dt="2026-04-22T09:45:01.140" v="16154"/>
          <ac:cxnSpMkLst>
            <pc:docMk/>
            <pc:sldMk cId="2003030118" sldId="327"/>
            <ac:cxnSpMk id="50" creationId="{648EF9C7-FBC1-58BA-4C5A-F4EF525EDC23}"/>
          </ac:cxnSpMkLst>
        </pc:cxnChg>
        <pc:cxnChg chg="mod">
          <ac:chgData name="Lucie Fontaine" userId="2c6b0298-177f-4237-a83e-8637e19304d5" providerId="ADAL" clId="{38FDF7CA-A37A-44C1-A812-A8007AC22127}" dt="2026-04-22T09:45:01.140" v="16154"/>
          <ac:cxnSpMkLst>
            <pc:docMk/>
            <pc:sldMk cId="2003030118" sldId="327"/>
            <ac:cxnSpMk id="51" creationId="{EDABC4CE-3D0A-9305-3C8B-D26ABBD66C68}"/>
          </ac:cxnSpMkLst>
        </pc:cxnChg>
        <pc:cxnChg chg="mod">
          <ac:chgData name="Lucie Fontaine" userId="2c6b0298-177f-4237-a83e-8637e19304d5" providerId="ADAL" clId="{38FDF7CA-A37A-44C1-A812-A8007AC22127}" dt="2026-04-22T09:45:01.140" v="16154"/>
          <ac:cxnSpMkLst>
            <pc:docMk/>
            <pc:sldMk cId="2003030118" sldId="327"/>
            <ac:cxnSpMk id="52" creationId="{DE73B4B1-755A-8F28-23AD-A6A71977A892}"/>
          </ac:cxnSpMkLst>
        </pc:cxnChg>
        <pc:cxnChg chg="mod">
          <ac:chgData name="Lucie Fontaine" userId="2c6b0298-177f-4237-a83e-8637e19304d5" providerId="ADAL" clId="{38FDF7CA-A37A-44C1-A812-A8007AC22127}" dt="2026-04-22T09:45:01.140" v="16154"/>
          <ac:cxnSpMkLst>
            <pc:docMk/>
            <pc:sldMk cId="2003030118" sldId="327"/>
            <ac:cxnSpMk id="53" creationId="{9948A853-FC86-6C8A-7C86-3DF3DFA19AE0}"/>
          </ac:cxnSpMkLst>
        </pc:cxnChg>
        <pc:cxnChg chg="mod">
          <ac:chgData name="Lucie Fontaine" userId="2c6b0298-177f-4237-a83e-8637e19304d5" providerId="ADAL" clId="{38FDF7CA-A37A-44C1-A812-A8007AC22127}" dt="2026-04-22T09:45:01.140" v="16154"/>
          <ac:cxnSpMkLst>
            <pc:docMk/>
            <pc:sldMk cId="2003030118" sldId="327"/>
            <ac:cxnSpMk id="54" creationId="{D091F202-E7A0-20A6-216A-87C587FFBD91}"/>
          </ac:cxnSpMkLst>
        </pc:cxnChg>
        <pc:cxnChg chg="mod">
          <ac:chgData name="Lucie Fontaine" userId="2c6b0298-177f-4237-a83e-8637e19304d5" providerId="ADAL" clId="{38FDF7CA-A37A-44C1-A812-A8007AC22127}" dt="2026-04-22T09:45:01.140" v="16154"/>
          <ac:cxnSpMkLst>
            <pc:docMk/>
            <pc:sldMk cId="2003030118" sldId="327"/>
            <ac:cxnSpMk id="56" creationId="{E1E206B3-807B-79BB-DC00-4803178CE668}"/>
          </ac:cxnSpMkLst>
        </pc:cxnChg>
        <pc:cxnChg chg="mod">
          <ac:chgData name="Lucie Fontaine" userId="2c6b0298-177f-4237-a83e-8637e19304d5" providerId="ADAL" clId="{38FDF7CA-A37A-44C1-A812-A8007AC22127}" dt="2026-04-22T09:45:01.140" v="16154"/>
          <ac:cxnSpMkLst>
            <pc:docMk/>
            <pc:sldMk cId="2003030118" sldId="327"/>
            <ac:cxnSpMk id="58" creationId="{8C4595BB-4D35-0489-2491-A9961DBB6B9C}"/>
          </ac:cxnSpMkLst>
        </pc:cxnChg>
        <pc:cxnChg chg="mod">
          <ac:chgData name="Lucie Fontaine" userId="2c6b0298-177f-4237-a83e-8637e19304d5" providerId="ADAL" clId="{38FDF7CA-A37A-44C1-A812-A8007AC22127}" dt="2026-04-22T09:45:24.352" v="16157"/>
          <ac:cxnSpMkLst>
            <pc:docMk/>
            <pc:sldMk cId="2003030118" sldId="327"/>
            <ac:cxnSpMk id="61" creationId="{B4BC1A0F-785C-E2B0-62B4-1F50A5EDA966}"/>
          </ac:cxnSpMkLst>
        </pc:cxnChg>
        <pc:cxnChg chg="mod">
          <ac:chgData name="Lucie Fontaine" userId="2c6b0298-177f-4237-a83e-8637e19304d5" providerId="ADAL" clId="{38FDF7CA-A37A-44C1-A812-A8007AC22127}" dt="2026-04-22T09:45:24.352" v="16157"/>
          <ac:cxnSpMkLst>
            <pc:docMk/>
            <pc:sldMk cId="2003030118" sldId="327"/>
            <ac:cxnSpMk id="63" creationId="{CF0139CF-551E-9D4A-4D1E-FC6279AB40C2}"/>
          </ac:cxnSpMkLst>
        </pc:cxnChg>
        <pc:cxnChg chg="mod">
          <ac:chgData name="Lucie Fontaine" userId="2c6b0298-177f-4237-a83e-8637e19304d5" providerId="ADAL" clId="{38FDF7CA-A37A-44C1-A812-A8007AC22127}" dt="2026-04-22T09:45:24.352" v="16157"/>
          <ac:cxnSpMkLst>
            <pc:docMk/>
            <pc:sldMk cId="2003030118" sldId="327"/>
            <ac:cxnSpMk id="70" creationId="{5D66D9EE-2729-19D9-7730-EEC1B443E686}"/>
          </ac:cxnSpMkLst>
        </pc:cxnChg>
        <pc:cxnChg chg="mod">
          <ac:chgData name="Lucie Fontaine" userId="2c6b0298-177f-4237-a83e-8637e19304d5" providerId="ADAL" clId="{38FDF7CA-A37A-44C1-A812-A8007AC22127}" dt="2026-04-22T09:45:24.352" v="16157"/>
          <ac:cxnSpMkLst>
            <pc:docMk/>
            <pc:sldMk cId="2003030118" sldId="327"/>
            <ac:cxnSpMk id="71" creationId="{80F33DA5-27DE-7582-9388-B361A005E405}"/>
          </ac:cxnSpMkLst>
        </pc:cxnChg>
        <pc:cxnChg chg="mod">
          <ac:chgData name="Lucie Fontaine" userId="2c6b0298-177f-4237-a83e-8637e19304d5" providerId="ADAL" clId="{38FDF7CA-A37A-44C1-A812-A8007AC22127}" dt="2026-04-22T09:45:24.352" v="16157"/>
          <ac:cxnSpMkLst>
            <pc:docMk/>
            <pc:sldMk cId="2003030118" sldId="327"/>
            <ac:cxnSpMk id="72" creationId="{FB4B14FE-529F-ABEA-A67C-600BF6EB8DE3}"/>
          </ac:cxnSpMkLst>
        </pc:cxnChg>
        <pc:cxnChg chg="mod">
          <ac:chgData name="Lucie Fontaine" userId="2c6b0298-177f-4237-a83e-8637e19304d5" providerId="ADAL" clId="{38FDF7CA-A37A-44C1-A812-A8007AC22127}" dt="2026-04-22T09:45:24.352" v="16157"/>
          <ac:cxnSpMkLst>
            <pc:docMk/>
            <pc:sldMk cId="2003030118" sldId="327"/>
            <ac:cxnSpMk id="73" creationId="{E6BB4FA8-FCCE-BEEE-66F1-2A5F76E7C7E2}"/>
          </ac:cxnSpMkLst>
        </pc:cxnChg>
        <pc:cxnChg chg="mod">
          <ac:chgData name="Lucie Fontaine" userId="2c6b0298-177f-4237-a83e-8637e19304d5" providerId="ADAL" clId="{38FDF7CA-A37A-44C1-A812-A8007AC22127}" dt="2026-04-22T09:45:24.352" v="16157"/>
          <ac:cxnSpMkLst>
            <pc:docMk/>
            <pc:sldMk cId="2003030118" sldId="327"/>
            <ac:cxnSpMk id="74" creationId="{831E3B7C-5354-24E0-02AE-86E78D04CAFA}"/>
          </ac:cxnSpMkLst>
        </pc:cxnChg>
        <pc:cxnChg chg="mod">
          <ac:chgData name="Lucie Fontaine" userId="2c6b0298-177f-4237-a83e-8637e19304d5" providerId="ADAL" clId="{38FDF7CA-A37A-44C1-A812-A8007AC22127}" dt="2026-04-22T09:45:24.352" v="16157"/>
          <ac:cxnSpMkLst>
            <pc:docMk/>
            <pc:sldMk cId="2003030118" sldId="327"/>
            <ac:cxnSpMk id="75" creationId="{CD4A18DD-2E19-1ED8-28E7-9BC167A6BED9}"/>
          </ac:cxnSpMkLst>
        </pc:cxnChg>
        <pc:cxnChg chg="mod">
          <ac:chgData name="Lucie Fontaine" userId="2c6b0298-177f-4237-a83e-8637e19304d5" providerId="ADAL" clId="{38FDF7CA-A37A-44C1-A812-A8007AC22127}" dt="2026-04-22T09:45:24.352" v="16157"/>
          <ac:cxnSpMkLst>
            <pc:docMk/>
            <pc:sldMk cId="2003030118" sldId="327"/>
            <ac:cxnSpMk id="76" creationId="{9AA02B3C-E72F-910C-03DE-AFE0D691EBE0}"/>
          </ac:cxnSpMkLst>
        </pc:cxnChg>
        <pc:cxnChg chg="mod">
          <ac:chgData name="Lucie Fontaine" userId="2c6b0298-177f-4237-a83e-8637e19304d5" providerId="ADAL" clId="{38FDF7CA-A37A-44C1-A812-A8007AC22127}" dt="2026-04-22T09:45:24.352" v="16157"/>
          <ac:cxnSpMkLst>
            <pc:docMk/>
            <pc:sldMk cId="2003030118" sldId="327"/>
            <ac:cxnSpMk id="77" creationId="{D03D9F1A-9C86-7A8A-9B12-6F23C5BE94FD}"/>
          </ac:cxnSpMkLst>
        </pc:cxnChg>
        <pc:cxnChg chg="mod">
          <ac:chgData name="Lucie Fontaine" userId="2c6b0298-177f-4237-a83e-8637e19304d5" providerId="ADAL" clId="{38FDF7CA-A37A-44C1-A812-A8007AC22127}" dt="2026-04-22T09:45:24.352" v="16157"/>
          <ac:cxnSpMkLst>
            <pc:docMk/>
            <pc:sldMk cId="2003030118" sldId="327"/>
            <ac:cxnSpMk id="78" creationId="{364DAE1C-024C-A922-6961-3848E0BED3B2}"/>
          </ac:cxnSpMkLst>
        </pc:cxnChg>
        <pc:cxnChg chg="mod">
          <ac:chgData name="Lucie Fontaine" userId="2c6b0298-177f-4237-a83e-8637e19304d5" providerId="ADAL" clId="{38FDF7CA-A37A-44C1-A812-A8007AC22127}" dt="2026-04-22T09:45:24.352" v="16157"/>
          <ac:cxnSpMkLst>
            <pc:docMk/>
            <pc:sldMk cId="2003030118" sldId="327"/>
            <ac:cxnSpMk id="79" creationId="{072EF183-80D3-EA4D-3A0F-C3D3A3C08942}"/>
          </ac:cxnSpMkLst>
        </pc:cxnChg>
        <pc:cxnChg chg="mod">
          <ac:chgData name="Lucie Fontaine" userId="2c6b0298-177f-4237-a83e-8637e19304d5" providerId="ADAL" clId="{38FDF7CA-A37A-44C1-A812-A8007AC22127}" dt="2026-04-22T09:45:24.352" v="16157"/>
          <ac:cxnSpMkLst>
            <pc:docMk/>
            <pc:sldMk cId="2003030118" sldId="327"/>
            <ac:cxnSpMk id="81" creationId="{D30AFF58-5D67-557E-5F72-5CE38A6D7EA5}"/>
          </ac:cxnSpMkLst>
        </pc:cxnChg>
        <pc:cxnChg chg="mod">
          <ac:chgData name="Lucie Fontaine" userId="2c6b0298-177f-4237-a83e-8637e19304d5" providerId="ADAL" clId="{38FDF7CA-A37A-44C1-A812-A8007AC22127}" dt="2026-04-22T09:45:24.352" v="16157"/>
          <ac:cxnSpMkLst>
            <pc:docMk/>
            <pc:sldMk cId="2003030118" sldId="327"/>
            <ac:cxnSpMk id="83" creationId="{8D5543CD-6764-6D6D-9169-C162FE737E96}"/>
          </ac:cxnSpMkLst>
        </pc:cxnChg>
        <pc:cxnChg chg="mod">
          <ac:chgData name="Lucie Fontaine" userId="2c6b0298-177f-4237-a83e-8637e19304d5" providerId="ADAL" clId="{38FDF7CA-A37A-44C1-A812-A8007AC22127}" dt="2026-04-22T09:45:38.232" v="16158"/>
          <ac:cxnSpMkLst>
            <pc:docMk/>
            <pc:sldMk cId="2003030118" sldId="327"/>
            <ac:cxnSpMk id="88" creationId="{5139727A-167D-A4C9-C717-3B28568208E3}"/>
          </ac:cxnSpMkLst>
        </pc:cxnChg>
        <pc:cxnChg chg="mod">
          <ac:chgData name="Lucie Fontaine" userId="2c6b0298-177f-4237-a83e-8637e19304d5" providerId="ADAL" clId="{38FDF7CA-A37A-44C1-A812-A8007AC22127}" dt="2026-04-22T09:45:38.232" v="16158"/>
          <ac:cxnSpMkLst>
            <pc:docMk/>
            <pc:sldMk cId="2003030118" sldId="327"/>
            <ac:cxnSpMk id="90" creationId="{13262CE3-5D1C-9359-A948-C386DA824264}"/>
          </ac:cxnSpMkLst>
        </pc:cxnChg>
        <pc:cxnChg chg="mod">
          <ac:chgData name="Lucie Fontaine" userId="2c6b0298-177f-4237-a83e-8637e19304d5" providerId="ADAL" clId="{38FDF7CA-A37A-44C1-A812-A8007AC22127}" dt="2026-04-22T09:45:38.232" v="16158"/>
          <ac:cxnSpMkLst>
            <pc:docMk/>
            <pc:sldMk cId="2003030118" sldId="327"/>
            <ac:cxnSpMk id="92" creationId="{F9BC8946-9B28-B415-0B05-051A85C8177C}"/>
          </ac:cxnSpMkLst>
        </pc:cxnChg>
        <pc:cxnChg chg="mod">
          <ac:chgData name="Lucie Fontaine" userId="2c6b0298-177f-4237-a83e-8637e19304d5" providerId="ADAL" clId="{38FDF7CA-A37A-44C1-A812-A8007AC22127}" dt="2026-04-22T09:45:38.232" v="16158"/>
          <ac:cxnSpMkLst>
            <pc:docMk/>
            <pc:sldMk cId="2003030118" sldId="327"/>
            <ac:cxnSpMk id="94" creationId="{50FA9B19-2754-18A4-358E-AF01E2C23B42}"/>
          </ac:cxnSpMkLst>
        </pc:cxnChg>
        <pc:cxnChg chg="mod">
          <ac:chgData name="Lucie Fontaine" userId="2c6b0298-177f-4237-a83e-8637e19304d5" providerId="ADAL" clId="{38FDF7CA-A37A-44C1-A812-A8007AC22127}" dt="2026-04-22T09:45:38.232" v="16158"/>
          <ac:cxnSpMkLst>
            <pc:docMk/>
            <pc:sldMk cId="2003030118" sldId="327"/>
            <ac:cxnSpMk id="96" creationId="{CF202001-A045-4116-BDFA-7A7CEDFE10E6}"/>
          </ac:cxnSpMkLst>
        </pc:cxnChg>
        <pc:cxnChg chg="mod">
          <ac:chgData name="Lucie Fontaine" userId="2c6b0298-177f-4237-a83e-8637e19304d5" providerId="ADAL" clId="{38FDF7CA-A37A-44C1-A812-A8007AC22127}" dt="2026-04-22T09:45:38.232" v="16158"/>
          <ac:cxnSpMkLst>
            <pc:docMk/>
            <pc:sldMk cId="2003030118" sldId="327"/>
            <ac:cxnSpMk id="97" creationId="{605FC701-392B-0E50-54EE-70D7BD3DCA69}"/>
          </ac:cxnSpMkLst>
        </pc:cxnChg>
        <pc:cxnChg chg="mod">
          <ac:chgData name="Lucie Fontaine" userId="2c6b0298-177f-4237-a83e-8637e19304d5" providerId="ADAL" clId="{38FDF7CA-A37A-44C1-A812-A8007AC22127}" dt="2026-04-22T09:45:38.232" v="16158"/>
          <ac:cxnSpMkLst>
            <pc:docMk/>
            <pc:sldMk cId="2003030118" sldId="327"/>
            <ac:cxnSpMk id="104" creationId="{1895EE6A-182C-C0EF-1030-C9F64382427D}"/>
          </ac:cxnSpMkLst>
        </pc:cxnChg>
        <pc:cxnChg chg="mod">
          <ac:chgData name="Lucie Fontaine" userId="2c6b0298-177f-4237-a83e-8637e19304d5" providerId="ADAL" clId="{38FDF7CA-A37A-44C1-A812-A8007AC22127}" dt="2026-04-22T09:45:38.232" v="16158"/>
          <ac:cxnSpMkLst>
            <pc:docMk/>
            <pc:sldMk cId="2003030118" sldId="327"/>
            <ac:cxnSpMk id="105" creationId="{6D4D2FFB-09A8-2513-1A0B-B409C831F193}"/>
          </ac:cxnSpMkLst>
        </pc:cxnChg>
        <pc:cxnChg chg="mod">
          <ac:chgData name="Lucie Fontaine" userId="2c6b0298-177f-4237-a83e-8637e19304d5" providerId="ADAL" clId="{38FDF7CA-A37A-44C1-A812-A8007AC22127}" dt="2026-04-22T09:45:38.232" v="16158"/>
          <ac:cxnSpMkLst>
            <pc:docMk/>
            <pc:sldMk cId="2003030118" sldId="327"/>
            <ac:cxnSpMk id="106" creationId="{E7F9DABC-12CB-BAE6-29EE-7D7B46A66438}"/>
          </ac:cxnSpMkLst>
        </pc:cxnChg>
        <pc:cxnChg chg="mod">
          <ac:chgData name="Lucie Fontaine" userId="2c6b0298-177f-4237-a83e-8637e19304d5" providerId="ADAL" clId="{38FDF7CA-A37A-44C1-A812-A8007AC22127}" dt="2026-04-22T09:45:38.232" v="16158"/>
          <ac:cxnSpMkLst>
            <pc:docMk/>
            <pc:sldMk cId="2003030118" sldId="327"/>
            <ac:cxnSpMk id="107" creationId="{3F77377E-67CA-0387-9AC3-DCE5B3197089}"/>
          </ac:cxnSpMkLst>
        </pc:cxnChg>
        <pc:cxnChg chg="mod">
          <ac:chgData name="Lucie Fontaine" userId="2c6b0298-177f-4237-a83e-8637e19304d5" providerId="ADAL" clId="{38FDF7CA-A37A-44C1-A812-A8007AC22127}" dt="2026-04-22T09:45:38.232" v="16158"/>
          <ac:cxnSpMkLst>
            <pc:docMk/>
            <pc:sldMk cId="2003030118" sldId="327"/>
            <ac:cxnSpMk id="108" creationId="{D4113CB3-6186-5AF1-453A-E204DB691BF3}"/>
          </ac:cxnSpMkLst>
        </pc:cxnChg>
        <pc:cxnChg chg="mod">
          <ac:chgData name="Lucie Fontaine" userId="2c6b0298-177f-4237-a83e-8637e19304d5" providerId="ADAL" clId="{38FDF7CA-A37A-44C1-A812-A8007AC22127}" dt="2026-04-22T09:45:38.232" v="16158"/>
          <ac:cxnSpMkLst>
            <pc:docMk/>
            <pc:sldMk cId="2003030118" sldId="327"/>
            <ac:cxnSpMk id="109" creationId="{8DE4AAA1-E7D1-AA91-2E3A-FA3120038F90}"/>
          </ac:cxnSpMkLst>
        </pc:cxnChg>
        <pc:cxnChg chg="mod">
          <ac:chgData name="Lucie Fontaine" userId="2c6b0298-177f-4237-a83e-8637e19304d5" providerId="ADAL" clId="{38FDF7CA-A37A-44C1-A812-A8007AC22127}" dt="2026-04-22T09:45:38.232" v="16158"/>
          <ac:cxnSpMkLst>
            <pc:docMk/>
            <pc:sldMk cId="2003030118" sldId="327"/>
            <ac:cxnSpMk id="110" creationId="{A4A998D6-B038-2BFB-7259-49F29E893D1C}"/>
          </ac:cxnSpMkLst>
        </pc:cxnChg>
        <pc:cxnChg chg="mod">
          <ac:chgData name="Lucie Fontaine" userId="2c6b0298-177f-4237-a83e-8637e19304d5" providerId="ADAL" clId="{38FDF7CA-A37A-44C1-A812-A8007AC22127}" dt="2026-04-22T09:45:38.232" v="16158"/>
          <ac:cxnSpMkLst>
            <pc:docMk/>
            <pc:sldMk cId="2003030118" sldId="327"/>
            <ac:cxnSpMk id="111" creationId="{814CA8CA-69AE-6F77-89D8-332427F3D9D1}"/>
          </ac:cxnSpMkLst>
        </pc:cxnChg>
      </pc:sldChg>
      <pc:sldChg chg="addSp delSp modSp add del mod modShow">
        <pc:chgData name="Lucie Fontaine" userId="2c6b0298-177f-4237-a83e-8637e19304d5" providerId="ADAL" clId="{38FDF7CA-A37A-44C1-A812-A8007AC22127}" dt="2026-04-24T07:06:10.980" v="21913" actId="2696"/>
        <pc:sldMkLst>
          <pc:docMk/>
          <pc:sldMk cId="2608682574" sldId="328"/>
        </pc:sldMkLst>
        <pc:spChg chg="mod">
          <ac:chgData name="Lucie Fontaine" userId="2c6b0298-177f-4237-a83e-8637e19304d5" providerId="ADAL" clId="{38FDF7CA-A37A-44C1-A812-A8007AC22127}" dt="2026-04-22T09:41:52.454" v="16050" actId="20577"/>
          <ac:spMkLst>
            <pc:docMk/>
            <pc:sldMk cId="2608682574" sldId="328"/>
            <ac:spMk id="2" creationId="{36A1B1CD-9497-FCE5-D306-1649357986A7}"/>
          </ac:spMkLst>
        </pc:spChg>
        <pc:spChg chg="mod">
          <ac:chgData name="Lucie Fontaine" userId="2c6b0298-177f-4237-a83e-8637e19304d5" providerId="ADAL" clId="{38FDF7CA-A37A-44C1-A812-A8007AC22127}" dt="2026-04-22T09:31:41.494" v="15756" actId="20577"/>
          <ac:spMkLst>
            <pc:docMk/>
            <pc:sldMk cId="2608682574" sldId="328"/>
            <ac:spMk id="5" creationId="{6D8B57DE-AB20-FDDB-A0F4-5B11D422F934}"/>
          </ac:spMkLst>
        </pc:spChg>
        <pc:spChg chg="del">
          <ac:chgData name="Lucie Fontaine" userId="2c6b0298-177f-4237-a83e-8637e19304d5" providerId="ADAL" clId="{38FDF7CA-A37A-44C1-A812-A8007AC22127}" dt="2026-04-21T08:58:08.530" v="13315" actId="478"/>
          <ac:spMkLst>
            <pc:docMk/>
            <pc:sldMk cId="2608682574" sldId="328"/>
            <ac:spMk id="6" creationId="{CF20C6FF-0789-6358-AFE2-1CD633839745}"/>
          </ac:spMkLst>
        </pc:spChg>
        <pc:spChg chg="add mod">
          <ac:chgData name="Lucie Fontaine" userId="2c6b0298-177f-4237-a83e-8637e19304d5" providerId="ADAL" clId="{38FDF7CA-A37A-44C1-A812-A8007AC22127}" dt="2026-04-21T08:58:08.807" v="13316"/>
          <ac:spMkLst>
            <pc:docMk/>
            <pc:sldMk cId="2608682574" sldId="328"/>
            <ac:spMk id="12" creationId="{161F42F4-4E2A-26E0-BE55-A477F8F89E4B}"/>
          </ac:spMkLst>
        </pc:spChg>
        <pc:spChg chg="mod">
          <ac:chgData name="Lucie Fontaine" userId="2c6b0298-177f-4237-a83e-8637e19304d5" providerId="ADAL" clId="{38FDF7CA-A37A-44C1-A812-A8007AC22127}" dt="2026-04-22T09:32:02.751" v="15759" actId="1076"/>
          <ac:spMkLst>
            <pc:docMk/>
            <pc:sldMk cId="2608682574" sldId="328"/>
            <ac:spMk id="20" creationId="{97BC4338-B05A-460F-1E1D-62695120CE5B}"/>
          </ac:spMkLst>
        </pc:spChg>
        <pc:spChg chg="mod">
          <ac:chgData name="Lucie Fontaine" userId="2c6b0298-177f-4237-a83e-8637e19304d5" providerId="ADAL" clId="{38FDF7CA-A37A-44C1-A812-A8007AC22127}" dt="2026-04-22T09:32:02.751" v="15759" actId="1076"/>
          <ac:spMkLst>
            <pc:docMk/>
            <pc:sldMk cId="2608682574" sldId="328"/>
            <ac:spMk id="21" creationId="{80674ECF-9432-E837-7982-5C64920C3ECF}"/>
          </ac:spMkLst>
        </pc:spChg>
        <pc:spChg chg="mod">
          <ac:chgData name="Lucie Fontaine" userId="2c6b0298-177f-4237-a83e-8637e19304d5" providerId="ADAL" clId="{38FDF7CA-A37A-44C1-A812-A8007AC22127}" dt="2026-04-22T09:32:02.751" v="15759" actId="1076"/>
          <ac:spMkLst>
            <pc:docMk/>
            <pc:sldMk cId="2608682574" sldId="328"/>
            <ac:spMk id="22" creationId="{AB5BCDBE-5385-3165-9E93-4DA0188EFBFA}"/>
          </ac:spMkLst>
        </pc:spChg>
        <pc:picChg chg="mod">
          <ac:chgData name="Lucie Fontaine" userId="2c6b0298-177f-4237-a83e-8637e19304d5" providerId="ADAL" clId="{38FDF7CA-A37A-44C1-A812-A8007AC22127}" dt="2026-04-22T09:32:02.751" v="15759" actId="1076"/>
          <ac:picMkLst>
            <pc:docMk/>
            <pc:sldMk cId="2608682574" sldId="328"/>
            <ac:picMk id="19" creationId="{C016A8CD-9308-31FD-0317-1A29A171B494}"/>
          </ac:picMkLst>
        </pc:picChg>
        <pc:cxnChg chg="mod">
          <ac:chgData name="Lucie Fontaine" userId="2c6b0298-177f-4237-a83e-8637e19304d5" providerId="ADAL" clId="{38FDF7CA-A37A-44C1-A812-A8007AC22127}" dt="2026-04-21T12:57:16.435" v="13925" actId="1582"/>
          <ac:cxnSpMkLst>
            <pc:docMk/>
            <pc:sldMk cId="2608682574" sldId="328"/>
            <ac:cxnSpMk id="71" creationId="{BFFE29E7-6C98-6254-F675-0AD5A901FC2D}"/>
          </ac:cxnSpMkLst>
        </pc:cxnChg>
      </pc:sldChg>
      <pc:sldChg chg="addSp delSp modSp add del mod">
        <pc:chgData name="Lucie Fontaine" userId="2c6b0298-177f-4237-a83e-8637e19304d5" providerId="ADAL" clId="{38FDF7CA-A37A-44C1-A812-A8007AC22127}" dt="2026-04-23T08:40:41.645" v="18941" actId="2696"/>
        <pc:sldMkLst>
          <pc:docMk/>
          <pc:sldMk cId="798476686" sldId="329"/>
        </pc:sldMkLst>
        <pc:spChg chg="add mod">
          <ac:chgData name="Lucie Fontaine" userId="2c6b0298-177f-4237-a83e-8637e19304d5" providerId="ADAL" clId="{38FDF7CA-A37A-44C1-A812-A8007AC22127}" dt="2026-04-21T08:49:39.583" v="13189" actId="692"/>
          <ac:spMkLst>
            <pc:docMk/>
            <pc:sldMk cId="798476686" sldId="329"/>
            <ac:spMk id="3" creationId="{488C4F0A-9F7F-C3D8-5BC2-E82BF7F4A88C}"/>
          </ac:spMkLst>
        </pc:spChg>
        <pc:spChg chg="add mod">
          <ac:chgData name="Lucie Fontaine" userId="2c6b0298-177f-4237-a83e-8637e19304d5" providerId="ADAL" clId="{38FDF7CA-A37A-44C1-A812-A8007AC22127}" dt="2026-04-21T08:18:40.499" v="13094" actId="692"/>
          <ac:spMkLst>
            <pc:docMk/>
            <pc:sldMk cId="798476686" sldId="329"/>
            <ac:spMk id="6" creationId="{B611B7C5-54C6-504E-E8B1-B5AB8142B6B8}"/>
          </ac:spMkLst>
        </pc:spChg>
        <pc:spChg chg="add mod">
          <ac:chgData name="Lucie Fontaine" userId="2c6b0298-177f-4237-a83e-8637e19304d5" providerId="ADAL" clId="{38FDF7CA-A37A-44C1-A812-A8007AC22127}" dt="2026-04-21T08:18:40.499" v="13094" actId="692"/>
          <ac:spMkLst>
            <pc:docMk/>
            <pc:sldMk cId="798476686" sldId="329"/>
            <ac:spMk id="7" creationId="{42F0CEAD-4A91-1D7A-071D-5F7B4D4FC0B0}"/>
          </ac:spMkLst>
        </pc:spChg>
        <pc:spChg chg="add mod">
          <ac:chgData name="Lucie Fontaine" userId="2c6b0298-177f-4237-a83e-8637e19304d5" providerId="ADAL" clId="{38FDF7CA-A37A-44C1-A812-A8007AC22127}" dt="2026-04-21T08:18:40.499" v="13094" actId="692"/>
          <ac:spMkLst>
            <pc:docMk/>
            <pc:sldMk cId="798476686" sldId="329"/>
            <ac:spMk id="8" creationId="{E6BB68DD-5F6E-0B48-3B2B-1C223C7019FD}"/>
          </ac:spMkLst>
        </pc:spChg>
        <pc:spChg chg="add mod">
          <ac:chgData name="Lucie Fontaine" userId="2c6b0298-177f-4237-a83e-8637e19304d5" providerId="ADAL" clId="{38FDF7CA-A37A-44C1-A812-A8007AC22127}" dt="2026-04-21T08:18:40.499" v="13094" actId="692"/>
          <ac:spMkLst>
            <pc:docMk/>
            <pc:sldMk cId="798476686" sldId="329"/>
            <ac:spMk id="9" creationId="{6DC09DCE-A52E-A1B5-C1B7-621DB7563AF8}"/>
          </ac:spMkLst>
        </pc:spChg>
        <pc:spChg chg="add del mod">
          <ac:chgData name="Lucie Fontaine" userId="2c6b0298-177f-4237-a83e-8637e19304d5" providerId="ADAL" clId="{38FDF7CA-A37A-44C1-A812-A8007AC22127}" dt="2026-04-21T08:49:44.544" v="13190" actId="478"/>
          <ac:spMkLst>
            <pc:docMk/>
            <pc:sldMk cId="798476686" sldId="329"/>
            <ac:spMk id="10" creationId="{F3D2AF5F-9234-0690-4EF7-E9814FF178D1}"/>
          </ac:spMkLst>
        </pc:spChg>
        <pc:cxnChg chg="mod">
          <ac:chgData name="Lucie Fontaine" userId="2c6b0298-177f-4237-a83e-8637e19304d5" providerId="ADAL" clId="{38FDF7CA-A37A-44C1-A812-A8007AC22127}" dt="2026-04-21T12:52:55.751" v="13902" actId="1582"/>
          <ac:cxnSpMkLst>
            <pc:docMk/>
            <pc:sldMk cId="798476686" sldId="329"/>
            <ac:cxnSpMk id="71" creationId="{BFFE29E7-6C98-6254-F675-0AD5A901FC2D}"/>
          </ac:cxnSpMkLst>
        </pc:cxnChg>
        <pc:cxnChg chg="mod">
          <ac:chgData name="Lucie Fontaine" userId="2c6b0298-177f-4237-a83e-8637e19304d5" providerId="ADAL" clId="{38FDF7CA-A37A-44C1-A812-A8007AC22127}" dt="2026-04-23T07:57:34.480" v="18483" actId="693"/>
          <ac:cxnSpMkLst>
            <pc:docMk/>
            <pc:sldMk cId="798476686" sldId="329"/>
            <ac:cxnSpMk id="89" creationId="{31F15CDD-9362-8874-59AF-F5D8C9F206C5}"/>
          </ac:cxnSpMkLst>
        </pc:cxnChg>
      </pc:sldChg>
      <pc:sldChg chg="addSp modSp add del mod">
        <pc:chgData name="Lucie Fontaine" userId="2c6b0298-177f-4237-a83e-8637e19304d5" providerId="ADAL" clId="{38FDF7CA-A37A-44C1-A812-A8007AC22127}" dt="2026-04-21T08:49:14.252" v="13154" actId="2696"/>
        <pc:sldMkLst>
          <pc:docMk/>
          <pc:sldMk cId="3337066666" sldId="330"/>
        </pc:sldMkLst>
        <pc:spChg chg="mod">
          <ac:chgData name="Lucie Fontaine" userId="2c6b0298-177f-4237-a83e-8637e19304d5" providerId="ADAL" clId="{38FDF7CA-A37A-44C1-A812-A8007AC22127}" dt="2026-04-21T08:16:40.798" v="13026" actId="692"/>
          <ac:spMkLst>
            <pc:docMk/>
            <pc:sldMk cId="3337066666" sldId="330"/>
            <ac:spMk id="3" creationId="{488C4F0A-9F7F-C3D8-5BC2-E82BF7F4A88C}"/>
          </ac:spMkLst>
        </pc:spChg>
        <pc:spChg chg="add mod">
          <ac:chgData name="Lucie Fontaine" userId="2c6b0298-177f-4237-a83e-8637e19304d5" providerId="ADAL" clId="{38FDF7CA-A37A-44C1-A812-A8007AC22127}" dt="2026-04-21T08:16:25.107" v="13005" actId="207"/>
          <ac:spMkLst>
            <pc:docMk/>
            <pc:sldMk cId="3337066666" sldId="330"/>
            <ac:spMk id="10" creationId="{E0063937-7575-84C3-9DA2-821AA2172C8E}"/>
          </ac:spMkLst>
        </pc:spChg>
      </pc:sldChg>
      <pc:sldChg chg="addSp modSp add del mod ord">
        <pc:chgData name="Lucie Fontaine" userId="2c6b0298-177f-4237-a83e-8637e19304d5" providerId="ADAL" clId="{38FDF7CA-A37A-44C1-A812-A8007AC22127}" dt="2026-04-21T08:49:18.183" v="13155" actId="2696"/>
        <pc:sldMkLst>
          <pc:docMk/>
          <pc:sldMk cId="676907533" sldId="331"/>
        </pc:sldMkLst>
        <pc:spChg chg="mod">
          <ac:chgData name="Lucie Fontaine" userId="2c6b0298-177f-4237-a83e-8637e19304d5" providerId="ADAL" clId="{38FDF7CA-A37A-44C1-A812-A8007AC22127}" dt="2026-04-21T08:17:47.682" v="13046" actId="692"/>
          <ac:spMkLst>
            <pc:docMk/>
            <pc:sldMk cId="676907533" sldId="331"/>
            <ac:spMk id="6" creationId="{B611B7C5-54C6-504E-E8B1-B5AB8142B6B8}"/>
          </ac:spMkLst>
        </pc:spChg>
        <pc:spChg chg="add mod">
          <ac:chgData name="Lucie Fontaine" userId="2c6b0298-177f-4237-a83e-8637e19304d5" providerId="ADAL" clId="{38FDF7CA-A37A-44C1-A812-A8007AC22127}" dt="2026-04-21T08:18:05.441" v="13050" actId="207"/>
          <ac:spMkLst>
            <pc:docMk/>
            <pc:sldMk cId="676907533" sldId="331"/>
            <ac:spMk id="10" creationId="{5FD899B8-1695-6FF2-64D7-5531146DC59B}"/>
          </ac:spMkLst>
        </pc:spChg>
      </pc:sldChg>
      <pc:sldChg chg="add del">
        <pc:chgData name="Lucie Fontaine" userId="2c6b0298-177f-4237-a83e-8637e19304d5" providerId="ADAL" clId="{38FDF7CA-A37A-44C1-A812-A8007AC22127}" dt="2026-04-21T08:17:37.024" v="13028" actId="2696"/>
        <pc:sldMkLst>
          <pc:docMk/>
          <pc:sldMk cId="1341099123" sldId="331"/>
        </pc:sldMkLst>
      </pc:sldChg>
      <pc:sldChg chg="addSp modSp add mod">
        <pc:chgData name="Lucie Fontaine" userId="2c6b0298-177f-4237-a83e-8637e19304d5" providerId="ADAL" clId="{38FDF7CA-A37A-44C1-A812-A8007AC22127}" dt="2026-04-24T06:43:56.976" v="21687"/>
        <pc:sldMkLst>
          <pc:docMk/>
          <pc:sldMk cId="4214933928" sldId="332"/>
        </pc:sldMkLst>
        <pc:spChg chg="mod">
          <ac:chgData name="Lucie Fontaine" userId="2c6b0298-177f-4237-a83e-8637e19304d5" providerId="ADAL" clId="{38FDF7CA-A37A-44C1-A812-A8007AC22127}" dt="2026-04-24T06:43:56.976" v="21687"/>
          <ac:spMkLst>
            <pc:docMk/>
            <pc:sldMk cId="4214933928" sldId="332"/>
            <ac:spMk id="2" creationId="{36A1B1CD-9497-FCE5-D306-1649357986A7}"/>
          </ac:spMkLst>
        </pc:spChg>
        <pc:spChg chg="mod">
          <ac:chgData name="Lucie Fontaine" userId="2c6b0298-177f-4237-a83e-8637e19304d5" providerId="ADAL" clId="{38FDF7CA-A37A-44C1-A812-A8007AC22127}" dt="2026-04-21T08:48:30.256" v="13148" actId="692"/>
          <ac:spMkLst>
            <pc:docMk/>
            <pc:sldMk cId="4214933928" sldId="332"/>
            <ac:spMk id="6" creationId="{B611B7C5-54C6-504E-E8B1-B5AB8142B6B8}"/>
          </ac:spMkLst>
        </pc:spChg>
        <pc:spChg chg="add mod">
          <ac:chgData name="Lucie Fontaine" userId="2c6b0298-177f-4237-a83e-8637e19304d5" providerId="ADAL" clId="{38FDF7CA-A37A-44C1-A812-A8007AC22127}" dt="2026-04-21T08:48:09.393" v="13097"/>
          <ac:spMkLst>
            <pc:docMk/>
            <pc:sldMk cId="4214933928" sldId="332"/>
            <ac:spMk id="10" creationId="{25D0DD93-4F83-5EC7-5381-387DC74295F4}"/>
          </ac:spMkLst>
        </pc:spChg>
        <pc:cxnChg chg="mod">
          <ac:chgData name="Lucie Fontaine" userId="2c6b0298-177f-4237-a83e-8637e19304d5" providerId="ADAL" clId="{38FDF7CA-A37A-44C1-A812-A8007AC22127}" dt="2026-04-21T12:53:17.318" v="13904" actId="1582"/>
          <ac:cxnSpMkLst>
            <pc:docMk/>
            <pc:sldMk cId="4214933928" sldId="332"/>
            <ac:cxnSpMk id="71" creationId="{BFFE29E7-6C98-6254-F675-0AD5A901FC2D}"/>
          </ac:cxnSpMkLst>
        </pc:cxnChg>
        <pc:cxnChg chg="mod">
          <ac:chgData name="Lucie Fontaine" userId="2c6b0298-177f-4237-a83e-8637e19304d5" providerId="ADAL" clId="{38FDF7CA-A37A-44C1-A812-A8007AC22127}" dt="2026-04-23T07:57:57.674" v="18485" actId="693"/>
          <ac:cxnSpMkLst>
            <pc:docMk/>
            <pc:sldMk cId="4214933928" sldId="332"/>
            <ac:cxnSpMk id="89" creationId="{31F15CDD-9362-8874-59AF-F5D8C9F206C5}"/>
          </ac:cxnSpMkLst>
        </pc:cxnChg>
      </pc:sldChg>
      <pc:sldChg chg="add del ord">
        <pc:chgData name="Lucie Fontaine" userId="2c6b0298-177f-4237-a83e-8637e19304d5" providerId="ADAL" clId="{38FDF7CA-A37A-44C1-A812-A8007AC22127}" dt="2026-04-21T08:48:52.315" v="13152" actId="2696"/>
        <pc:sldMkLst>
          <pc:docMk/>
          <pc:sldMk cId="1182232690" sldId="333"/>
        </pc:sldMkLst>
      </pc:sldChg>
      <pc:sldChg chg="modSp add mod">
        <pc:chgData name="Lucie Fontaine" userId="2c6b0298-177f-4237-a83e-8637e19304d5" providerId="ADAL" clId="{38FDF7CA-A37A-44C1-A812-A8007AC22127}" dt="2026-04-24T06:43:54.754" v="21686"/>
        <pc:sldMkLst>
          <pc:docMk/>
          <pc:sldMk cId="2844297148" sldId="333"/>
        </pc:sldMkLst>
        <pc:spChg chg="mod">
          <ac:chgData name="Lucie Fontaine" userId="2c6b0298-177f-4237-a83e-8637e19304d5" providerId="ADAL" clId="{38FDF7CA-A37A-44C1-A812-A8007AC22127}" dt="2026-04-24T06:43:54.754" v="21686"/>
          <ac:spMkLst>
            <pc:docMk/>
            <pc:sldMk cId="2844297148" sldId="333"/>
            <ac:spMk id="2" creationId="{36A1B1CD-9497-FCE5-D306-1649357986A7}"/>
          </ac:spMkLst>
        </pc:spChg>
        <pc:cxnChg chg="mod">
          <ac:chgData name="Lucie Fontaine" userId="2c6b0298-177f-4237-a83e-8637e19304d5" providerId="ADAL" clId="{38FDF7CA-A37A-44C1-A812-A8007AC22127}" dt="2026-04-21T12:53:10.214" v="13903" actId="1582"/>
          <ac:cxnSpMkLst>
            <pc:docMk/>
            <pc:sldMk cId="2844297148" sldId="333"/>
            <ac:cxnSpMk id="71" creationId="{BFFE29E7-6C98-6254-F675-0AD5A901FC2D}"/>
          </ac:cxnSpMkLst>
        </pc:cxnChg>
        <pc:cxnChg chg="mod">
          <ac:chgData name="Lucie Fontaine" userId="2c6b0298-177f-4237-a83e-8637e19304d5" providerId="ADAL" clId="{38FDF7CA-A37A-44C1-A812-A8007AC22127}" dt="2026-04-23T07:57:48.184" v="18484" actId="693"/>
          <ac:cxnSpMkLst>
            <pc:docMk/>
            <pc:sldMk cId="2844297148" sldId="333"/>
            <ac:cxnSpMk id="89" creationId="{31F15CDD-9362-8874-59AF-F5D8C9F206C5}"/>
          </ac:cxnSpMkLst>
        </pc:cxnChg>
      </pc:sldChg>
      <pc:sldChg chg="addSp modSp add mod ord">
        <pc:chgData name="Lucie Fontaine" userId="2c6b0298-177f-4237-a83e-8637e19304d5" providerId="ADAL" clId="{38FDF7CA-A37A-44C1-A812-A8007AC22127}" dt="2026-04-24T06:43:59.743" v="21688"/>
        <pc:sldMkLst>
          <pc:docMk/>
          <pc:sldMk cId="2856372520" sldId="334"/>
        </pc:sldMkLst>
        <pc:spChg chg="mod">
          <ac:chgData name="Lucie Fontaine" userId="2c6b0298-177f-4237-a83e-8637e19304d5" providerId="ADAL" clId="{38FDF7CA-A37A-44C1-A812-A8007AC22127}" dt="2026-04-24T06:43:59.743" v="21688"/>
          <ac:spMkLst>
            <pc:docMk/>
            <pc:sldMk cId="2856372520" sldId="334"/>
            <ac:spMk id="2" creationId="{36A1B1CD-9497-FCE5-D306-1649357986A7}"/>
          </ac:spMkLst>
        </pc:spChg>
        <pc:spChg chg="mod">
          <ac:chgData name="Lucie Fontaine" userId="2c6b0298-177f-4237-a83e-8637e19304d5" providerId="ADAL" clId="{38FDF7CA-A37A-44C1-A812-A8007AC22127}" dt="2026-04-21T08:50:11.111" v="13210" actId="692"/>
          <ac:spMkLst>
            <pc:docMk/>
            <pc:sldMk cId="2856372520" sldId="334"/>
            <ac:spMk id="7" creationId="{42F0CEAD-4A91-1D7A-071D-5F7B4D4FC0B0}"/>
          </ac:spMkLst>
        </pc:spChg>
        <pc:spChg chg="add mod">
          <ac:chgData name="Lucie Fontaine" userId="2c6b0298-177f-4237-a83e-8637e19304d5" providerId="ADAL" clId="{38FDF7CA-A37A-44C1-A812-A8007AC22127}" dt="2026-04-21T08:55:04.656" v="13287" actId="20577"/>
          <ac:spMkLst>
            <pc:docMk/>
            <pc:sldMk cId="2856372520" sldId="334"/>
            <ac:spMk id="10" creationId="{5E49C2F9-00A4-FEE5-EB9A-1C22D355014F}"/>
          </ac:spMkLst>
        </pc:spChg>
        <pc:cxnChg chg="mod">
          <ac:chgData name="Lucie Fontaine" userId="2c6b0298-177f-4237-a83e-8637e19304d5" providerId="ADAL" clId="{38FDF7CA-A37A-44C1-A812-A8007AC22127}" dt="2026-04-21T12:53:25.965" v="13905" actId="1582"/>
          <ac:cxnSpMkLst>
            <pc:docMk/>
            <pc:sldMk cId="2856372520" sldId="334"/>
            <ac:cxnSpMk id="71" creationId="{BFFE29E7-6C98-6254-F675-0AD5A901FC2D}"/>
          </ac:cxnSpMkLst>
        </pc:cxnChg>
        <pc:cxnChg chg="mod">
          <ac:chgData name="Lucie Fontaine" userId="2c6b0298-177f-4237-a83e-8637e19304d5" providerId="ADAL" clId="{38FDF7CA-A37A-44C1-A812-A8007AC22127}" dt="2026-04-23T07:58:11.642" v="18486" actId="693"/>
          <ac:cxnSpMkLst>
            <pc:docMk/>
            <pc:sldMk cId="2856372520" sldId="334"/>
            <ac:cxnSpMk id="89" creationId="{31F15CDD-9362-8874-59AF-F5D8C9F206C5}"/>
          </ac:cxnSpMkLst>
        </pc:cxnChg>
      </pc:sldChg>
      <pc:sldChg chg="addSp modSp add mod ord">
        <pc:chgData name="Lucie Fontaine" userId="2c6b0298-177f-4237-a83e-8637e19304d5" providerId="ADAL" clId="{38FDF7CA-A37A-44C1-A812-A8007AC22127}" dt="2026-04-24T06:43:44.371" v="21685"/>
        <pc:sldMkLst>
          <pc:docMk/>
          <pc:sldMk cId="3204151428" sldId="335"/>
        </pc:sldMkLst>
        <pc:spChg chg="mod">
          <ac:chgData name="Lucie Fontaine" userId="2c6b0298-177f-4237-a83e-8637e19304d5" providerId="ADAL" clId="{38FDF7CA-A37A-44C1-A812-A8007AC22127}" dt="2026-04-24T06:43:44.371" v="21685"/>
          <ac:spMkLst>
            <pc:docMk/>
            <pc:sldMk cId="3204151428" sldId="335"/>
            <ac:spMk id="2" creationId="{36A1B1CD-9497-FCE5-D306-1649357986A7}"/>
          </ac:spMkLst>
        </pc:spChg>
        <pc:spChg chg="mod">
          <ac:chgData name="Lucie Fontaine" userId="2c6b0298-177f-4237-a83e-8637e19304d5" providerId="ADAL" clId="{38FDF7CA-A37A-44C1-A812-A8007AC22127}" dt="2026-04-21T08:51:20.839" v="13240" actId="692"/>
          <ac:spMkLst>
            <pc:docMk/>
            <pc:sldMk cId="3204151428" sldId="335"/>
            <ac:spMk id="8" creationId="{E6BB68DD-5F6E-0B48-3B2B-1C223C7019FD}"/>
          </ac:spMkLst>
        </pc:spChg>
        <pc:spChg chg="add mod">
          <ac:chgData name="Lucie Fontaine" userId="2c6b0298-177f-4237-a83e-8637e19304d5" providerId="ADAL" clId="{38FDF7CA-A37A-44C1-A812-A8007AC22127}" dt="2026-04-21T08:55:10.754" v="13288" actId="20577"/>
          <ac:spMkLst>
            <pc:docMk/>
            <pc:sldMk cId="3204151428" sldId="335"/>
            <ac:spMk id="10" creationId="{51CF9C6C-68A5-D01F-C8B6-5793D05CAB91}"/>
          </ac:spMkLst>
        </pc:spChg>
        <pc:cxnChg chg="mod">
          <ac:chgData name="Lucie Fontaine" userId="2c6b0298-177f-4237-a83e-8637e19304d5" providerId="ADAL" clId="{38FDF7CA-A37A-44C1-A812-A8007AC22127}" dt="2026-04-21T12:53:34.153" v="13906" actId="1582"/>
          <ac:cxnSpMkLst>
            <pc:docMk/>
            <pc:sldMk cId="3204151428" sldId="335"/>
            <ac:cxnSpMk id="71" creationId="{BFFE29E7-6C98-6254-F675-0AD5A901FC2D}"/>
          </ac:cxnSpMkLst>
        </pc:cxnChg>
        <pc:cxnChg chg="mod">
          <ac:chgData name="Lucie Fontaine" userId="2c6b0298-177f-4237-a83e-8637e19304d5" providerId="ADAL" clId="{38FDF7CA-A37A-44C1-A812-A8007AC22127}" dt="2026-04-23T07:58:30.957" v="18487" actId="693"/>
          <ac:cxnSpMkLst>
            <pc:docMk/>
            <pc:sldMk cId="3204151428" sldId="335"/>
            <ac:cxnSpMk id="89" creationId="{31F15CDD-9362-8874-59AF-F5D8C9F206C5}"/>
          </ac:cxnSpMkLst>
        </pc:cxnChg>
      </pc:sldChg>
      <pc:sldChg chg="addSp modSp add mod ord">
        <pc:chgData name="Lucie Fontaine" userId="2c6b0298-177f-4237-a83e-8637e19304d5" providerId="ADAL" clId="{38FDF7CA-A37A-44C1-A812-A8007AC22127}" dt="2026-04-24T06:44:04.336" v="21689"/>
        <pc:sldMkLst>
          <pc:docMk/>
          <pc:sldMk cId="1778846002" sldId="336"/>
        </pc:sldMkLst>
        <pc:spChg chg="mod">
          <ac:chgData name="Lucie Fontaine" userId="2c6b0298-177f-4237-a83e-8637e19304d5" providerId="ADAL" clId="{38FDF7CA-A37A-44C1-A812-A8007AC22127}" dt="2026-04-24T06:44:04.336" v="21689"/>
          <ac:spMkLst>
            <pc:docMk/>
            <pc:sldMk cId="1778846002" sldId="336"/>
            <ac:spMk id="2" creationId="{36A1B1CD-9497-FCE5-D306-1649357986A7}"/>
          </ac:spMkLst>
        </pc:spChg>
        <pc:spChg chg="mod">
          <ac:chgData name="Lucie Fontaine" userId="2c6b0298-177f-4237-a83e-8637e19304d5" providerId="ADAL" clId="{38FDF7CA-A37A-44C1-A812-A8007AC22127}" dt="2026-04-21T08:51:52.964" v="13259" actId="692"/>
          <ac:spMkLst>
            <pc:docMk/>
            <pc:sldMk cId="1778846002" sldId="336"/>
            <ac:spMk id="9" creationId="{6DC09DCE-A52E-A1B5-C1B7-621DB7563AF8}"/>
          </ac:spMkLst>
        </pc:spChg>
        <pc:spChg chg="add mod">
          <ac:chgData name="Lucie Fontaine" userId="2c6b0298-177f-4237-a83e-8637e19304d5" providerId="ADAL" clId="{38FDF7CA-A37A-44C1-A812-A8007AC22127}" dt="2026-04-21T08:52:06.710" v="13263" actId="207"/>
          <ac:spMkLst>
            <pc:docMk/>
            <pc:sldMk cId="1778846002" sldId="336"/>
            <ac:spMk id="10" creationId="{FF9CFF85-7A1D-3DEC-07CC-8325510D8357}"/>
          </ac:spMkLst>
        </pc:spChg>
        <pc:cxnChg chg="mod">
          <ac:chgData name="Lucie Fontaine" userId="2c6b0298-177f-4237-a83e-8637e19304d5" providerId="ADAL" clId="{38FDF7CA-A37A-44C1-A812-A8007AC22127}" dt="2026-04-21T12:53:39.960" v="13907" actId="1582"/>
          <ac:cxnSpMkLst>
            <pc:docMk/>
            <pc:sldMk cId="1778846002" sldId="336"/>
            <ac:cxnSpMk id="71" creationId="{BFFE29E7-6C98-6254-F675-0AD5A901FC2D}"/>
          </ac:cxnSpMkLst>
        </pc:cxnChg>
        <pc:cxnChg chg="mod">
          <ac:chgData name="Lucie Fontaine" userId="2c6b0298-177f-4237-a83e-8637e19304d5" providerId="ADAL" clId="{38FDF7CA-A37A-44C1-A812-A8007AC22127}" dt="2026-04-23T07:58:40.803" v="18488" actId="693"/>
          <ac:cxnSpMkLst>
            <pc:docMk/>
            <pc:sldMk cId="1778846002" sldId="336"/>
            <ac:cxnSpMk id="89" creationId="{31F15CDD-9362-8874-59AF-F5D8C9F206C5}"/>
          </ac:cxnSpMkLst>
        </pc:cxnChg>
      </pc:sldChg>
      <pc:sldChg chg="addSp delSp modSp add del mod">
        <pc:chgData name="Lucie Fontaine" userId="2c6b0298-177f-4237-a83e-8637e19304d5" providerId="ADAL" clId="{38FDF7CA-A37A-44C1-A812-A8007AC22127}" dt="2026-04-23T09:25:04.207" v="19397" actId="2696"/>
        <pc:sldMkLst>
          <pc:docMk/>
          <pc:sldMk cId="3760801072" sldId="337"/>
        </pc:sldMkLst>
        <pc:spChg chg="del">
          <ac:chgData name="Lucie Fontaine" userId="2c6b0298-177f-4237-a83e-8637e19304d5" providerId="ADAL" clId="{38FDF7CA-A37A-44C1-A812-A8007AC22127}" dt="2026-04-22T08:18:20.418" v="15068" actId="478"/>
          <ac:spMkLst>
            <pc:docMk/>
            <pc:sldMk cId="3760801072" sldId="337"/>
            <ac:spMk id="4" creationId="{F63875A2-3A41-A942-94C7-7D050ED096CA}"/>
          </ac:spMkLst>
        </pc:spChg>
        <pc:spChg chg="add mod">
          <ac:chgData name="Lucie Fontaine" userId="2c6b0298-177f-4237-a83e-8637e19304d5" providerId="ADAL" clId="{38FDF7CA-A37A-44C1-A812-A8007AC22127}" dt="2026-04-21T14:43:42.117" v="14102" actId="1038"/>
          <ac:spMkLst>
            <pc:docMk/>
            <pc:sldMk cId="3760801072" sldId="337"/>
            <ac:spMk id="34" creationId="{C6398F08-2858-A714-FCB0-157F0145E890}"/>
          </ac:spMkLst>
        </pc:spChg>
        <pc:spChg chg="del">
          <ac:chgData name="Lucie Fontaine" userId="2c6b0298-177f-4237-a83e-8637e19304d5" providerId="ADAL" clId="{38FDF7CA-A37A-44C1-A812-A8007AC22127}" dt="2026-04-22T08:18:20.418" v="15068" actId="478"/>
          <ac:spMkLst>
            <pc:docMk/>
            <pc:sldMk cId="3760801072" sldId="337"/>
            <ac:spMk id="42" creationId="{D46562C0-9D6C-D7BE-0ADF-28C65214443C}"/>
          </ac:spMkLst>
        </pc:spChg>
        <pc:spChg chg="add mod">
          <ac:chgData name="Lucie Fontaine" userId="2c6b0298-177f-4237-a83e-8637e19304d5" providerId="ADAL" clId="{38FDF7CA-A37A-44C1-A812-A8007AC22127}" dt="2026-04-21T14:43:42.117" v="14102" actId="1038"/>
          <ac:spMkLst>
            <pc:docMk/>
            <pc:sldMk cId="3760801072" sldId="337"/>
            <ac:spMk id="43" creationId="{432DA620-E6CF-C495-AE3C-E2F457A20CB2}"/>
          </ac:spMkLst>
        </pc:spChg>
        <pc:spChg chg="add mod">
          <ac:chgData name="Lucie Fontaine" userId="2c6b0298-177f-4237-a83e-8637e19304d5" providerId="ADAL" clId="{38FDF7CA-A37A-44C1-A812-A8007AC22127}" dt="2026-04-21T14:43:58.279" v="14109" actId="1037"/>
          <ac:spMkLst>
            <pc:docMk/>
            <pc:sldMk cId="3760801072" sldId="337"/>
            <ac:spMk id="46" creationId="{15483381-0605-5098-DC84-8759754B8192}"/>
          </ac:spMkLst>
        </pc:spChg>
        <pc:spChg chg="add mod">
          <ac:chgData name="Lucie Fontaine" userId="2c6b0298-177f-4237-a83e-8637e19304d5" providerId="ADAL" clId="{38FDF7CA-A37A-44C1-A812-A8007AC22127}" dt="2026-04-21T14:43:58.279" v="14109" actId="1037"/>
          <ac:spMkLst>
            <pc:docMk/>
            <pc:sldMk cId="3760801072" sldId="337"/>
            <ac:spMk id="47" creationId="{9F6FF6E8-56C6-8878-7625-ACBD618B5C1D}"/>
          </ac:spMkLst>
        </pc:spChg>
        <pc:spChg chg="add mod">
          <ac:chgData name="Lucie Fontaine" userId="2c6b0298-177f-4237-a83e-8637e19304d5" providerId="ADAL" clId="{38FDF7CA-A37A-44C1-A812-A8007AC22127}" dt="2026-04-22T08:18:20.973" v="15069"/>
          <ac:spMkLst>
            <pc:docMk/>
            <pc:sldMk cId="3760801072" sldId="337"/>
            <ac:spMk id="48" creationId="{CC548821-3433-78E7-CA00-1A5BF7921385}"/>
          </ac:spMkLst>
        </pc:spChg>
        <pc:spChg chg="add mod">
          <ac:chgData name="Lucie Fontaine" userId="2c6b0298-177f-4237-a83e-8637e19304d5" providerId="ADAL" clId="{38FDF7CA-A37A-44C1-A812-A8007AC22127}" dt="2026-04-22T08:18:20.973" v="15069"/>
          <ac:spMkLst>
            <pc:docMk/>
            <pc:sldMk cId="3760801072" sldId="337"/>
            <ac:spMk id="50" creationId="{3AF0D971-4FC3-4AB4-C3A5-4AC7DEEB4725}"/>
          </ac:spMkLst>
        </pc:spChg>
        <pc:spChg chg="mod">
          <ac:chgData name="Lucie Fontaine" userId="2c6b0298-177f-4237-a83e-8637e19304d5" providerId="ADAL" clId="{38FDF7CA-A37A-44C1-A812-A8007AC22127}" dt="2026-04-23T08:00:35.543" v="18503"/>
          <ac:spMkLst>
            <pc:docMk/>
            <pc:sldMk cId="3760801072" sldId="337"/>
            <ac:spMk id="52" creationId="{AA6A58B5-DA96-72AB-485E-48CD44B8369A}"/>
          </ac:spMkLst>
        </pc:spChg>
        <pc:spChg chg="mod">
          <ac:chgData name="Lucie Fontaine" userId="2c6b0298-177f-4237-a83e-8637e19304d5" providerId="ADAL" clId="{38FDF7CA-A37A-44C1-A812-A8007AC22127}" dt="2026-04-23T08:00:35.543" v="18503"/>
          <ac:spMkLst>
            <pc:docMk/>
            <pc:sldMk cId="3760801072" sldId="337"/>
            <ac:spMk id="54" creationId="{4D26CBD6-C456-CBB6-2AC6-CF1FCE306C40}"/>
          </ac:spMkLst>
        </pc:spChg>
        <pc:spChg chg="mod">
          <ac:chgData name="Lucie Fontaine" userId="2c6b0298-177f-4237-a83e-8637e19304d5" providerId="ADAL" clId="{38FDF7CA-A37A-44C1-A812-A8007AC22127}" dt="2026-04-23T08:00:35.543" v="18503"/>
          <ac:spMkLst>
            <pc:docMk/>
            <pc:sldMk cId="3760801072" sldId="337"/>
            <ac:spMk id="64" creationId="{0BF87DFD-F021-E067-370D-BE05B86A6CA5}"/>
          </ac:spMkLst>
        </pc:spChg>
        <pc:spChg chg="mod">
          <ac:chgData name="Lucie Fontaine" userId="2c6b0298-177f-4237-a83e-8637e19304d5" providerId="ADAL" clId="{38FDF7CA-A37A-44C1-A812-A8007AC22127}" dt="2026-04-23T08:00:35.543" v="18503"/>
          <ac:spMkLst>
            <pc:docMk/>
            <pc:sldMk cId="3760801072" sldId="337"/>
            <ac:spMk id="65" creationId="{D88C26B2-5AD7-E088-35D8-019F6F3E598D}"/>
          </ac:spMkLst>
        </pc:spChg>
        <pc:spChg chg="mod">
          <ac:chgData name="Lucie Fontaine" userId="2c6b0298-177f-4237-a83e-8637e19304d5" providerId="ADAL" clId="{38FDF7CA-A37A-44C1-A812-A8007AC22127}" dt="2026-04-23T08:00:35.543" v="18503"/>
          <ac:spMkLst>
            <pc:docMk/>
            <pc:sldMk cId="3760801072" sldId="337"/>
            <ac:spMk id="66" creationId="{154CEA63-6BF1-B017-4A9E-CE60776844E2}"/>
          </ac:spMkLst>
        </pc:spChg>
        <pc:spChg chg="mod">
          <ac:chgData name="Lucie Fontaine" userId="2c6b0298-177f-4237-a83e-8637e19304d5" providerId="ADAL" clId="{38FDF7CA-A37A-44C1-A812-A8007AC22127}" dt="2026-04-23T08:00:35.543" v="18503"/>
          <ac:spMkLst>
            <pc:docMk/>
            <pc:sldMk cId="3760801072" sldId="337"/>
            <ac:spMk id="67" creationId="{78952788-80F5-C765-CCAE-463490F1E3D5}"/>
          </ac:spMkLst>
        </pc:spChg>
        <pc:spChg chg="mod">
          <ac:chgData name="Lucie Fontaine" userId="2c6b0298-177f-4237-a83e-8637e19304d5" providerId="ADAL" clId="{38FDF7CA-A37A-44C1-A812-A8007AC22127}" dt="2026-04-23T08:00:35.543" v="18503"/>
          <ac:spMkLst>
            <pc:docMk/>
            <pc:sldMk cId="3760801072" sldId="337"/>
            <ac:spMk id="68" creationId="{F09116C3-90C6-72B0-7BE3-1804B2F00963}"/>
          </ac:spMkLst>
        </pc:spChg>
        <pc:spChg chg="mod">
          <ac:chgData name="Lucie Fontaine" userId="2c6b0298-177f-4237-a83e-8637e19304d5" providerId="ADAL" clId="{38FDF7CA-A37A-44C1-A812-A8007AC22127}" dt="2026-04-23T08:00:35.543" v="18503"/>
          <ac:spMkLst>
            <pc:docMk/>
            <pc:sldMk cId="3760801072" sldId="337"/>
            <ac:spMk id="69" creationId="{2C783166-D83B-978C-5194-82FBA4226706}"/>
          </ac:spMkLst>
        </pc:spChg>
        <pc:grpChg chg="add mod">
          <ac:chgData name="Lucie Fontaine" userId="2c6b0298-177f-4237-a83e-8637e19304d5" providerId="ADAL" clId="{38FDF7CA-A37A-44C1-A812-A8007AC22127}" dt="2026-04-23T08:00:35.543" v="18503"/>
          <ac:grpSpMkLst>
            <pc:docMk/>
            <pc:sldMk cId="3760801072" sldId="337"/>
            <ac:grpSpMk id="4" creationId="{390FD1E2-CB14-324D-ED21-68F9E5D9E291}"/>
          </ac:grpSpMkLst>
        </pc:grpChg>
        <pc:grpChg chg="del">
          <ac:chgData name="Lucie Fontaine" userId="2c6b0298-177f-4237-a83e-8637e19304d5" providerId="ADAL" clId="{38FDF7CA-A37A-44C1-A812-A8007AC22127}" dt="2026-04-23T08:00:35.117" v="18502" actId="478"/>
          <ac:grpSpMkLst>
            <pc:docMk/>
            <pc:sldMk cId="3760801072" sldId="337"/>
            <ac:grpSpMk id="5" creationId="{5B734918-A671-3466-B94F-0A1BEEFD52DF}"/>
          </ac:grpSpMkLst>
        </pc:grpChg>
        <pc:grpChg chg="mod">
          <ac:chgData name="Lucie Fontaine" userId="2c6b0298-177f-4237-a83e-8637e19304d5" providerId="ADAL" clId="{38FDF7CA-A37A-44C1-A812-A8007AC22127}" dt="2026-04-23T08:00:35.543" v="18503"/>
          <ac:grpSpMkLst>
            <pc:docMk/>
            <pc:sldMk cId="3760801072" sldId="337"/>
            <ac:grpSpMk id="42" creationId="{686B03BB-F1CD-0CB5-5750-792DAD3A8FDC}"/>
          </ac:grpSpMkLst>
        </pc:grpChg>
        <pc:grpChg chg="mod">
          <ac:chgData name="Lucie Fontaine" userId="2c6b0298-177f-4237-a83e-8637e19304d5" providerId="ADAL" clId="{38FDF7CA-A37A-44C1-A812-A8007AC22127}" dt="2026-04-23T08:00:35.543" v="18503"/>
          <ac:grpSpMkLst>
            <pc:docMk/>
            <pc:sldMk cId="3760801072" sldId="337"/>
            <ac:grpSpMk id="59" creationId="{57BFDD17-4BAF-F225-4EF3-EE3988A7E783}"/>
          </ac:grpSpMkLst>
        </pc:grpChg>
        <pc:grpChg chg="mod">
          <ac:chgData name="Lucie Fontaine" userId="2c6b0298-177f-4237-a83e-8637e19304d5" providerId="ADAL" clId="{38FDF7CA-A37A-44C1-A812-A8007AC22127}" dt="2026-04-23T08:00:35.543" v="18503"/>
          <ac:grpSpMkLst>
            <pc:docMk/>
            <pc:sldMk cId="3760801072" sldId="337"/>
            <ac:grpSpMk id="61" creationId="{7932DFA2-6575-DA32-5B03-400E9F1D4DCB}"/>
          </ac:grpSpMkLst>
        </pc:grpChg>
        <pc:cxnChg chg="mod">
          <ac:chgData name="Lucie Fontaine" userId="2c6b0298-177f-4237-a83e-8637e19304d5" providerId="ADAL" clId="{38FDF7CA-A37A-44C1-A812-A8007AC22127}" dt="2026-04-23T08:00:35.117" v="18502" actId="478"/>
          <ac:cxnSpMkLst>
            <pc:docMk/>
            <pc:sldMk cId="3760801072" sldId="337"/>
            <ac:cxnSpMk id="13" creationId="{9058EF4C-6987-7460-63D7-DAF9C3B78096}"/>
          </ac:cxnSpMkLst>
        </pc:cxnChg>
        <pc:cxnChg chg="mod">
          <ac:chgData name="Lucie Fontaine" userId="2c6b0298-177f-4237-a83e-8637e19304d5" providerId="ADAL" clId="{38FDF7CA-A37A-44C1-A812-A8007AC22127}" dt="2026-04-23T08:00:35.117" v="18502" actId="478"/>
          <ac:cxnSpMkLst>
            <pc:docMk/>
            <pc:sldMk cId="3760801072" sldId="337"/>
            <ac:cxnSpMk id="24" creationId="{3F8F5915-6075-7D70-C9C8-963B715B585A}"/>
          </ac:cxnSpMkLst>
        </pc:cxnChg>
        <pc:cxnChg chg="mod">
          <ac:chgData name="Lucie Fontaine" userId="2c6b0298-177f-4237-a83e-8637e19304d5" providerId="ADAL" clId="{38FDF7CA-A37A-44C1-A812-A8007AC22127}" dt="2026-04-23T08:00:35.117" v="18502" actId="478"/>
          <ac:cxnSpMkLst>
            <pc:docMk/>
            <pc:sldMk cId="3760801072" sldId="337"/>
            <ac:cxnSpMk id="27" creationId="{DD33A741-FC57-437B-B982-0D1ECA725CF0}"/>
          </ac:cxnSpMkLst>
        </pc:cxnChg>
        <pc:cxnChg chg="mod">
          <ac:chgData name="Lucie Fontaine" userId="2c6b0298-177f-4237-a83e-8637e19304d5" providerId="ADAL" clId="{38FDF7CA-A37A-44C1-A812-A8007AC22127}" dt="2026-04-23T08:00:35.117" v="18502" actId="478"/>
          <ac:cxnSpMkLst>
            <pc:docMk/>
            <pc:sldMk cId="3760801072" sldId="337"/>
            <ac:cxnSpMk id="28" creationId="{8FA68745-F07E-FECE-ECD0-5F28A385E991}"/>
          </ac:cxnSpMkLst>
        </pc:cxnChg>
        <pc:cxnChg chg="mod">
          <ac:chgData name="Lucie Fontaine" userId="2c6b0298-177f-4237-a83e-8637e19304d5" providerId="ADAL" clId="{38FDF7CA-A37A-44C1-A812-A8007AC22127}" dt="2026-04-23T08:00:35.117" v="18502" actId="478"/>
          <ac:cxnSpMkLst>
            <pc:docMk/>
            <pc:sldMk cId="3760801072" sldId="337"/>
            <ac:cxnSpMk id="29" creationId="{37A30663-3CAC-691E-ECB2-17CA5A2CBD86}"/>
          </ac:cxnSpMkLst>
        </pc:cxnChg>
        <pc:cxnChg chg="mod">
          <ac:chgData name="Lucie Fontaine" userId="2c6b0298-177f-4237-a83e-8637e19304d5" providerId="ADAL" clId="{38FDF7CA-A37A-44C1-A812-A8007AC22127}" dt="2026-04-23T08:00:35.117" v="18502" actId="478"/>
          <ac:cxnSpMkLst>
            <pc:docMk/>
            <pc:sldMk cId="3760801072" sldId="337"/>
            <ac:cxnSpMk id="30" creationId="{F4024670-8953-05F2-3794-89A0E350EA65}"/>
          </ac:cxnSpMkLst>
        </pc:cxnChg>
        <pc:cxnChg chg="mod">
          <ac:chgData name="Lucie Fontaine" userId="2c6b0298-177f-4237-a83e-8637e19304d5" providerId="ADAL" clId="{38FDF7CA-A37A-44C1-A812-A8007AC22127}" dt="2026-04-22T13:30:27.820" v="16740" actId="208"/>
          <ac:cxnSpMkLst>
            <pc:docMk/>
            <pc:sldMk cId="3760801072" sldId="337"/>
            <ac:cxnSpMk id="36" creationId="{CF989587-59C7-5C84-22FF-9FD9B0D1F548}"/>
          </ac:cxnSpMkLst>
        </pc:cxnChg>
        <pc:cxnChg chg="mod">
          <ac:chgData name="Lucie Fontaine" userId="2c6b0298-177f-4237-a83e-8637e19304d5" providerId="ADAL" clId="{38FDF7CA-A37A-44C1-A812-A8007AC22127}" dt="2026-04-22T13:30:27.820" v="16740" actId="208"/>
          <ac:cxnSpMkLst>
            <pc:docMk/>
            <pc:sldMk cId="3760801072" sldId="337"/>
            <ac:cxnSpMk id="37" creationId="{9C824780-F548-723F-0272-F0843B13B5E9}"/>
          </ac:cxnSpMkLst>
        </pc:cxnChg>
        <pc:cxnChg chg="mod">
          <ac:chgData name="Lucie Fontaine" userId="2c6b0298-177f-4237-a83e-8637e19304d5" providerId="ADAL" clId="{38FDF7CA-A37A-44C1-A812-A8007AC22127}" dt="2026-04-22T13:30:27.820" v="16740" actId="208"/>
          <ac:cxnSpMkLst>
            <pc:docMk/>
            <pc:sldMk cId="3760801072" sldId="337"/>
            <ac:cxnSpMk id="39" creationId="{263A86E9-25BB-CD7F-FCD1-3999CF2B0F43}"/>
          </ac:cxnSpMkLst>
        </pc:cxnChg>
        <pc:cxnChg chg="mod">
          <ac:chgData name="Lucie Fontaine" userId="2c6b0298-177f-4237-a83e-8637e19304d5" providerId="ADAL" clId="{38FDF7CA-A37A-44C1-A812-A8007AC22127}" dt="2026-04-22T13:30:27.820" v="16740" actId="208"/>
          <ac:cxnSpMkLst>
            <pc:docMk/>
            <pc:sldMk cId="3760801072" sldId="337"/>
            <ac:cxnSpMk id="40" creationId="{6FAC32EF-0060-B518-25B3-A54FA7D9B216}"/>
          </ac:cxnSpMkLst>
        </pc:cxnChg>
        <pc:cxnChg chg="mod">
          <ac:chgData name="Lucie Fontaine" userId="2c6b0298-177f-4237-a83e-8637e19304d5" providerId="ADAL" clId="{38FDF7CA-A37A-44C1-A812-A8007AC22127}" dt="2026-04-22T13:30:27.820" v="16740" actId="208"/>
          <ac:cxnSpMkLst>
            <pc:docMk/>
            <pc:sldMk cId="3760801072" sldId="337"/>
            <ac:cxnSpMk id="49" creationId="{A8D4919F-0C57-F2D2-2FAE-8052BFE8E90B}"/>
          </ac:cxnSpMkLst>
        </pc:cxnChg>
        <pc:cxnChg chg="mod">
          <ac:chgData name="Lucie Fontaine" userId="2c6b0298-177f-4237-a83e-8637e19304d5" providerId="ADAL" clId="{38FDF7CA-A37A-44C1-A812-A8007AC22127}" dt="2026-04-23T08:00:35.543" v="18503"/>
          <ac:cxnSpMkLst>
            <pc:docMk/>
            <pc:sldMk cId="3760801072" sldId="337"/>
            <ac:cxnSpMk id="51" creationId="{01D7C8C5-8F23-5944-951F-585E5257C570}"/>
          </ac:cxnSpMkLst>
        </pc:cxnChg>
        <pc:cxnChg chg="mod">
          <ac:chgData name="Lucie Fontaine" userId="2c6b0298-177f-4237-a83e-8637e19304d5" providerId="ADAL" clId="{38FDF7CA-A37A-44C1-A812-A8007AC22127}" dt="2026-04-23T08:00:35.543" v="18503"/>
          <ac:cxnSpMkLst>
            <pc:docMk/>
            <pc:sldMk cId="3760801072" sldId="337"/>
            <ac:cxnSpMk id="53" creationId="{41ED40C4-5B56-3254-0E5F-8B32CBBF779F}"/>
          </ac:cxnSpMkLst>
        </pc:cxnChg>
        <pc:cxnChg chg="mod">
          <ac:chgData name="Lucie Fontaine" userId="2c6b0298-177f-4237-a83e-8637e19304d5" providerId="ADAL" clId="{38FDF7CA-A37A-44C1-A812-A8007AC22127}" dt="2026-04-22T13:30:27.820" v="16740" actId="208"/>
          <ac:cxnSpMkLst>
            <pc:docMk/>
            <pc:sldMk cId="3760801072" sldId="337"/>
            <ac:cxnSpMk id="55" creationId="{8F45D868-F2EA-FF14-411C-BD2890BB1371}"/>
          </ac:cxnSpMkLst>
        </pc:cxnChg>
        <pc:cxnChg chg="mod">
          <ac:chgData name="Lucie Fontaine" userId="2c6b0298-177f-4237-a83e-8637e19304d5" providerId="ADAL" clId="{38FDF7CA-A37A-44C1-A812-A8007AC22127}" dt="2026-04-22T13:30:27.820" v="16740" actId="208"/>
          <ac:cxnSpMkLst>
            <pc:docMk/>
            <pc:sldMk cId="3760801072" sldId="337"/>
            <ac:cxnSpMk id="56" creationId="{2348FC35-8823-48CE-86D1-4B603600B467}"/>
          </ac:cxnSpMkLst>
        </pc:cxnChg>
        <pc:cxnChg chg="mod">
          <ac:chgData name="Lucie Fontaine" userId="2c6b0298-177f-4237-a83e-8637e19304d5" providerId="ADAL" clId="{38FDF7CA-A37A-44C1-A812-A8007AC22127}" dt="2026-04-22T13:30:27.820" v="16740" actId="208"/>
          <ac:cxnSpMkLst>
            <pc:docMk/>
            <pc:sldMk cId="3760801072" sldId="337"/>
            <ac:cxnSpMk id="57" creationId="{807A4CE1-1BB8-357B-7080-4AC43C60E41E}"/>
          </ac:cxnSpMkLst>
        </pc:cxnChg>
        <pc:cxnChg chg="mod">
          <ac:chgData name="Lucie Fontaine" userId="2c6b0298-177f-4237-a83e-8637e19304d5" providerId="ADAL" clId="{38FDF7CA-A37A-44C1-A812-A8007AC22127}" dt="2026-04-23T08:00:35.543" v="18503"/>
          <ac:cxnSpMkLst>
            <pc:docMk/>
            <pc:sldMk cId="3760801072" sldId="337"/>
            <ac:cxnSpMk id="58" creationId="{FC54B95F-3646-B83B-0F03-70E0523BA4C0}"/>
          </ac:cxnSpMkLst>
        </pc:cxnChg>
        <pc:cxnChg chg="mod">
          <ac:chgData name="Lucie Fontaine" userId="2c6b0298-177f-4237-a83e-8637e19304d5" providerId="ADAL" clId="{38FDF7CA-A37A-44C1-A812-A8007AC22127}" dt="2026-04-23T08:00:35.543" v="18503"/>
          <ac:cxnSpMkLst>
            <pc:docMk/>
            <pc:sldMk cId="3760801072" sldId="337"/>
            <ac:cxnSpMk id="60" creationId="{B9575212-D1EF-DD2E-8062-88EB8BBE10D1}"/>
          </ac:cxnSpMkLst>
        </pc:cxnChg>
        <pc:cxnChg chg="mod">
          <ac:chgData name="Lucie Fontaine" userId="2c6b0298-177f-4237-a83e-8637e19304d5" providerId="ADAL" clId="{38FDF7CA-A37A-44C1-A812-A8007AC22127}" dt="2026-04-23T08:00:35.543" v="18503"/>
          <ac:cxnSpMkLst>
            <pc:docMk/>
            <pc:sldMk cId="3760801072" sldId="337"/>
            <ac:cxnSpMk id="62" creationId="{76254694-CF07-E4CA-A7AB-6D5C68A7281F}"/>
          </ac:cxnSpMkLst>
        </pc:cxnChg>
        <pc:cxnChg chg="mod">
          <ac:chgData name="Lucie Fontaine" userId="2c6b0298-177f-4237-a83e-8637e19304d5" providerId="ADAL" clId="{38FDF7CA-A37A-44C1-A812-A8007AC22127}" dt="2026-04-23T08:00:35.543" v="18503"/>
          <ac:cxnSpMkLst>
            <pc:docMk/>
            <pc:sldMk cId="3760801072" sldId="337"/>
            <ac:cxnSpMk id="63" creationId="{6DB68979-4A8D-3972-C509-93BBEABA19D4}"/>
          </ac:cxnSpMkLst>
        </pc:cxnChg>
        <pc:cxnChg chg="mod">
          <ac:chgData name="Lucie Fontaine" userId="2c6b0298-177f-4237-a83e-8637e19304d5" providerId="ADAL" clId="{38FDF7CA-A37A-44C1-A812-A8007AC22127}" dt="2026-04-23T08:00:35.543" v="18503"/>
          <ac:cxnSpMkLst>
            <pc:docMk/>
            <pc:sldMk cId="3760801072" sldId="337"/>
            <ac:cxnSpMk id="70" creationId="{95DF7CC0-DE61-9940-ED9F-D5DAD5FB3799}"/>
          </ac:cxnSpMkLst>
        </pc:cxnChg>
        <pc:cxnChg chg="mod">
          <ac:chgData name="Lucie Fontaine" userId="2c6b0298-177f-4237-a83e-8637e19304d5" providerId="ADAL" clId="{38FDF7CA-A37A-44C1-A812-A8007AC22127}" dt="2026-04-23T08:00:35.543" v="18503"/>
          <ac:cxnSpMkLst>
            <pc:docMk/>
            <pc:sldMk cId="3760801072" sldId="337"/>
            <ac:cxnSpMk id="71" creationId="{785080C4-9348-F9AA-0CD3-B28907BCD76F}"/>
          </ac:cxnSpMkLst>
        </pc:cxnChg>
        <pc:cxnChg chg="mod">
          <ac:chgData name="Lucie Fontaine" userId="2c6b0298-177f-4237-a83e-8637e19304d5" providerId="ADAL" clId="{38FDF7CA-A37A-44C1-A812-A8007AC22127}" dt="2026-04-23T08:00:35.543" v="18503"/>
          <ac:cxnSpMkLst>
            <pc:docMk/>
            <pc:sldMk cId="3760801072" sldId="337"/>
            <ac:cxnSpMk id="72" creationId="{E577EA83-DE32-51FD-E13C-716720E16830}"/>
          </ac:cxnSpMkLst>
        </pc:cxnChg>
        <pc:cxnChg chg="mod">
          <ac:chgData name="Lucie Fontaine" userId="2c6b0298-177f-4237-a83e-8637e19304d5" providerId="ADAL" clId="{38FDF7CA-A37A-44C1-A812-A8007AC22127}" dt="2026-04-23T08:00:35.543" v="18503"/>
          <ac:cxnSpMkLst>
            <pc:docMk/>
            <pc:sldMk cId="3760801072" sldId="337"/>
            <ac:cxnSpMk id="73" creationId="{36DCF9C3-B9E9-2BBB-4D00-41D01F891B78}"/>
          </ac:cxnSpMkLst>
        </pc:cxnChg>
        <pc:cxnChg chg="mod">
          <ac:chgData name="Lucie Fontaine" userId="2c6b0298-177f-4237-a83e-8637e19304d5" providerId="ADAL" clId="{38FDF7CA-A37A-44C1-A812-A8007AC22127}" dt="2026-04-23T08:00:35.543" v="18503"/>
          <ac:cxnSpMkLst>
            <pc:docMk/>
            <pc:sldMk cId="3760801072" sldId="337"/>
            <ac:cxnSpMk id="74" creationId="{A6017D1A-582C-1E88-4D97-DC26FA62500A}"/>
          </ac:cxnSpMkLst>
        </pc:cxnChg>
        <pc:cxnChg chg="mod">
          <ac:chgData name="Lucie Fontaine" userId="2c6b0298-177f-4237-a83e-8637e19304d5" providerId="ADAL" clId="{38FDF7CA-A37A-44C1-A812-A8007AC22127}" dt="2026-04-23T08:00:35.543" v="18503"/>
          <ac:cxnSpMkLst>
            <pc:docMk/>
            <pc:sldMk cId="3760801072" sldId="337"/>
            <ac:cxnSpMk id="75" creationId="{46D11425-B7AB-66FB-37FD-AF440CAECB38}"/>
          </ac:cxnSpMkLst>
        </pc:cxnChg>
        <pc:cxnChg chg="mod">
          <ac:chgData name="Lucie Fontaine" userId="2c6b0298-177f-4237-a83e-8637e19304d5" providerId="ADAL" clId="{38FDF7CA-A37A-44C1-A812-A8007AC22127}" dt="2026-04-23T08:00:35.543" v="18503"/>
          <ac:cxnSpMkLst>
            <pc:docMk/>
            <pc:sldMk cId="3760801072" sldId="337"/>
            <ac:cxnSpMk id="76" creationId="{27B388F7-017E-44A0-4426-202B7EAE9F6B}"/>
          </ac:cxnSpMkLst>
        </pc:cxnChg>
        <pc:cxnChg chg="mod">
          <ac:chgData name="Lucie Fontaine" userId="2c6b0298-177f-4237-a83e-8637e19304d5" providerId="ADAL" clId="{38FDF7CA-A37A-44C1-A812-A8007AC22127}" dt="2026-04-23T08:00:35.543" v="18503"/>
          <ac:cxnSpMkLst>
            <pc:docMk/>
            <pc:sldMk cId="3760801072" sldId="337"/>
            <ac:cxnSpMk id="77" creationId="{FA35075F-2396-ABC3-2522-570F059212A6}"/>
          </ac:cxnSpMkLst>
        </pc:cxnChg>
        <pc:cxnChg chg="mod">
          <ac:chgData name="Lucie Fontaine" userId="2c6b0298-177f-4237-a83e-8637e19304d5" providerId="ADAL" clId="{38FDF7CA-A37A-44C1-A812-A8007AC22127}" dt="2026-04-23T08:00:35.543" v="18503"/>
          <ac:cxnSpMkLst>
            <pc:docMk/>
            <pc:sldMk cId="3760801072" sldId="337"/>
            <ac:cxnSpMk id="78" creationId="{856A6E93-F449-0ED3-7613-1105DE46BFF2}"/>
          </ac:cxnSpMkLst>
        </pc:cxnChg>
      </pc:sldChg>
      <pc:sldChg chg="add del">
        <pc:chgData name="Lucie Fontaine" userId="2c6b0298-177f-4237-a83e-8637e19304d5" providerId="ADAL" clId="{38FDF7CA-A37A-44C1-A812-A8007AC22127}" dt="2026-04-21T14:43:18.614" v="14097"/>
        <pc:sldMkLst>
          <pc:docMk/>
          <pc:sldMk cId="1182437188" sldId="338"/>
        </pc:sldMkLst>
      </pc:sldChg>
      <pc:sldChg chg="addSp delSp modSp add del mod">
        <pc:chgData name="Lucie Fontaine" userId="2c6b0298-177f-4237-a83e-8637e19304d5" providerId="ADAL" clId="{38FDF7CA-A37A-44C1-A812-A8007AC22127}" dt="2026-04-22T08:16:04.898" v="15049" actId="2696"/>
        <pc:sldMkLst>
          <pc:docMk/>
          <pc:sldMk cId="3856910034" sldId="338"/>
        </pc:sldMkLst>
        <pc:spChg chg="add del">
          <ac:chgData name="Lucie Fontaine" userId="2c6b0298-177f-4237-a83e-8637e19304d5" providerId="ADAL" clId="{38FDF7CA-A37A-44C1-A812-A8007AC22127}" dt="2026-04-22T07:20:21.380" v="14789"/>
          <ac:spMkLst>
            <pc:docMk/>
            <pc:sldMk cId="3856910034" sldId="338"/>
            <ac:spMk id="3" creationId="{7FD41E05-56A6-458B-29DC-891B8C481A9E}"/>
          </ac:spMkLst>
        </pc:spChg>
        <pc:spChg chg="add mod topLvl">
          <ac:chgData name="Lucie Fontaine" userId="2c6b0298-177f-4237-a83e-8637e19304d5" providerId="ADAL" clId="{38FDF7CA-A37A-44C1-A812-A8007AC22127}" dt="2026-04-22T07:09:03.973" v="14655" actId="164"/>
          <ac:spMkLst>
            <pc:docMk/>
            <pc:sldMk cId="3856910034" sldId="338"/>
            <ac:spMk id="4" creationId="{2DDA3EC6-7711-801E-4E4C-14EA3E92DF1E}"/>
          </ac:spMkLst>
        </pc:spChg>
        <pc:spChg chg="mod">
          <ac:chgData name="Lucie Fontaine" userId="2c6b0298-177f-4237-a83e-8637e19304d5" providerId="ADAL" clId="{38FDF7CA-A37A-44C1-A812-A8007AC22127}" dt="2026-04-22T07:09:28.183" v="14659"/>
          <ac:spMkLst>
            <pc:docMk/>
            <pc:sldMk cId="3856910034" sldId="338"/>
            <ac:spMk id="19" creationId="{2A2B3DF0-B5E4-9A17-2FE5-1A9B32DA75F7}"/>
          </ac:spMkLst>
        </pc:spChg>
        <pc:spChg chg="add del">
          <ac:chgData name="Lucie Fontaine" userId="2c6b0298-177f-4237-a83e-8637e19304d5" providerId="ADAL" clId="{38FDF7CA-A37A-44C1-A812-A8007AC22127}" dt="2026-04-22T07:20:25.320" v="14791" actId="478"/>
          <ac:spMkLst>
            <pc:docMk/>
            <pc:sldMk cId="3856910034" sldId="338"/>
            <ac:spMk id="32" creationId="{A29E662C-F423-DC12-10F9-72A4AD660DB9}"/>
          </ac:spMkLst>
        </pc:spChg>
        <pc:spChg chg="mod">
          <ac:chgData name="Lucie Fontaine" userId="2c6b0298-177f-4237-a83e-8637e19304d5" providerId="ADAL" clId="{38FDF7CA-A37A-44C1-A812-A8007AC22127}" dt="2026-04-22T07:18:19.764" v="14781" actId="113"/>
          <ac:spMkLst>
            <pc:docMk/>
            <pc:sldMk cId="3856910034" sldId="338"/>
            <ac:spMk id="35" creationId="{98981935-86E4-7D05-8772-5FCBAD83822E}"/>
          </ac:spMkLst>
        </pc:spChg>
        <pc:spChg chg="add mod">
          <ac:chgData name="Lucie Fontaine" userId="2c6b0298-177f-4237-a83e-8637e19304d5" providerId="ADAL" clId="{38FDF7CA-A37A-44C1-A812-A8007AC22127}" dt="2026-04-22T07:11:05.995" v="14696" actId="1037"/>
          <ac:spMkLst>
            <pc:docMk/>
            <pc:sldMk cId="3856910034" sldId="338"/>
            <ac:spMk id="36" creationId="{537A8235-34E9-7481-FA0F-FC2DC43887CE}"/>
          </ac:spMkLst>
        </pc:spChg>
        <pc:spChg chg="add mod">
          <ac:chgData name="Lucie Fontaine" userId="2c6b0298-177f-4237-a83e-8637e19304d5" providerId="ADAL" clId="{38FDF7CA-A37A-44C1-A812-A8007AC22127}" dt="2026-04-22T07:10:48.103" v="14683" actId="1076"/>
          <ac:spMkLst>
            <pc:docMk/>
            <pc:sldMk cId="3856910034" sldId="338"/>
            <ac:spMk id="37" creationId="{8CB33944-6C0B-AF9F-7A43-920B3F7CB3CB}"/>
          </ac:spMkLst>
        </pc:spChg>
        <pc:spChg chg="del">
          <ac:chgData name="Lucie Fontaine" userId="2c6b0298-177f-4237-a83e-8637e19304d5" providerId="ADAL" clId="{38FDF7CA-A37A-44C1-A812-A8007AC22127}" dt="2026-04-21T15:34:38.365" v="14442" actId="478"/>
          <ac:spMkLst>
            <pc:docMk/>
            <pc:sldMk cId="3856910034" sldId="338"/>
            <ac:spMk id="37" creationId="{CBED8476-2CC6-538E-221E-FEE2FF1B31AA}"/>
          </ac:spMkLst>
        </pc:spChg>
        <pc:spChg chg="del">
          <ac:chgData name="Lucie Fontaine" userId="2c6b0298-177f-4237-a83e-8637e19304d5" providerId="ADAL" clId="{38FDF7CA-A37A-44C1-A812-A8007AC22127}" dt="2026-04-21T15:34:38.365" v="14442" actId="478"/>
          <ac:spMkLst>
            <pc:docMk/>
            <pc:sldMk cId="3856910034" sldId="338"/>
            <ac:spMk id="38" creationId="{896A79F4-B6D6-026C-3695-A699DAF9A6A7}"/>
          </ac:spMkLst>
        </pc:spChg>
        <pc:spChg chg="add mod topLvl">
          <ac:chgData name="Lucie Fontaine" userId="2c6b0298-177f-4237-a83e-8637e19304d5" providerId="ADAL" clId="{38FDF7CA-A37A-44C1-A812-A8007AC22127}" dt="2026-04-22T07:09:03.973" v="14655" actId="164"/>
          <ac:spMkLst>
            <pc:docMk/>
            <pc:sldMk cId="3856910034" sldId="338"/>
            <ac:spMk id="39" creationId="{F3D47C00-AB4D-4995-D85E-713AAE2B9B6C}"/>
          </ac:spMkLst>
        </pc:spChg>
        <pc:spChg chg="add mod topLvl">
          <ac:chgData name="Lucie Fontaine" userId="2c6b0298-177f-4237-a83e-8637e19304d5" providerId="ADAL" clId="{38FDF7CA-A37A-44C1-A812-A8007AC22127}" dt="2026-04-22T07:09:03.973" v="14655" actId="164"/>
          <ac:spMkLst>
            <pc:docMk/>
            <pc:sldMk cId="3856910034" sldId="338"/>
            <ac:spMk id="40" creationId="{BBB088F1-AE1A-86E7-76A5-790453FB7BE2}"/>
          </ac:spMkLst>
        </pc:spChg>
        <pc:spChg chg="del">
          <ac:chgData name="Lucie Fontaine" userId="2c6b0298-177f-4237-a83e-8637e19304d5" providerId="ADAL" clId="{38FDF7CA-A37A-44C1-A812-A8007AC22127}" dt="2026-04-21T15:34:38.365" v="14442" actId="478"/>
          <ac:spMkLst>
            <pc:docMk/>
            <pc:sldMk cId="3856910034" sldId="338"/>
            <ac:spMk id="41" creationId="{91C3D0FF-804A-90E7-AF1A-1239F17B3CED}"/>
          </ac:spMkLst>
        </pc:spChg>
        <pc:spChg chg="del">
          <ac:chgData name="Lucie Fontaine" userId="2c6b0298-177f-4237-a83e-8637e19304d5" providerId="ADAL" clId="{38FDF7CA-A37A-44C1-A812-A8007AC22127}" dt="2026-04-21T15:34:38.365" v="14442" actId="478"/>
          <ac:spMkLst>
            <pc:docMk/>
            <pc:sldMk cId="3856910034" sldId="338"/>
            <ac:spMk id="42" creationId="{B9071439-B6A9-10E9-9AFB-CE0509F38A50}"/>
          </ac:spMkLst>
        </pc:spChg>
        <pc:spChg chg="del">
          <ac:chgData name="Lucie Fontaine" userId="2c6b0298-177f-4237-a83e-8637e19304d5" providerId="ADAL" clId="{38FDF7CA-A37A-44C1-A812-A8007AC22127}" dt="2026-04-21T15:34:38.365" v="14442" actId="478"/>
          <ac:spMkLst>
            <pc:docMk/>
            <pc:sldMk cId="3856910034" sldId="338"/>
            <ac:spMk id="43" creationId="{5830FD6D-3017-0059-0856-4FFD1EE6EA34}"/>
          </ac:spMkLst>
        </pc:spChg>
        <pc:spChg chg="add mod topLvl">
          <ac:chgData name="Lucie Fontaine" userId="2c6b0298-177f-4237-a83e-8637e19304d5" providerId="ADAL" clId="{38FDF7CA-A37A-44C1-A812-A8007AC22127}" dt="2026-04-22T07:09:03.973" v="14655" actId="164"/>
          <ac:spMkLst>
            <pc:docMk/>
            <pc:sldMk cId="3856910034" sldId="338"/>
            <ac:spMk id="44" creationId="{783176C8-2512-F29C-C267-0A52BD75C59D}"/>
          </ac:spMkLst>
        </pc:spChg>
        <pc:spChg chg="del">
          <ac:chgData name="Lucie Fontaine" userId="2c6b0298-177f-4237-a83e-8637e19304d5" providerId="ADAL" clId="{38FDF7CA-A37A-44C1-A812-A8007AC22127}" dt="2026-04-21T15:34:38.365" v="14442" actId="478"/>
          <ac:spMkLst>
            <pc:docMk/>
            <pc:sldMk cId="3856910034" sldId="338"/>
            <ac:spMk id="45" creationId="{2CB293EA-74A4-8E01-BD2E-9F9E39A2466F}"/>
          </ac:spMkLst>
        </pc:spChg>
        <pc:spChg chg="add mod topLvl">
          <ac:chgData name="Lucie Fontaine" userId="2c6b0298-177f-4237-a83e-8637e19304d5" providerId="ADAL" clId="{38FDF7CA-A37A-44C1-A812-A8007AC22127}" dt="2026-04-22T07:09:03.973" v="14655" actId="164"/>
          <ac:spMkLst>
            <pc:docMk/>
            <pc:sldMk cId="3856910034" sldId="338"/>
            <ac:spMk id="46" creationId="{6E08078A-01AA-8DEA-09A1-49F69436766E}"/>
          </ac:spMkLst>
        </pc:spChg>
        <pc:spChg chg="add mod topLvl">
          <ac:chgData name="Lucie Fontaine" userId="2c6b0298-177f-4237-a83e-8637e19304d5" providerId="ADAL" clId="{38FDF7CA-A37A-44C1-A812-A8007AC22127}" dt="2026-04-22T07:09:03.973" v="14655" actId="164"/>
          <ac:spMkLst>
            <pc:docMk/>
            <pc:sldMk cId="3856910034" sldId="338"/>
            <ac:spMk id="47" creationId="{FBB4338F-8633-3AEA-648B-5703B9159320}"/>
          </ac:spMkLst>
        </pc:spChg>
        <pc:spChg chg="add mod">
          <ac:chgData name="Lucie Fontaine" userId="2c6b0298-177f-4237-a83e-8637e19304d5" providerId="ADAL" clId="{38FDF7CA-A37A-44C1-A812-A8007AC22127}" dt="2026-04-22T08:11:44.848" v="14922" actId="1076"/>
          <ac:spMkLst>
            <pc:docMk/>
            <pc:sldMk cId="3856910034" sldId="338"/>
            <ac:spMk id="48" creationId="{16E861C1-947D-7F69-3721-D1617701B222}"/>
          </ac:spMkLst>
        </pc:spChg>
        <pc:spChg chg="add mod topLvl">
          <ac:chgData name="Lucie Fontaine" userId="2c6b0298-177f-4237-a83e-8637e19304d5" providerId="ADAL" clId="{38FDF7CA-A37A-44C1-A812-A8007AC22127}" dt="2026-04-22T07:09:03.973" v="14655" actId="164"/>
          <ac:spMkLst>
            <pc:docMk/>
            <pc:sldMk cId="3856910034" sldId="338"/>
            <ac:spMk id="59" creationId="{1B1C2348-E10D-4F09-B92D-4BD38FA0AAB9}"/>
          </ac:spMkLst>
        </pc:spChg>
        <pc:spChg chg="add mod topLvl">
          <ac:chgData name="Lucie Fontaine" userId="2c6b0298-177f-4237-a83e-8637e19304d5" providerId="ADAL" clId="{38FDF7CA-A37A-44C1-A812-A8007AC22127}" dt="2026-04-22T07:09:03.973" v="14655" actId="164"/>
          <ac:spMkLst>
            <pc:docMk/>
            <pc:sldMk cId="3856910034" sldId="338"/>
            <ac:spMk id="61" creationId="{16D462A1-9047-1D34-EB6B-2805E767E6D3}"/>
          </ac:spMkLst>
        </pc:spChg>
        <pc:spChg chg="add mod topLvl">
          <ac:chgData name="Lucie Fontaine" userId="2c6b0298-177f-4237-a83e-8637e19304d5" providerId="ADAL" clId="{38FDF7CA-A37A-44C1-A812-A8007AC22127}" dt="2026-04-22T07:09:03.973" v="14655" actId="164"/>
          <ac:spMkLst>
            <pc:docMk/>
            <pc:sldMk cId="3856910034" sldId="338"/>
            <ac:spMk id="63" creationId="{1A0040F1-81E0-44AD-401C-558891CD02A1}"/>
          </ac:spMkLst>
        </pc:spChg>
        <pc:spChg chg="del">
          <ac:chgData name="Lucie Fontaine" userId="2c6b0298-177f-4237-a83e-8637e19304d5" providerId="ADAL" clId="{38FDF7CA-A37A-44C1-A812-A8007AC22127}" dt="2026-04-21T15:34:38.365" v="14442" actId="478"/>
          <ac:spMkLst>
            <pc:docMk/>
            <pc:sldMk cId="3856910034" sldId="338"/>
            <ac:spMk id="70" creationId="{CB080B1B-0956-AE43-63B3-1CC7A41FB4E4}"/>
          </ac:spMkLst>
        </pc:spChg>
        <pc:spChg chg="mod topLvl">
          <ac:chgData name="Lucie Fontaine" userId="2c6b0298-177f-4237-a83e-8637e19304d5" providerId="ADAL" clId="{38FDF7CA-A37A-44C1-A812-A8007AC22127}" dt="2026-04-22T08:11:49.978" v="14923" actId="1076"/>
          <ac:spMkLst>
            <pc:docMk/>
            <pc:sldMk cId="3856910034" sldId="338"/>
            <ac:spMk id="71" creationId="{8ADB646E-D412-1B28-D72E-339397353C2F}"/>
          </ac:spMkLst>
        </pc:spChg>
        <pc:grpChg chg="add del">
          <ac:chgData name="Lucie Fontaine" userId="2c6b0298-177f-4237-a83e-8637e19304d5" providerId="ADAL" clId="{38FDF7CA-A37A-44C1-A812-A8007AC22127}" dt="2026-04-22T07:20:25.778" v="14792" actId="478"/>
          <ac:grpSpMkLst>
            <pc:docMk/>
            <pc:sldMk cId="3856910034" sldId="338"/>
            <ac:grpSpMk id="5" creationId="{5B734918-A671-3466-B94F-0A1BEEFD52DF}"/>
          </ac:grpSpMkLst>
        </pc:grpChg>
        <pc:grpChg chg="add mod">
          <ac:chgData name="Lucie Fontaine" userId="2c6b0298-177f-4237-a83e-8637e19304d5" providerId="ADAL" clId="{38FDF7CA-A37A-44C1-A812-A8007AC22127}" dt="2026-04-22T07:10:43.774" v="14682" actId="1076"/>
          <ac:grpSpMkLst>
            <pc:docMk/>
            <pc:sldMk cId="3856910034" sldId="338"/>
            <ac:grpSpMk id="34" creationId="{BC8C15F5-6CDB-7D95-BA3C-D20916BF2E08}"/>
          </ac:grpSpMkLst>
        </pc:grpChg>
        <pc:grpChg chg="add del mod">
          <ac:chgData name="Lucie Fontaine" userId="2c6b0298-177f-4237-a83e-8637e19304d5" providerId="ADAL" clId="{38FDF7CA-A37A-44C1-A812-A8007AC22127}" dt="2026-04-21T15:46:45.956" v="14633" actId="165"/>
          <ac:grpSpMkLst>
            <pc:docMk/>
            <pc:sldMk cId="3856910034" sldId="338"/>
            <ac:grpSpMk id="100" creationId="{51D4989F-BE7E-90F9-8783-0FACEF83D65B}"/>
          </ac:grpSpMkLst>
        </pc:grpChg>
        <pc:picChg chg="del">
          <ac:chgData name="Lucie Fontaine" userId="2c6b0298-177f-4237-a83e-8637e19304d5" providerId="ADAL" clId="{38FDF7CA-A37A-44C1-A812-A8007AC22127}" dt="2026-04-21T15:34:38.365" v="14442" actId="478"/>
          <ac:picMkLst>
            <pc:docMk/>
            <pc:sldMk cId="3856910034" sldId="338"/>
            <ac:picMk id="34" creationId="{23434758-AF37-C887-B491-F0717CFE9DAD}"/>
          </ac:picMkLst>
        </pc:picChg>
        <pc:picChg chg="del">
          <ac:chgData name="Lucie Fontaine" userId="2c6b0298-177f-4237-a83e-8637e19304d5" providerId="ADAL" clId="{38FDF7CA-A37A-44C1-A812-A8007AC22127}" dt="2026-04-21T15:34:38.365" v="14442" actId="478"/>
          <ac:picMkLst>
            <pc:docMk/>
            <pc:sldMk cId="3856910034" sldId="338"/>
            <ac:picMk id="36" creationId="{E1D57968-3194-4B4E-D6D4-70768BEF298B}"/>
          </ac:picMkLst>
        </pc:picChg>
        <pc:picChg chg="add del mod">
          <ac:chgData name="Lucie Fontaine" userId="2c6b0298-177f-4237-a83e-8637e19304d5" providerId="ADAL" clId="{38FDF7CA-A37A-44C1-A812-A8007AC22127}" dt="2026-04-22T07:19:59.940" v="14782" actId="478"/>
          <ac:picMkLst>
            <pc:docMk/>
            <pc:sldMk cId="3856910034" sldId="338"/>
            <ac:picMk id="41" creationId="{AF216117-C6E4-4D26-ED6F-E7C47091C93A}"/>
          </ac:picMkLst>
        </pc:picChg>
        <pc:picChg chg="add del mod">
          <ac:chgData name="Lucie Fontaine" userId="2c6b0298-177f-4237-a83e-8637e19304d5" providerId="ADAL" clId="{38FDF7CA-A37A-44C1-A812-A8007AC22127}" dt="2026-04-22T07:20:27.940" v="14793" actId="478"/>
          <ac:picMkLst>
            <pc:docMk/>
            <pc:sldMk cId="3856910034" sldId="338"/>
            <ac:picMk id="43" creationId="{3E22714C-DA84-63EF-BCFF-2BA18E09BEDF}"/>
          </ac:picMkLst>
        </pc:picChg>
        <pc:picChg chg="add mod">
          <ac:chgData name="Lucie Fontaine" userId="2c6b0298-177f-4237-a83e-8637e19304d5" providerId="ADAL" clId="{38FDF7CA-A37A-44C1-A812-A8007AC22127}" dt="2026-04-22T07:20:21.380" v="14789"/>
          <ac:picMkLst>
            <pc:docMk/>
            <pc:sldMk cId="3856910034" sldId="338"/>
            <ac:picMk id="45" creationId="{3E22714C-DA84-63EF-BCFF-2BA18E09BEDF}"/>
          </ac:picMkLst>
        </pc:picChg>
        <pc:cxnChg chg="mod">
          <ac:chgData name="Lucie Fontaine" userId="2c6b0298-177f-4237-a83e-8637e19304d5" providerId="ADAL" clId="{38FDF7CA-A37A-44C1-A812-A8007AC22127}" dt="2026-04-22T07:20:25.778" v="14792" actId="478"/>
          <ac:cxnSpMkLst>
            <pc:docMk/>
            <pc:sldMk cId="3856910034" sldId="338"/>
            <ac:cxnSpMk id="13" creationId="{9058EF4C-6987-7460-63D7-DAF9C3B78096}"/>
          </ac:cxnSpMkLst>
        </pc:cxnChg>
        <pc:cxnChg chg="mod">
          <ac:chgData name="Lucie Fontaine" userId="2c6b0298-177f-4237-a83e-8637e19304d5" providerId="ADAL" clId="{38FDF7CA-A37A-44C1-A812-A8007AC22127}" dt="2026-04-22T07:20:25.778" v="14792" actId="478"/>
          <ac:cxnSpMkLst>
            <pc:docMk/>
            <pc:sldMk cId="3856910034" sldId="338"/>
            <ac:cxnSpMk id="24" creationId="{3F8F5915-6075-7D70-C9C8-963B715B585A}"/>
          </ac:cxnSpMkLst>
        </pc:cxnChg>
        <pc:cxnChg chg="mod">
          <ac:chgData name="Lucie Fontaine" userId="2c6b0298-177f-4237-a83e-8637e19304d5" providerId="ADAL" clId="{38FDF7CA-A37A-44C1-A812-A8007AC22127}" dt="2026-04-22T07:20:25.778" v="14792" actId="478"/>
          <ac:cxnSpMkLst>
            <pc:docMk/>
            <pc:sldMk cId="3856910034" sldId="338"/>
            <ac:cxnSpMk id="27" creationId="{DD33A741-FC57-437B-B982-0D1ECA725CF0}"/>
          </ac:cxnSpMkLst>
        </pc:cxnChg>
        <pc:cxnChg chg="mod">
          <ac:chgData name="Lucie Fontaine" userId="2c6b0298-177f-4237-a83e-8637e19304d5" providerId="ADAL" clId="{38FDF7CA-A37A-44C1-A812-A8007AC22127}" dt="2026-04-22T07:20:25.778" v="14792" actId="478"/>
          <ac:cxnSpMkLst>
            <pc:docMk/>
            <pc:sldMk cId="3856910034" sldId="338"/>
            <ac:cxnSpMk id="28" creationId="{8FA68745-F07E-FECE-ECD0-5F28A385E991}"/>
          </ac:cxnSpMkLst>
        </pc:cxnChg>
        <pc:cxnChg chg="mod">
          <ac:chgData name="Lucie Fontaine" userId="2c6b0298-177f-4237-a83e-8637e19304d5" providerId="ADAL" clId="{38FDF7CA-A37A-44C1-A812-A8007AC22127}" dt="2026-04-22T07:20:25.778" v="14792" actId="478"/>
          <ac:cxnSpMkLst>
            <pc:docMk/>
            <pc:sldMk cId="3856910034" sldId="338"/>
            <ac:cxnSpMk id="29" creationId="{37A30663-3CAC-691E-ECB2-17CA5A2CBD86}"/>
          </ac:cxnSpMkLst>
        </pc:cxnChg>
        <pc:cxnChg chg="mod">
          <ac:chgData name="Lucie Fontaine" userId="2c6b0298-177f-4237-a83e-8637e19304d5" providerId="ADAL" clId="{38FDF7CA-A37A-44C1-A812-A8007AC22127}" dt="2026-04-22T07:20:25.778" v="14792" actId="478"/>
          <ac:cxnSpMkLst>
            <pc:docMk/>
            <pc:sldMk cId="3856910034" sldId="338"/>
            <ac:cxnSpMk id="30" creationId="{F4024670-8953-05F2-3794-89A0E350EA65}"/>
          </ac:cxnSpMkLst>
        </pc:cxnChg>
        <pc:cxnChg chg="del">
          <ac:chgData name="Lucie Fontaine" userId="2c6b0298-177f-4237-a83e-8637e19304d5" providerId="ADAL" clId="{38FDF7CA-A37A-44C1-A812-A8007AC22127}" dt="2026-04-21T15:34:38.365" v="14442" actId="478"/>
          <ac:cxnSpMkLst>
            <pc:docMk/>
            <pc:sldMk cId="3856910034" sldId="338"/>
            <ac:cxnSpMk id="49" creationId="{7A985230-9796-9706-45FE-53E4F48D6959}"/>
          </ac:cxnSpMkLst>
        </pc:cxnChg>
        <pc:cxnChg chg="add mod topLvl">
          <ac:chgData name="Lucie Fontaine" userId="2c6b0298-177f-4237-a83e-8637e19304d5" providerId="ADAL" clId="{38FDF7CA-A37A-44C1-A812-A8007AC22127}" dt="2026-04-22T07:09:03.973" v="14655" actId="164"/>
          <ac:cxnSpMkLst>
            <pc:docMk/>
            <pc:sldMk cId="3856910034" sldId="338"/>
            <ac:cxnSpMk id="50" creationId="{442EC4C5-05EA-7A6D-98AA-78CBE9CE5D91}"/>
          </ac:cxnSpMkLst>
        </pc:cxnChg>
        <pc:cxnChg chg="add del mod">
          <ac:chgData name="Lucie Fontaine" userId="2c6b0298-177f-4237-a83e-8637e19304d5" providerId="ADAL" clId="{38FDF7CA-A37A-44C1-A812-A8007AC22127}" dt="2026-04-21T15:37:13.778" v="14472" actId="478"/>
          <ac:cxnSpMkLst>
            <pc:docMk/>
            <pc:sldMk cId="3856910034" sldId="338"/>
            <ac:cxnSpMk id="52" creationId="{2C542C60-4A14-258E-8A00-D4229C6DCFB8}"/>
          </ac:cxnSpMkLst>
        </pc:cxnChg>
        <pc:cxnChg chg="del mod">
          <ac:chgData name="Lucie Fontaine" userId="2c6b0298-177f-4237-a83e-8637e19304d5" providerId="ADAL" clId="{38FDF7CA-A37A-44C1-A812-A8007AC22127}" dt="2026-04-21T15:34:38.365" v="14442" actId="478"/>
          <ac:cxnSpMkLst>
            <pc:docMk/>
            <pc:sldMk cId="3856910034" sldId="338"/>
            <ac:cxnSpMk id="53" creationId="{B576EE71-5C9E-60A6-B297-EC8C7221109C}"/>
          </ac:cxnSpMkLst>
        </pc:cxnChg>
        <pc:cxnChg chg="add del">
          <ac:chgData name="Lucie Fontaine" userId="2c6b0298-177f-4237-a83e-8637e19304d5" providerId="ADAL" clId="{38FDF7CA-A37A-44C1-A812-A8007AC22127}" dt="2026-04-21T15:37:11.333" v="14471" actId="478"/>
          <ac:cxnSpMkLst>
            <pc:docMk/>
            <pc:sldMk cId="3856910034" sldId="338"/>
            <ac:cxnSpMk id="55" creationId="{09352E21-50C3-C4AB-BE1E-AC5E8C5B8DD0}"/>
          </ac:cxnSpMkLst>
        </pc:cxnChg>
        <pc:cxnChg chg="del mod">
          <ac:chgData name="Lucie Fontaine" userId="2c6b0298-177f-4237-a83e-8637e19304d5" providerId="ADAL" clId="{38FDF7CA-A37A-44C1-A812-A8007AC22127}" dt="2026-04-21T15:34:38.365" v="14442" actId="478"/>
          <ac:cxnSpMkLst>
            <pc:docMk/>
            <pc:sldMk cId="3856910034" sldId="338"/>
            <ac:cxnSpMk id="56" creationId="{EEC4F722-73BA-DF30-419E-AFF2A14F5A17}"/>
          </ac:cxnSpMkLst>
        </pc:cxnChg>
        <pc:cxnChg chg="add mod topLvl">
          <ac:chgData name="Lucie Fontaine" userId="2c6b0298-177f-4237-a83e-8637e19304d5" providerId="ADAL" clId="{38FDF7CA-A37A-44C1-A812-A8007AC22127}" dt="2026-04-22T07:09:03.973" v="14655" actId="164"/>
          <ac:cxnSpMkLst>
            <pc:docMk/>
            <pc:sldMk cId="3856910034" sldId="338"/>
            <ac:cxnSpMk id="58" creationId="{FCDD18DD-88D6-11CE-BB5A-97F88FE03DE3}"/>
          </ac:cxnSpMkLst>
        </pc:cxnChg>
        <pc:cxnChg chg="del mod">
          <ac:chgData name="Lucie Fontaine" userId="2c6b0298-177f-4237-a83e-8637e19304d5" providerId="ADAL" clId="{38FDF7CA-A37A-44C1-A812-A8007AC22127}" dt="2026-04-21T15:34:38.365" v="14442" actId="478"/>
          <ac:cxnSpMkLst>
            <pc:docMk/>
            <pc:sldMk cId="3856910034" sldId="338"/>
            <ac:cxnSpMk id="60" creationId="{81C77041-BBEB-CCE7-DA67-CE246B8E71D4}"/>
          </ac:cxnSpMkLst>
        </pc:cxnChg>
        <pc:cxnChg chg="del">
          <ac:chgData name="Lucie Fontaine" userId="2c6b0298-177f-4237-a83e-8637e19304d5" providerId="ADAL" clId="{38FDF7CA-A37A-44C1-A812-A8007AC22127}" dt="2026-04-21T15:34:38.365" v="14442" actId="478"/>
          <ac:cxnSpMkLst>
            <pc:docMk/>
            <pc:sldMk cId="3856910034" sldId="338"/>
            <ac:cxnSpMk id="62" creationId="{6D87D783-495D-4253-61B5-85B2F6D7B8AA}"/>
          </ac:cxnSpMkLst>
        </pc:cxnChg>
        <pc:cxnChg chg="del mod">
          <ac:chgData name="Lucie Fontaine" userId="2c6b0298-177f-4237-a83e-8637e19304d5" providerId="ADAL" clId="{38FDF7CA-A37A-44C1-A812-A8007AC22127}" dt="2026-04-21T15:34:38.365" v="14442" actId="478"/>
          <ac:cxnSpMkLst>
            <pc:docMk/>
            <pc:sldMk cId="3856910034" sldId="338"/>
            <ac:cxnSpMk id="64" creationId="{B70EE0A6-A808-3A3E-0662-EB437C6DA189}"/>
          </ac:cxnSpMkLst>
        </pc:cxnChg>
        <pc:cxnChg chg="del mod">
          <ac:chgData name="Lucie Fontaine" userId="2c6b0298-177f-4237-a83e-8637e19304d5" providerId="ADAL" clId="{38FDF7CA-A37A-44C1-A812-A8007AC22127}" dt="2026-04-21T15:34:38.365" v="14442" actId="478"/>
          <ac:cxnSpMkLst>
            <pc:docMk/>
            <pc:sldMk cId="3856910034" sldId="338"/>
            <ac:cxnSpMk id="66" creationId="{B416DFB4-1D3E-110B-8BF4-2479C065AA0D}"/>
          </ac:cxnSpMkLst>
        </pc:cxnChg>
        <pc:cxnChg chg="add mod topLvl">
          <ac:chgData name="Lucie Fontaine" userId="2c6b0298-177f-4237-a83e-8637e19304d5" providerId="ADAL" clId="{38FDF7CA-A37A-44C1-A812-A8007AC22127}" dt="2026-04-22T07:09:03.973" v="14655" actId="164"/>
          <ac:cxnSpMkLst>
            <pc:docMk/>
            <pc:sldMk cId="3856910034" sldId="338"/>
            <ac:cxnSpMk id="67" creationId="{BA1C5F82-56D6-97A8-6CF7-4C3B785B5BEB}"/>
          </ac:cxnSpMkLst>
        </pc:cxnChg>
        <pc:cxnChg chg="del mod">
          <ac:chgData name="Lucie Fontaine" userId="2c6b0298-177f-4237-a83e-8637e19304d5" providerId="ADAL" clId="{38FDF7CA-A37A-44C1-A812-A8007AC22127}" dt="2026-04-21T15:34:38.365" v="14442" actId="478"/>
          <ac:cxnSpMkLst>
            <pc:docMk/>
            <pc:sldMk cId="3856910034" sldId="338"/>
            <ac:cxnSpMk id="68" creationId="{C6F8056E-8427-4A77-8E20-016E48F8CC07}"/>
          </ac:cxnSpMkLst>
        </pc:cxnChg>
        <pc:cxnChg chg="add mod topLvl">
          <ac:chgData name="Lucie Fontaine" userId="2c6b0298-177f-4237-a83e-8637e19304d5" providerId="ADAL" clId="{38FDF7CA-A37A-44C1-A812-A8007AC22127}" dt="2026-04-22T07:09:03.973" v="14655" actId="164"/>
          <ac:cxnSpMkLst>
            <pc:docMk/>
            <pc:sldMk cId="3856910034" sldId="338"/>
            <ac:cxnSpMk id="73" creationId="{23FB6642-9CF1-01FE-8CEB-6BD5A4862006}"/>
          </ac:cxnSpMkLst>
        </pc:cxnChg>
        <pc:cxnChg chg="add mod topLvl">
          <ac:chgData name="Lucie Fontaine" userId="2c6b0298-177f-4237-a83e-8637e19304d5" providerId="ADAL" clId="{38FDF7CA-A37A-44C1-A812-A8007AC22127}" dt="2026-04-22T07:09:03.973" v="14655" actId="164"/>
          <ac:cxnSpMkLst>
            <pc:docMk/>
            <pc:sldMk cId="3856910034" sldId="338"/>
            <ac:cxnSpMk id="75" creationId="{EA3014B1-99FB-F08C-22DB-C6E26EBFD9A7}"/>
          </ac:cxnSpMkLst>
        </pc:cxnChg>
        <pc:cxnChg chg="add mod topLvl">
          <ac:chgData name="Lucie Fontaine" userId="2c6b0298-177f-4237-a83e-8637e19304d5" providerId="ADAL" clId="{38FDF7CA-A37A-44C1-A812-A8007AC22127}" dt="2026-04-22T07:09:03.973" v="14655" actId="164"/>
          <ac:cxnSpMkLst>
            <pc:docMk/>
            <pc:sldMk cId="3856910034" sldId="338"/>
            <ac:cxnSpMk id="92" creationId="{D18BBF48-89F4-B6E3-45BA-0EE6097B370D}"/>
          </ac:cxnSpMkLst>
        </pc:cxnChg>
        <pc:cxnChg chg="add mod topLvl">
          <ac:chgData name="Lucie Fontaine" userId="2c6b0298-177f-4237-a83e-8637e19304d5" providerId="ADAL" clId="{38FDF7CA-A37A-44C1-A812-A8007AC22127}" dt="2026-04-22T07:09:03.973" v="14655" actId="164"/>
          <ac:cxnSpMkLst>
            <pc:docMk/>
            <pc:sldMk cId="3856910034" sldId="338"/>
            <ac:cxnSpMk id="94" creationId="{C9CBAE2F-C420-1C8B-CBBD-8B23A8CFFEAF}"/>
          </ac:cxnSpMkLst>
        </pc:cxnChg>
        <pc:cxnChg chg="add mod topLvl">
          <ac:chgData name="Lucie Fontaine" userId="2c6b0298-177f-4237-a83e-8637e19304d5" providerId="ADAL" clId="{38FDF7CA-A37A-44C1-A812-A8007AC22127}" dt="2026-04-22T07:09:03.973" v="14655" actId="164"/>
          <ac:cxnSpMkLst>
            <pc:docMk/>
            <pc:sldMk cId="3856910034" sldId="338"/>
            <ac:cxnSpMk id="96" creationId="{BF07F002-40A7-D2BE-234B-FD043C2F2E70}"/>
          </ac:cxnSpMkLst>
        </pc:cxnChg>
      </pc:sldChg>
      <pc:sldChg chg="addSp delSp modSp add del mod">
        <pc:chgData name="Lucie Fontaine" userId="2c6b0298-177f-4237-a83e-8637e19304d5" providerId="ADAL" clId="{38FDF7CA-A37A-44C1-A812-A8007AC22127}" dt="2026-04-22T08:16:27.707" v="15055" actId="2696"/>
        <pc:sldMkLst>
          <pc:docMk/>
          <pc:sldMk cId="943092355" sldId="339"/>
        </pc:sldMkLst>
        <pc:spChg chg="del">
          <ac:chgData name="Lucie Fontaine" userId="2c6b0298-177f-4237-a83e-8637e19304d5" providerId="ADAL" clId="{38FDF7CA-A37A-44C1-A812-A8007AC22127}" dt="2026-04-22T07:20:36.105" v="14797"/>
          <ac:spMkLst>
            <pc:docMk/>
            <pc:sldMk cId="943092355" sldId="339"/>
            <ac:spMk id="3" creationId="{7FD41E05-56A6-458B-29DC-891B8C481A9E}"/>
          </ac:spMkLst>
        </pc:spChg>
        <pc:spChg chg="del">
          <ac:chgData name="Lucie Fontaine" userId="2c6b0298-177f-4237-a83e-8637e19304d5" providerId="ADAL" clId="{38FDF7CA-A37A-44C1-A812-A8007AC22127}" dt="2026-04-22T07:20:34.488" v="14796" actId="478"/>
          <ac:spMkLst>
            <pc:docMk/>
            <pc:sldMk cId="943092355" sldId="339"/>
            <ac:spMk id="32" creationId="{A29E662C-F423-DC12-10F9-72A4AD660DB9}"/>
          </ac:spMkLst>
        </pc:spChg>
        <pc:spChg chg="add del mod">
          <ac:chgData name="Lucie Fontaine" userId="2c6b0298-177f-4237-a83e-8637e19304d5" providerId="ADAL" clId="{38FDF7CA-A37A-44C1-A812-A8007AC22127}" dt="2026-04-22T07:54:36.829" v="14799" actId="22"/>
          <ac:spMkLst>
            <pc:docMk/>
            <pc:sldMk cId="943092355" sldId="339"/>
            <ac:spMk id="42" creationId="{0D484AE7-187B-9D1E-91E8-9B06CC6C6AF6}"/>
          </ac:spMkLst>
        </pc:spChg>
        <pc:spChg chg="add del mod">
          <ac:chgData name="Lucie Fontaine" userId="2c6b0298-177f-4237-a83e-8637e19304d5" providerId="ADAL" clId="{38FDF7CA-A37A-44C1-A812-A8007AC22127}" dt="2026-04-22T07:55:54.339" v="14801" actId="22"/>
          <ac:spMkLst>
            <pc:docMk/>
            <pc:sldMk cId="943092355" sldId="339"/>
            <ac:spMk id="49" creationId="{ED3CF230-4915-64B3-4463-A7EEC78E9E6F}"/>
          </ac:spMkLst>
        </pc:spChg>
        <pc:grpChg chg="del">
          <ac:chgData name="Lucie Fontaine" userId="2c6b0298-177f-4237-a83e-8637e19304d5" providerId="ADAL" clId="{38FDF7CA-A37A-44C1-A812-A8007AC22127}" dt="2026-04-22T07:20:32.639" v="14795" actId="478"/>
          <ac:grpSpMkLst>
            <pc:docMk/>
            <pc:sldMk cId="943092355" sldId="339"/>
            <ac:grpSpMk id="5" creationId="{5B734918-A671-3466-B94F-0A1BEEFD52DF}"/>
          </ac:grpSpMkLst>
        </pc:grpChg>
        <pc:picChg chg="add del mod">
          <ac:chgData name="Lucie Fontaine" userId="2c6b0298-177f-4237-a83e-8637e19304d5" providerId="ADAL" clId="{38FDF7CA-A37A-44C1-A812-A8007AC22127}" dt="2026-04-22T07:54:35.636" v="14798" actId="478"/>
          <ac:picMkLst>
            <pc:docMk/>
            <pc:sldMk cId="943092355" sldId="339"/>
            <ac:picMk id="38" creationId="{C4C40F6F-7C8D-AB12-F9A4-8F9C46B44244}"/>
          </ac:picMkLst>
        </pc:picChg>
        <pc:picChg chg="add del mod ord">
          <ac:chgData name="Lucie Fontaine" userId="2c6b0298-177f-4237-a83e-8637e19304d5" providerId="ADAL" clId="{38FDF7CA-A37A-44C1-A812-A8007AC22127}" dt="2026-04-22T07:55:53.194" v="14800" actId="478"/>
          <ac:picMkLst>
            <pc:docMk/>
            <pc:sldMk cId="943092355" sldId="339"/>
            <ac:picMk id="45" creationId="{482ED32B-7548-9FD7-9993-1F35E38F846E}"/>
          </ac:picMkLst>
        </pc:picChg>
        <pc:picChg chg="add mod ord">
          <ac:chgData name="Lucie Fontaine" userId="2c6b0298-177f-4237-a83e-8637e19304d5" providerId="ADAL" clId="{38FDF7CA-A37A-44C1-A812-A8007AC22127}" dt="2026-04-22T07:55:54.339" v="14801" actId="22"/>
          <ac:picMkLst>
            <pc:docMk/>
            <pc:sldMk cId="943092355" sldId="339"/>
            <ac:picMk id="52" creationId="{E1ED813D-1331-6248-020E-AC3158E23EDC}"/>
          </ac:picMkLst>
        </pc:picChg>
        <pc:cxnChg chg="mod">
          <ac:chgData name="Lucie Fontaine" userId="2c6b0298-177f-4237-a83e-8637e19304d5" providerId="ADAL" clId="{38FDF7CA-A37A-44C1-A812-A8007AC22127}" dt="2026-04-22T07:20:32.639" v="14795" actId="478"/>
          <ac:cxnSpMkLst>
            <pc:docMk/>
            <pc:sldMk cId="943092355" sldId="339"/>
            <ac:cxnSpMk id="13" creationId="{9058EF4C-6987-7460-63D7-DAF9C3B78096}"/>
          </ac:cxnSpMkLst>
        </pc:cxnChg>
        <pc:cxnChg chg="mod">
          <ac:chgData name="Lucie Fontaine" userId="2c6b0298-177f-4237-a83e-8637e19304d5" providerId="ADAL" clId="{38FDF7CA-A37A-44C1-A812-A8007AC22127}" dt="2026-04-22T07:20:32.639" v="14795" actId="478"/>
          <ac:cxnSpMkLst>
            <pc:docMk/>
            <pc:sldMk cId="943092355" sldId="339"/>
            <ac:cxnSpMk id="24" creationId="{3F8F5915-6075-7D70-C9C8-963B715B585A}"/>
          </ac:cxnSpMkLst>
        </pc:cxnChg>
        <pc:cxnChg chg="mod">
          <ac:chgData name="Lucie Fontaine" userId="2c6b0298-177f-4237-a83e-8637e19304d5" providerId="ADAL" clId="{38FDF7CA-A37A-44C1-A812-A8007AC22127}" dt="2026-04-22T07:20:32.639" v="14795" actId="478"/>
          <ac:cxnSpMkLst>
            <pc:docMk/>
            <pc:sldMk cId="943092355" sldId="339"/>
            <ac:cxnSpMk id="27" creationId="{DD33A741-FC57-437B-B982-0D1ECA725CF0}"/>
          </ac:cxnSpMkLst>
        </pc:cxnChg>
        <pc:cxnChg chg="mod">
          <ac:chgData name="Lucie Fontaine" userId="2c6b0298-177f-4237-a83e-8637e19304d5" providerId="ADAL" clId="{38FDF7CA-A37A-44C1-A812-A8007AC22127}" dt="2026-04-22T07:20:32.639" v="14795" actId="478"/>
          <ac:cxnSpMkLst>
            <pc:docMk/>
            <pc:sldMk cId="943092355" sldId="339"/>
            <ac:cxnSpMk id="28" creationId="{8FA68745-F07E-FECE-ECD0-5F28A385E991}"/>
          </ac:cxnSpMkLst>
        </pc:cxnChg>
        <pc:cxnChg chg="mod">
          <ac:chgData name="Lucie Fontaine" userId="2c6b0298-177f-4237-a83e-8637e19304d5" providerId="ADAL" clId="{38FDF7CA-A37A-44C1-A812-A8007AC22127}" dt="2026-04-22T07:20:32.639" v="14795" actId="478"/>
          <ac:cxnSpMkLst>
            <pc:docMk/>
            <pc:sldMk cId="943092355" sldId="339"/>
            <ac:cxnSpMk id="29" creationId="{37A30663-3CAC-691E-ECB2-17CA5A2CBD86}"/>
          </ac:cxnSpMkLst>
        </pc:cxnChg>
        <pc:cxnChg chg="mod">
          <ac:chgData name="Lucie Fontaine" userId="2c6b0298-177f-4237-a83e-8637e19304d5" providerId="ADAL" clId="{38FDF7CA-A37A-44C1-A812-A8007AC22127}" dt="2026-04-22T07:20:32.639" v="14795" actId="478"/>
          <ac:cxnSpMkLst>
            <pc:docMk/>
            <pc:sldMk cId="943092355" sldId="339"/>
            <ac:cxnSpMk id="30" creationId="{F4024670-8953-05F2-3794-89A0E350EA65}"/>
          </ac:cxnSpMkLst>
        </pc:cxnChg>
      </pc:sldChg>
      <pc:sldChg chg="addSp delSp modSp add mod">
        <pc:chgData name="Lucie Fontaine" userId="2c6b0298-177f-4237-a83e-8637e19304d5" providerId="ADAL" clId="{38FDF7CA-A37A-44C1-A812-A8007AC22127}" dt="2026-04-23T15:16:28.104" v="21371"/>
        <pc:sldMkLst>
          <pc:docMk/>
          <pc:sldMk cId="1117778518" sldId="340"/>
        </pc:sldMkLst>
        <pc:spChg chg="add del">
          <ac:chgData name="Lucie Fontaine" userId="2c6b0298-177f-4237-a83e-8637e19304d5" providerId="ADAL" clId="{38FDF7CA-A37A-44C1-A812-A8007AC22127}" dt="2026-04-22T08:13:31.683" v="15037" actId="478"/>
          <ac:spMkLst>
            <pc:docMk/>
            <pc:sldMk cId="1117778518" sldId="340"/>
            <ac:spMk id="3" creationId="{7FD41E05-56A6-458B-29DC-891B8C481A9E}"/>
          </ac:spMkLst>
        </pc:spChg>
        <pc:spChg chg="del">
          <ac:chgData name="Lucie Fontaine" userId="2c6b0298-177f-4237-a83e-8637e19304d5" providerId="ADAL" clId="{38FDF7CA-A37A-44C1-A812-A8007AC22127}" dt="2026-04-22T08:12:51.592" v="14925" actId="478"/>
          <ac:spMkLst>
            <pc:docMk/>
            <pc:sldMk cId="1117778518" sldId="340"/>
            <ac:spMk id="32" creationId="{A29E662C-F423-DC12-10F9-72A4AD660DB9}"/>
          </ac:spMkLst>
        </pc:spChg>
        <pc:spChg chg="del">
          <ac:chgData name="Lucie Fontaine" userId="2c6b0298-177f-4237-a83e-8637e19304d5" providerId="ADAL" clId="{38FDF7CA-A37A-44C1-A812-A8007AC22127}" dt="2026-04-22T08:17:07.632" v="15059" actId="478"/>
          <ac:spMkLst>
            <pc:docMk/>
            <pc:sldMk cId="1117778518" sldId="340"/>
            <ac:spMk id="33" creationId="{97B26E4D-759A-90B0-CD5A-E7FEB26E6184}"/>
          </ac:spMkLst>
        </pc:spChg>
        <pc:spChg chg="del">
          <ac:chgData name="Lucie Fontaine" userId="2c6b0298-177f-4237-a83e-8637e19304d5" providerId="ADAL" clId="{38FDF7CA-A37A-44C1-A812-A8007AC22127}" dt="2026-04-22T08:07:12.432" v="14804" actId="478"/>
          <ac:spMkLst>
            <pc:docMk/>
            <pc:sldMk cId="1117778518" sldId="340"/>
            <ac:spMk id="37" creationId="{CBED8476-2CC6-538E-221E-FEE2FF1B31AA}"/>
          </ac:spMkLst>
        </pc:spChg>
        <pc:spChg chg="mod">
          <ac:chgData name="Lucie Fontaine" userId="2c6b0298-177f-4237-a83e-8637e19304d5" providerId="ADAL" clId="{38FDF7CA-A37A-44C1-A812-A8007AC22127}" dt="2026-04-22T08:10:05.584" v="14866" actId="1076"/>
          <ac:spMkLst>
            <pc:docMk/>
            <pc:sldMk cId="1117778518" sldId="340"/>
            <ac:spMk id="41" creationId="{91C3D0FF-804A-90E7-AF1A-1239F17B3CED}"/>
          </ac:spMkLst>
        </pc:spChg>
        <pc:spChg chg="mod">
          <ac:chgData name="Lucie Fontaine" userId="2c6b0298-177f-4237-a83e-8637e19304d5" providerId="ADAL" clId="{38FDF7CA-A37A-44C1-A812-A8007AC22127}" dt="2026-04-22T08:10:10.662" v="14867" actId="20577"/>
          <ac:spMkLst>
            <pc:docMk/>
            <pc:sldMk cId="1117778518" sldId="340"/>
            <ac:spMk id="42" creationId="{B9071439-B6A9-10E9-9AFB-CE0509F38A50}"/>
          </ac:spMkLst>
        </pc:spChg>
        <pc:spChg chg="mod">
          <ac:chgData name="Lucie Fontaine" userId="2c6b0298-177f-4237-a83e-8637e19304d5" providerId="ADAL" clId="{38FDF7CA-A37A-44C1-A812-A8007AC22127}" dt="2026-04-22T08:10:13.081" v="14868" actId="20577"/>
          <ac:spMkLst>
            <pc:docMk/>
            <pc:sldMk cId="1117778518" sldId="340"/>
            <ac:spMk id="43" creationId="{5830FD6D-3017-0059-0856-4FFD1EE6EA34}"/>
          </ac:spMkLst>
        </pc:spChg>
        <pc:spChg chg="mod">
          <ac:chgData name="Lucie Fontaine" userId="2c6b0298-177f-4237-a83e-8637e19304d5" providerId="ADAL" clId="{38FDF7CA-A37A-44C1-A812-A8007AC22127}" dt="2026-04-22T08:10:14.798" v="14869" actId="20577"/>
          <ac:spMkLst>
            <pc:docMk/>
            <pc:sldMk cId="1117778518" sldId="340"/>
            <ac:spMk id="45" creationId="{2CB293EA-74A4-8E01-BD2E-9F9E39A2466F}"/>
          </ac:spMkLst>
        </pc:spChg>
        <pc:spChg chg="add mod">
          <ac:chgData name="Lucie Fontaine" userId="2c6b0298-177f-4237-a83e-8637e19304d5" providerId="ADAL" clId="{38FDF7CA-A37A-44C1-A812-A8007AC22127}" dt="2026-04-22T08:17:10.404" v="15060" actId="14100"/>
          <ac:spMkLst>
            <pc:docMk/>
            <pc:sldMk cId="1117778518" sldId="340"/>
            <ac:spMk id="51" creationId="{C2A41677-9267-A3F4-365B-C2893CA95B04}"/>
          </ac:spMkLst>
        </pc:spChg>
        <pc:spChg chg="add mod">
          <ac:chgData name="Lucie Fontaine" userId="2c6b0298-177f-4237-a83e-8637e19304d5" providerId="ADAL" clId="{38FDF7CA-A37A-44C1-A812-A8007AC22127}" dt="2026-04-22T08:13:40.451" v="15044" actId="1035"/>
          <ac:spMkLst>
            <pc:docMk/>
            <pc:sldMk cId="1117778518" sldId="340"/>
            <ac:spMk id="52" creationId="{C6FD91D9-F984-C206-5019-BC675B225C25}"/>
          </ac:spMkLst>
        </pc:spChg>
        <pc:spChg chg="mod">
          <ac:chgData name="Lucie Fontaine" userId="2c6b0298-177f-4237-a83e-8637e19304d5" providerId="ADAL" clId="{38FDF7CA-A37A-44C1-A812-A8007AC22127}" dt="2026-04-22T08:12:52.666" v="14926"/>
          <ac:spMkLst>
            <pc:docMk/>
            <pc:sldMk cId="1117778518" sldId="340"/>
            <ac:spMk id="55" creationId="{8A563284-E60D-AC05-D473-8C8351831B77}"/>
          </ac:spMkLst>
        </pc:spChg>
        <pc:spChg chg="mod">
          <ac:chgData name="Lucie Fontaine" userId="2c6b0298-177f-4237-a83e-8637e19304d5" providerId="ADAL" clId="{38FDF7CA-A37A-44C1-A812-A8007AC22127}" dt="2026-04-22T08:12:52.666" v="14926"/>
          <ac:spMkLst>
            <pc:docMk/>
            <pc:sldMk cId="1117778518" sldId="340"/>
            <ac:spMk id="57" creationId="{79C3D146-24EA-38D0-66F4-711F59AD64A3}"/>
          </ac:spMkLst>
        </pc:spChg>
        <pc:spChg chg="mod">
          <ac:chgData name="Lucie Fontaine" userId="2c6b0298-177f-4237-a83e-8637e19304d5" providerId="ADAL" clId="{38FDF7CA-A37A-44C1-A812-A8007AC22127}" dt="2026-04-22T08:12:52.666" v="14926"/>
          <ac:spMkLst>
            <pc:docMk/>
            <pc:sldMk cId="1117778518" sldId="340"/>
            <ac:spMk id="58" creationId="{3F530A49-8A13-47A9-1D9A-DF2157D0AAC2}"/>
          </ac:spMkLst>
        </pc:spChg>
        <pc:spChg chg="mod">
          <ac:chgData name="Lucie Fontaine" userId="2c6b0298-177f-4237-a83e-8637e19304d5" providerId="ADAL" clId="{38FDF7CA-A37A-44C1-A812-A8007AC22127}" dt="2026-04-22T08:12:52.666" v="14926"/>
          <ac:spMkLst>
            <pc:docMk/>
            <pc:sldMk cId="1117778518" sldId="340"/>
            <ac:spMk id="59" creationId="{2C88C123-D1FE-A028-8C68-E383785BCB16}"/>
          </ac:spMkLst>
        </pc:spChg>
        <pc:spChg chg="mod">
          <ac:chgData name="Lucie Fontaine" userId="2c6b0298-177f-4237-a83e-8637e19304d5" providerId="ADAL" clId="{38FDF7CA-A37A-44C1-A812-A8007AC22127}" dt="2026-04-22T08:12:52.666" v="14926"/>
          <ac:spMkLst>
            <pc:docMk/>
            <pc:sldMk cId="1117778518" sldId="340"/>
            <ac:spMk id="61" creationId="{F1619519-EB1C-64C9-C06A-79FB5DAAD8ED}"/>
          </ac:spMkLst>
        </pc:spChg>
        <pc:spChg chg="mod">
          <ac:chgData name="Lucie Fontaine" userId="2c6b0298-177f-4237-a83e-8637e19304d5" providerId="ADAL" clId="{38FDF7CA-A37A-44C1-A812-A8007AC22127}" dt="2026-04-22T08:12:52.666" v="14926"/>
          <ac:spMkLst>
            <pc:docMk/>
            <pc:sldMk cId="1117778518" sldId="340"/>
            <ac:spMk id="63" creationId="{7ED2A8B4-1037-7EC0-F68A-56E2ED7B0769}"/>
          </ac:spMkLst>
        </pc:spChg>
        <pc:spChg chg="mod">
          <ac:chgData name="Lucie Fontaine" userId="2c6b0298-177f-4237-a83e-8637e19304d5" providerId="ADAL" clId="{38FDF7CA-A37A-44C1-A812-A8007AC22127}" dt="2026-04-22T08:12:52.666" v="14926"/>
          <ac:spMkLst>
            <pc:docMk/>
            <pc:sldMk cId="1117778518" sldId="340"/>
            <ac:spMk id="69" creationId="{E6245751-58AB-A7D2-C6C3-D6EDA795D84F}"/>
          </ac:spMkLst>
        </pc:spChg>
        <pc:spChg chg="mod">
          <ac:chgData name="Lucie Fontaine" userId="2c6b0298-177f-4237-a83e-8637e19304d5" providerId="ADAL" clId="{38FDF7CA-A37A-44C1-A812-A8007AC22127}" dt="2026-04-22T08:12:52.666" v="14926"/>
          <ac:spMkLst>
            <pc:docMk/>
            <pc:sldMk cId="1117778518" sldId="340"/>
            <ac:spMk id="71" creationId="{4D1759E4-5473-214C-4758-64BDE5D5C7A3}"/>
          </ac:spMkLst>
        </pc:spChg>
        <pc:spChg chg="mod">
          <ac:chgData name="Lucie Fontaine" userId="2c6b0298-177f-4237-a83e-8637e19304d5" providerId="ADAL" clId="{38FDF7CA-A37A-44C1-A812-A8007AC22127}" dt="2026-04-22T08:12:52.666" v="14926"/>
          <ac:spMkLst>
            <pc:docMk/>
            <pc:sldMk cId="1117778518" sldId="340"/>
            <ac:spMk id="76" creationId="{0E453895-7C19-11B8-54EC-C2C6FB8C6892}"/>
          </ac:spMkLst>
        </pc:spChg>
        <pc:spChg chg="add mod">
          <ac:chgData name="Lucie Fontaine" userId="2c6b0298-177f-4237-a83e-8637e19304d5" providerId="ADAL" clId="{38FDF7CA-A37A-44C1-A812-A8007AC22127}" dt="2026-04-22T08:13:40.451" v="15044" actId="1035"/>
          <ac:spMkLst>
            <pc:docMk/>
            <pc:sldMk cId="1117778518" sldId="340"/>
            <ac:spMk id="83" creationId="{89F7F30C-A7EE-D4F2-A5F2-A75CA4DA65C0}"/>
          </ac:spMkLst>
        </pc:spChg>
        <pc:spChg chg="add mod">
          <ac:chgData name="Lucie Fontaine" userId="2c6b0298-177f-4237-a83e-8637e19304d5" providerId="ADAL" clId="{38FDF7CA-A37A-44C1-A812-A8007AC22127}" dt="2026-04-22T08:13:40.451" v="15044" actId="1035"/>
          <ac:spMkLst>
            <pc:docMk/>
            <pc:sldMk cId="1117778518" sldId="340"/>
            <ac:spMk id="84" creationId="{DB2A08A4-6BBC-8EFD-8CB1-21BEFB34E9B8}"/>
          </ac:spMkLst>
        </pc:spChg>
        <pc:spChg chg="add mod">
          <ac:chgData name="Lucie Fontaine" userId="2c6b0298-177f-4237-a83e-8637e19304d5" providerId="ADAL" clId="{38FDF7CA-A37A-44C1-A812-A8007AC22127}" dt="2026-04-22T08:13:40.451" v="15044" actId="1035"/>
          <ac:spMkLst>
            <pc:docMk/>
            <pc:sldMk cId="1117778518" sldId="340"/>
            <ac:spMk id="85" creationId="{AD38A518-1473-9B6E-A06E-7C231D605DFD}"/>
          </ac:spMkLst>
        </pc:spChg>
        <pc:grpChg chg="del">
          <ac:chgData name="Lucie Fontaine" userId="2c6b0298-177f-4237-a83e-8637e19304d5" providerId="ADAL" clId="{38FDF7CA-A37A-44C1-A812-A8007AC22127}" dt="2026-04-22T08:12:49.787" v="14924" actId="478"/>
          <ac:grpSpMkLst>
            <pc:docMk/>
            <pc:sldMk cId="1117778518" sldId="340"/>
            <ac:grpSpMk id="5" creationId="{5B734918-A671-3466-B94F-0A1BEEFD52DF}"/>
          </ac:grpSpMkLst>
        </pc:grpChg>
        <pc:grpChg chg="add mod">
          <ac:chgData name="Lucie Fontaine" userId="2c6b0298-177f-4237-a83e-8637e19304d5" providerId="ADAL" clId="{38FDF7CA-A37A-44C1-A812-A8007AC22127}" dt="2026-04-22T08:13:40.451" v="15044" actId="1035"/>
          <ac:grpSpMkLst>
            <pc:docMk/>
            <pc:sldMk cId="1117778518" sldId="340"/>
            <ac:grpSpMk id="54" creationId="{1DC658D0-F44C-84BC-2C67-6A6639A3B1EB}"/>
          </ac:grpSpMkLst>
        </pc:grpChg>
        <pc:picChg chg="add mod">
          <ac:chgData name="Lucie Fontaine" userId="2c6b0298-177f-4237-a83e-8637e19304d5" providerId="ADAL" clId="{38FDF7CA-A37A-44C1-A812-A8007AC22127}" dt="2026-04-23T15:16:28.104" v="21371"/>
          <ac:picMkLst>
            <pc:docMk/>
            <pc:sldMk cId="1117778518" sldId="340"/>
            <ac:picMk id="4" creationId="{F1811547-45BF-2820-0AD7-B10C9A87A347}"/>
          </ac:picMkLst>
        </pc:picChg>
        <pc:picChg chg="del">
          <ac:chgData name="Lucie Fontaine" userId="2c6b0298-177f-4237-a83e-8637e19304d5" providerId="ADAL" clId="{38FDF7CA-A37A-44C1-A812-A8007AC22127}" dt="2026-04-23T15:16:27.935" v="21370" actId="478"/>
          <ac:picMkLst>
            <pc:docMk/>
            <pc:sldMk cId="1117778518" sldId="340"/>
            <ac:picMk id="34" creationId="{23434758-AF37-C887-B491-F0717CFE9DAD}"/>
          </ac:picMkLst>
        </pc:picChg>
        <pc:picChg chg="del">
          <ac:chgData name="Lucie Fontaine" userId="2c6b0298-177f-4237-a83e-8637e19304d5" providerId="ADAL" clId="{38FDF7CA-A37A-44C1-A812-A8007AC22127}" dt="2026-04-22T08:07:12.432" v="14804" actId="478"/>
          <ac:picMkLst>
            <pc:docMk/>
            <pc:sldMk cId="1117778518" sldId="340"/>
            <ac:picMk id="36" creationId="{E1D57968-3194-4B4E-D6D4-70768BEF298B}"/>
          </ac:picMkLst>
        </pc:picChg>
        <pc:cxnChg chg="mod">
          <ac:chgData name="Lucie Fontaine" userId="2c6b0298-177f-4237-a83e-8637e19304d5" providerId="ADAL" clId="{38FDF7CA-A37A-44C1-A812-A8007AC22127}" dt="2026-04-22T08:12:49.787" v="14924" actId="478"/>
          <ac:cxnSpMkLst>
            <pc:docMk/>
            <pc:sldMk cId="1117778518" sldId="340"/>
            <ac:cxnSpMk id="13" creationId="{9058EF4C-6987-7460-63D7-DAF9C3B78096}"/>
          </ac:cxnSpMkLst>
        </pc:cxnChg>
        <pc:cxnChg chg="mod">
          <ac:chgData name="Lucie Fontaine" userId="2c6b0298-177f-4237-a83e-8637e19304d5" providerId="ADAL" clId="{38FDF7CA-A37A-44C1-A812-A8007AC22127}" dt="2026-04-22T08:12:49.787" v="14924" actId="478"/>
          <ac:cxnSpMkLst>
            <pc:docMk/>
            <pc:sldMk cId="1117778518" sldId="340"/>
            <ac:cxnSpMk id="24" creationId="{3F8F5915-6075-7D70-C9C8-963B715B585A}"/>
          </ac:cxnSpMkLst>
        </pc:cxnChg>
        <pc:cxnChg chg="mod">
          <ac:chgData name="Lucie Fontaine" userId="2c6b0298-177f-4237-a83e-8637e19304d5" providerId="ADAL" clId="{38FDF7CA-A37A-44C1-A812-A8007AC22127}" dt="2026-04-22T08:12:49.787" v="14924" actId="478"/>
          <ac:cxnSpMkLst>
            <pc:docMk/>
            <pc:sldMk cId="1117778518" sldId="340"/>
            <ac:cxnSpMk id="27" creationId="{DD33A741-FC57-437B-B982-0D1ECA725CF0}"/>
          </ac:cxnSpMkLst>
        </pc:cxnChg>
        <pc:cxnChg chg="mod">
          <ac:chgData name="Lucie Fontaine" userId="2c6b0298-177f-4237-a83e-8637e19304d5" providerId="ADAL" clId="{38FDF7CA-A37A-44C1-A812-A8007AC22127}" dt="2026-04-22T08:12:49.787" v="14924" actId="478"/>
          <ac:cxnSpMkLst>
            <pc:docMk/>
            <pc:sldMk cId="1117778518" sldId="340"/>
            <ac:cxnSpMk id="28" creationId="{8FA68745-F07E-FECE-ECD0-5F28A385E991}"/>
          </ac:cxnSpMkLst>
        </pc:cxnChg>
        <pc:cxnChg chg="mod">
          <ac:chgData name="Lucie Fontaine" userId="2c6b0298-177f-4237-a83e-8637e19304d5" providerId="ADAL" clId="{38FDF7CA-A37A-44C1-A812-A8007AC22127}" dt="2026-04-22T08:12:49.787" v="14924" actId="478"/>
          <ac:cxnSpMkLst>
            <pc:docMk/>
            <pc:sldMk cId="1117778518" sldId="340"/>
            <ac:cxnSpMk id="29" creationId="{37A30663-3CAC-691E-ECB2-17CA5A2CBD86}"/>
          </ac:cxnSpMkLst>
        </pc:cxnChg>
        <pc:cxnChg chg="mod">
          <ac:chgData name="Lucie Fontaine" userId="2c6b0298-177f-4237-a83e-8637e19304d5" providerId="ADAL" clId="{38FDF7CA-A37A-44C1-A812-A8007AC22127}" dt="2026-04-22T08:12:49.787" v="14924" actId="478"/>
          <ac:cxnSpMkLst>
            <pc:docMk/>
            <pc:sldMk cId="1117778518" sldId="340"/>
            <ac:cxnSpMk id="30" creationId="{F4024670-8953-05F2-3794-89A0E350EA65}"/>
          </ac:cxnSpMkLst>
        </pc:cxnChg>
        <pc:cxnChg chg="del">
          <ac:chgData name="Lucie Fontaine" userId="2c6b0298-177f-4237-a83e-8637e19304d5" providerId="ADAL" clId="{38FDF7CA-A37A-44C1-A812-A8007AC22127}" dt="2026-04-22T08:07:12.432" v="14804" actId="478"/>
          <ac:cxnSpMkLst>
            <pc:docMk/>
            <pc:sldMk cId="1117778518" sldId="340"/>
            <ac:cxnSpMk id="49" creationId="{7A985230-9796-9706-45FE-53E4F48D6959}"/>
          </ac:cxnSpMkLst>
        </pc:cxnChg>
        <pc:cxnChg chg="mod">
          <ac:chgData name="Lucie Fontaine" userId="2c6b0298-177f-4237-a83e-8637e19304d5" providerId="ADAL" clId="{38FDF7CA-A37A-44C1-A812-A8007AC22127}" dt="2026-04-22T08:10:05.584" v="14866" actId="1076"/>
          <ac:cxnSpMkLst>
            <pc:docMk/>
            <pc:sldMk cId="1117778518" sldId="340"/>
            <ac:cxnSpMk id="53" creationId="{B576EE71-5C9E-60A6-B297-EC8C7221109C}"/>
          </ac:cxnSpMkLst>
        </pc:cxnChg>
        <pc:cxnChg chg="del mod">
          <ac:chgData name="Lucie Fontaine" userId="2c6b0298-177f-4237-a83e-8637e19304d5" providerId="ADAL" clId="{38FDF7CA-A37A-44C1-A812-A8007AC22127}" dt="2026-04-22T08:07:12.432" v="14804" actId="478"/>
          <ac:cxnSpMkLst>
            <pc:docMk/>
            <pc:sldMk cId="1117778518" sldId="340"/>
            <ac:cxnSpMk id="56" creationId="{EEC4F722-73BA-DF30-419E-AFF2A14F5A17}"/>
          </ac:cxnSpMkLst>
        </pc:cxnChg>
        <pc:cxnChg chg="mod">
          <ac:chgData name="Lucie Fontaine" userId="2c6b0298-177f-4237-a83e-8637e19304d5" providerId="ADAL" clId="{38FDF7CA-A37A-44C1-A812-A8007AC22127}" dt="2026-04-22T08:10:01.272" v="14865" actId="1076"/>
          <ac:cxnSpMkLst>
            <pc:docMk/>
            <pc:sldMk cId="1117778518" sldId="340"/>
            <ac:cxnSpMk id="60" creationId="{81C77041-BBEB-CCE7-DA67-CE246B8E71D4}"/>
          </ac:cxnSpMkLst>
        </pc:cxnChg>
        <pc:cxnChg chg="del">
          <ac:chgData name="Lucie Fontaine" userId="2c6b0298-177f-4237-a83e-8637e19304d5" providerId="ADAL" clId="{38FDF7CA-A37A-44C1-A812-A8007AC22127}" dt="2026-04-22T08:07:12.432" v="14804" actId="478"/>
          <ac:cxnSpMkLst>
            <pc:docMk/>
            <pc:sldMk cId="1117778518" sldId="340"/>
            <ac:cxnSpMk id="62" creationId="{6D87D783-495D-4253-61B5-85B2F6D7B8AA}"/>
          </ac:cxnSpMkLst>
        </pc:cxnChg>
        <pc:cxnChg chg="mod">
          <ac:chgData name="Lucie Fontaine" userId="2c6b0298-177f-4237-a83e-8637e19304d5" providerId="ADAL" clId="{38FDF7CA-A37A-44C1-A812-A8007AC22127}" dt="2026-04-22T08:09:42.675" v="14862" actId="14100"/>
          <ac:cxnSpMkLst>
            <pc:docMk/>
            <pc:sldMk cId="1117778518" sldId="340"/>
            <ac:cxnSpMk id="64" creationId="{B70EE0A6-A808-3A3E-0662-EB437C6DA189}"/>
          </ac:cxnSpMkLst>
        </pc:cxnChg>
        <pc:cxnChg chg="mod">
          <ac:chgData name="Lucie Fontaine" userId="2c6b0298-177f-4237-a83e-8637e19304d5" providerId="ADAL" clId="{38FDF7CA-A37A-44C1-A812-A8007AC22127}" dt="2026-04-22T08:12:52.666" v="14926"/>
          <ac:cxnSpMkLst>
            <pc:docMk/>
            <pc:sldMk cId="1117778518" sldId="340"/>
            <ac:cxnSpMk id="65" creationId="{2990BFE8-0C6F-BE8E-928F-7F716401229E}"/>
          </ac:cxnSpMkLst>
        </pc:cxnChg>
        <pc:cxnChg chg="del mod">
          <ac:chgData name="Lucie Fontaine" userId="2c6b0298-177f-4237-a83e-8637e19304d5" providerId="ADAL" clId="{38FDF7CA-A37A-44C1-A812-A8007AC22127}" dt="2026-04-22T08:07:12.432" v="14804" actId="478"/>
          <ac:cxnSpMkLst>
            <pc:docMk/>
            <pc:sldMk cId="1117778518" sldId="340"/>
            <ac:cxnSpMk id="66" creationId="{B416DFB4-1D3E-110B-8BF4-2479C065AA0D}"/>
          </ac:cxnSpMkLst>
        </pc:cxnChg>
        <pc:cxnChg chg="mod">
          <ac:chgData name="Lucie Fontaine" userId="2c6b0298-177f-4237-a83e-8637e19304d5" providerId="ADAL" clId="{38FDF7CA-A37A-44C1-A812-A8007AC22127}" dt="2026-04-22T08:12:52.666" v="14926"/>
          <ac:cxnSpMkLst>
            <pc:docMk/>
            <pc:sldMk cId="1117778518" sldId="340"/>
            <ac:cxnSpMk id="67" creationId="{84F93CF4-4515-0F93-E08B-14124D664746}"/>
          </ac:cxnSpMkLst>
        </pc:cxnChg>
        <pc:cxnChg chg="mod">
          <ac:chgData name="Lucie Fontaine" userId="2c6b0298-177f-4237-a83e-8637e19304d5" providerId="ADAL" clId="{38FDF7CA-A37A-44C1-A812-A8007AC22127}" dt="2026-04-22T08:09:39.831" v="14861" actId="14100"/>
          <ac:cxnSpMkLst>
            <pc:docMk/>
            <pc:sldMk cId="1117778518" sldId="340"/>
            <ac:cxnSpMk id="68" creationId="{C6F8056E-8427-4A77-8E20-016E48F8CC07}"/>
          </ac:cxnSpMkLst>
        </pc:cxnChg>
        <pc:cxnChg chg="mod">
          <ac:chgData name="Lucie Fontaine" userId="2c6b0298-177f-4237-a83e-8637e19304d5" providerId="ADAL" clId="{38FDF7CA-A37A-44C1-A812-A8007AC22127}" dt="2026-04-22T08:12:52.666" v="14926"/>
          <ac:cxnSpMkLst>
            <pc:docMk/>
            <pc:sldMk cId="1117778518" sldId="340"/>
            <ac:cxnSpMk id="77" creationId="{D48FE0A7-737F-B1DA-7628-11141555EB8D}"/>
          </ac:cxnSpMkLst>
        </pc:cxnChg>
        <pc:cxnChg chg="mod">
          <ac:chgData name="Lucie Fontaine" userId="2c6b0298-177f-4237-a83e-8637e19304d5" providerId="ADAL" clId="{38FDF7CA-A37A-44C1-A812-A8007AC22127}" dt="2026-04-22T08:12:52.666" v="14926"/>
          <ac:cxnSpMkLst>
            <pc:docMk/>
            <pc:sldMk cId="1117778518" sldId="340"/>
            <ac:cxnSpMk id="78" creationId="{65F72EFD-C561-BF78-4FA6-8533176D49E1}"/>
          </ac:cxnSpMkLst>
        </pc:cxnChg>
        <pc:cxnChg chg="mod">
          <ac:chgData name="Lucie Fontaine" userId="2c6b0298-177f-4237-a83e-8637e19304d5" providerId="ADAL" clId="{38FDF7CA-A37A-44C1-A812-A8007AC22127}" dt="2026-04-22T08:12:52.666" v="14926"/>
          <ac:cxnSpMkLst>
            <pc:docMk/>
            <pc:sldMk cId="1117778518" sldId="340"/>
            <ac:cxnSpMk id="79" creationId="{CBFD0CBE-8A8B-8E47-A440-8433B67C885E}"/>
          </ac:cxnSpMkLst>
        </pc:cxnChg>
        <pc:cxnChg chg="mod">
          <ac:chgData name="Lucie Fontaine" userId="2c6b0298-177f-4237-a83e-8637e19304d5" providerId="ADAL" clId="{38FDF7CA-A37A-44C1-A812-A8007AC22127}" dt="2026-04-22T08:12:52.666" v="14926"/>
          <ac:cxnSpMkLst>
            <pc:docMk/>
            <pc:sldMk cId="1117778518" sldId="340"/>
            <ac:cxnSpMk id="80" creationId="{96824FA3-490D-4649-CAA0-A2CDAC75198B}"/>
          </ac:cxnSpMkLst>
        </pc:cxnChg>
        <pc:cxnChg chg="mod">
          <ac:chgData name="Lucie Fontaine" userId="2c6b0298-177f-4237-a83e-8637e19304d5" providerId="ADAL" clId="{38FDF7CA-A37A-44C1-A812-A8007AC22127}" dt="2026-04-22T08:12:52.666" v="14926"/>
          <ac:cxnSpMkLst>
            <pc:docMk/>
            <pc:sldMk cId="1117778518" sldId="340"/>
            <ac:cxnSpMk id="81" creationId="{A4BD1713-3A87-03BA-9123-6E8CBD72A371}"/>
          </ac:cxnSpMkLst>
        </pc:cxnChg>
        <pc:cxnChg chg="mod">
          <ac:chgData name="Lucie Fontaine" userId="2c6b0298-177f-4237-a83e-8637e19304d5" providerId="ADAL" clId="{38FDF7CA-A37A-44C1-A812-A8007AC22127}" dt="2026-04-22T08:12:52.666" v="14926"/>
          <ac:cxnSpMkLst>
            <pc:docMk/>
            <pc:sldMk cId="1117778518" sldId="340"/>
            <ac:cxnSpMk id="82" creationId="{783081BF-32B7-6B6D-928D-213D36564E43}"/>
          </ac:cxnSpMkLst>
        </pc:cxnChg>
      </pc:sldChg>
      <pc:sldChg chg="addSp delSp modSp add del mod">
        <pc:chgData name="Lucie Fontaine" userId="2c6b0298-177f-4237-a83e-8637e19304d5" providerId="ADAL" clId="{38FDF7CA-A37A-44C1-A812-A8007AC22127}" dt="2026-04-23T06:36:20.479" v="17809" actId="2696"/>
        <pc:sldMkLst>
          <pc:docMk/>
          <pc:sldMk cId="1370825275" sldId="341"/>
        </pc:sldMkLst>
        <pc:spChg chg="mod">
          <ac:chgData name="Lucie Fontaine" userId="2c6b0298-177f-4237-a83e-8637e19304d5" providerId="ADAL" clId="{38FDF7CA-A37A-44C1-A812-A8007AC22127}" dt="2026-04-22T08:14:53.560" v="15047" actId="5793"/>
          <ac:spMkLst>
            <pc:docMk/>
            <pc:sldMk cId="1370825275" sldId="341"/>
            <ac:spMk id="35" creationId="{98981935-86E4-7D05-8772-5FCBAD83822E}"/>
          </ac:spMkLst>
        </pc:spChg>
        <pc:spChg chg="del">
          <ac:chgData name="Lucie Fontaine" userId="2c6b0298-177f-4237-a83e-8637e19304d5" providerId="ADAL" clId="{38FDF7CA-A37A-44C1-A812-A8007AC22127}" dt="2026-04-22T08:16:34.393" v="15056" actId="478"/>
          <ac:spMkLst>
            <pc:docMk/>
            <pc:sldMk cId="1370825275" sldId="341"/>
            <ac:spMk id="37" creationId="{CBED8476-2CC6-538E-221E-FEE2FF1B31AA}"/>
          </ac:spMkLst>
        </pc:spChg>
        <pc:spChg chg="add mod">
          <ac:chgData name="Lucie Fontaine" userId="2c6b0298-177f-4237-a83e-8637e19304d5" providerId="ADAL" clId="{38FDF7CA-A37A-44C1-A812-A8007AC22127}" dt="2026-04-22T08:14:53.866" v="15048"/>
          <ac:spMkLst>
            <pc:docMk/>
            <pc:sldMk cId="1370825275" sldId="341"/>
            <ac:spMk id="39" creationId="{2C23C645-69C7-AEEC-7D5C-42F5782FF6B8}"/>
          </ac:spMkLst>
        </pc:spChg>
        <pc:spChg chg="add mod">
          <ac:chgData name="Lucie Fontaine" userId="2c6b0298-177f-4237-a83e-8637e19304d5" providerId="ADAL" clId="{38FDF7CA-A37A-44C1-A812-A8007AC22127}" dt="2026-04-22T08:14:53.866" v="15048"/>
          <ac:spMkLst>
            <pc:docMk/>
            <pc:sldMk cId="1370825275" sldId="341"/>
            <ac:spMk id="40" creationId="{0DB94356-2938-53DB-9BE2-AA0A021E69B5}"/>
          </ac:spMkLst>
        </pc:spChg>
        <pc:spChg chg="del">
          <ac:chgData name="Lucie Fontaine" userId="2c6b0298-177f-4237-a83e-8637e19304d5" providerId="ADAL" clId="{38FDF7CA-A37A-44C1-A812-A8007AC22127}" dt="2026-04-22T08:14:52.434" v="15046" actId="478"/>
          <ac:spMkLst>
            <pc:docMk/>
            <pc:sldMk cId="1370825275" sldId="341"/>
            <ac:spMk id="41" creationId="{91C3D0FF-804A-90E7-AF1A-1239F17B3CED}"/>
          </ac:spMkLst>
        </pc:spChg>
        <pc:spChg chg="del">
          <ac:chgData name="Lucie Fontaine" userId="2c6b0298-177f-4237-a83e-8637e19304d5" providerId="ADAL" clId="{38FDF7CA-A37A-44C1-A812-A8007AC22127}" dt="2026-04-22T08:14:52.434" v="15046" actId="478"/>
          <ac:spMkLst>
            <pc:docMk/>
            <pc:sldMk cId="1370825275" sldId="341"/>
            <ac:spMk id="42" creationId="{B9071439-B6A9-10E9-9AFB-CE0509F38A50}"/>
          </ac:spMkLst>
        </pc:spChg>
        <pc:spChg chg="del">
          <ac:chgData name="Lucie Fontaine" userId="2c6b0298-177f-4237-a83e-8637e19304d5" providerId="ADAL" clId="{38FDF7CA-A37A-44C1-A812-A8007AC22127}" dt="2026-04-22T08:14:52.434" v="15046" actId="478"/>
          <ac:spMkLst>
            <pc:docMk/>
            <pc:sldMk cId="1370825275" sldId="341"/>
            <ac:spMk id="43" creationId="{5830FD6D-3017-0059-0856-4FFD1EE6EA34}"/>
          </ac:spMkLst>
        </pc:spChg>
        <pc:spChg chg="add mod">
          <ac:chgData name="Lucie Fontaine" userId="2c6b0298-177f-4237-a83e-8637e19304d5" providerId="ADAL" clId="{38FDF7CA-A37A-44C1-A812-A8007AC22127}" dt="2026-04-22T08:14:53.866" v="15048"/>
          <ac:spMkLst>
            <pc:docMk/>
            <pc:sldMk cId="1370825275" sldId="341"/>
            <ac:spMk id="44" creationId="{ACD9C092-6D6E-8178-461F-6CE7A35350D7}"/>
          </ac:spMkLst>
        </pc:spChg>
        <pc:spChg chg="del">
          <ac:chgData name="Lucie Fontaine" userId="2c6b0298-177f-4237-a83e-8637e19304d5" providerId="ADAL" clId="{38FDF7CA-A37A-44C1-A812-A8007AC22127}" dt="2026-04-22T08:14:52.434" v="15046" actId="478"/>
          <ac:spMkLst>
            <pc:docMk/>
            <pc:sldMk cId="1370825275" sldId="341"/>
            <ac:spMk id="45" creationId="{2CB293EA-74A4-8E01-BD2E-9F9E39A2466F}"/>
          </ac:spMkLst>
        </pc:spChg>
        <pc:spChg chg="add mod">
          <ac:chgData name="Lucie Fontaine" userId="2c6b0298-177f-4237-a83e-8637e19304d5" providerId="ADAL" clId="{38FDF7CA-A37A-44C1-A812-A8007AC22127}" dt="2026-04-22T08:14:53.866" v="15048"/>
          <ac:spMkLst>
            <pc:docMk/>
            <pc:sldMk cId="1370825275" sldId="341"/>
            <ac:spMk id="46" creationId="{3C9AAA78-7BF7-2AE9-E57C-D21329ACFF0D}"/>
          </ac:spMkLst>
        </pc:spChg>
        <pc:spChg chg="add mod">
          <ac:chgData name="Lucie Fontaine" userId="2c6b0298-177f-4237-a83e-8637e19304d5" providerId="ADAL" clId="{38FDF7CA-A37A-44C1-A812-A8007AC22127}" dt="2026-04-22T08:14:53.866" v="15048"/>
          <ac:spMkLst>
            <pc:docMk/>
            <pc:sldMk cId="1370825275" sldId="341"/>
            <ac:spMk id="52" creationId="{E1718534-2961-A725-8D02-B19ABB6F71B6}"/>
          </ac:spMkLst>
        </pc:spChg>
        <pc:spChg chg="add mod">
          <ac:chgData name="Lucie Fontaine" userId="2c6b0298-177f-4237-a83e-8637e19304d5" providerId="ADAL" clId="{38FDF7CA-A37A-44C1-A812-A8007AC22127}" dt="2026-04-22T08:14:53.866" v="15048"/>
          <ac:spMkLst>
            <pc:docMk/>
            <pc:sldMk cId="1370825275" sldId="341"/>
            <ac:spMk id="54" creationId="{8B5CF7E8-1242-695D-5D88-B45D4FBFBB8F}"/>
          </ac:spMkLst>
        </pc:spChg>
        <pc:spChg chg="add mod">
          <ac:chgData name="Lucie Fontaine" userId="2c6b0298-177f-4237-a83e-8637e19304d5" providerId="ADAL" clId="{38FDF7CA-A37A-44C1-A812-A8007AC22127}" dt="2026-04-22T08:14:53.866" v="15048"/>
          <ac:spMkLst>
            <pc:docMk/>
            <pc:sldMk cId="1370825275" sldId="341"/>
            <ac:spMk id="55" creationId="{DECFEE3D-A151-BBCF-0BAE-3B8584E08BD1}"/>
          </ac:spMkLst>
        </pc:spChg>
        <pc:spChg chg="add mod">
          <ac:chgData name="Lucie Fontaine" userId="2c6b0298-177f-4237-a83e-8637e19304d5" providerId="ADAL" clId="{38FDF7CA-A37A-44C1-A812-A8007AC22127}" dt="2026-04-22T08:14:53.866" v="15048"/>
          <ac:spMkLst>
            <pc:docMk/>
            <pc:sldMk cId="1370825275" sldId="341"/>
            <ac:spMk id="57" creationId="{96468972-0D1D-8950-DCF6-EF59A50149AF}"/>
          </ac:spMkLst>
        </pc:spChg>
        <pc:picChg chg="add mod">
          <ac:chgData name="Lucie Fontaine" userId="2c6b0298-177f-4237-a83e-8637e19304d5" providerId="ADAL" clId="{38FDF7CA-A37A-44C1-A812-A8007AC22127}" dt="2026-04-22T08:14:53.866" v="15048"/>
          <ac:picMkLst>
            <pc:docMk/>
            <pc:sldMk cId="1370825275" sldId="341"/>
            <ac:picMk id="4" creationId="{327FBD33-ED93-7E6D-9A78-B895990101B2}"/>
          </ac:picMkLst>
        </pc:picChg>
        <pc:picChg chg="del">
          <ac:chgData name="Lucie Fontaine" userId="2c6b0298-177f-4237-a83e-8637e19304d5" providerId="ADAL" clId="{38FDF7CA-A37A-44C1-A812-A8007AC22127}" dt="2026-04-22T08:14:52.434" v="15046" actId="478"/>
          <ac:picMkLst>
            <pc:docMk/>
            <pc:sldMk cId="1370825275" sldId="341"/>
            <ac:picMk id="34" creationId="{23434758-AF37-C887-B491-F0717CFE9DAD}"/>
          </ac:picMkLst>
        </pc:picChg>
        <pc:picChg chg="del">
          <ac:chgData name="Lucie Fontaine" userId="2c6b0298-177f-4237-a83e-8637e19304d5" providerId="ADAL" clId="{38FDF7CA-A37A-44C1-A812-A8007AC22127}" dt="2026-04-22T08:14:52.434" v="15046" actId="478"/>
          <ac:picMkLst>
            <pc:docMk/>
            <pc:sldMk cId="1370825275" sldId="341"/>
            <ac:picMk id="36" creationId="{E1D57968-3194-4B4E-D6D4-70768BEF298B}"/>
          </ac:picMkLst>
        </pc:picChg>
        <pc:cxnChg chg="add mod">
          <ac:chgData name="Lucie Fontaine" userId="2c6b0298-177f-4237-a83e-8637e19304d5" providerId="ADAL" clId="{38FDF7CA-A37A-44C1-A812-A8007AC22127}" dt="2026-04-22T08:14:53.866" v="15048"/>
          <ac:cxnSpMkLst>
            <pc:docMk/>
            <pc:sldMk cId="1370825275" sldId="341"/>
            <ac:cxnSpMk id="47" creationId="{7F6B06C2-FBCE-C3C1-D48C-27B69EC53B9E}"/>
          </ac:cxnSpMkLst>
        </pc:cxnChg>
        <pc:cxnChg chg="add mod">
          <ac:chgData name="Lucie Fontaine" userId="2c6b0298-177f-4237-a83e-8637e19304d5" providerId="ADAL" clId="{38FDF7CA-A37A-44C1-A812-A8007AC22127}" dt="2026-04-22T08:14:53.866" v="15048"/>
          <ac:cxnSpMkLst>
            <pc:docMk/>
            <pc:sldMk cId="1370825275" sldId="341"/>
            <ac:cxnSpMk id="48" creationId="{F3A8448E-EAE7-B765-73A4-28E024693789}"/>
          </ac:cxnSpMkLst>
        </pc:cxnChg>
        <pc:cxnChg chg="del">
          <ac:chgData name="Lucie Fontaine" userId="2c6b0298-177f-4237-a83e-8637e19304d5" providerId="ADAL" clId="{38FDF7CA-A37A-44C1-A812-A8007AC22127}" dt="2026-04-22T08:14:52.434" v="15046" actId="478"/>
          <ac:cxnSpMkLst>
            <pc:docMk/>
            <pc:sldMk cId="1370825275" sldId="341"/>
            <ac:cxnSpMk id="49" creationId="{7A985230-9796-9706-45FE-53E4F48D6959}"/>
          </ac:cxnSpMkLst>
        </pc:cxnChg>
        <pc:cxnChg chg="add mod">
          <ac:chgData name="Lucie Fontaine" userId="2c6b0298-177f-4237-a83e-8637e19304d5" providerId="ADAL" clId="{38FDF7CA-A37A-44C1-A812-A8007AC22127}" dt="2026-04-22T08:14:53.866" v="15048"/>
          <ac:cxnSpMkLst>
            <pc:docMk/>
            <pc:sldMk cId="1370825275" sldId="341"/>
            <ac:cxnSpMk id="50" creationId="{67540D17-165A-646D-4E6A-CCB844F75CE1}"/>
          </ac:cxnSpMkLst>
        </pc:cxnChg>
        <pc:cxnChg chg="add mod">
          <ac:chgData name="Lucie Fontaine" userId="2c6b0298-177f-4237-a83e-8637e19304d5" providerId="ADAL" clId="{38FDF7CA-A37A-44C1-A812-A8007AC22127}" dt="2026-04-22T08:14:53.866" v="15048"/>
          <ac:cxnSpMkLst>
            <pc:docMk/>
            <pc:sldMk cId="1370825275" sldId="341"/>
            <ac:cxnSpMk id="51" creationId="{9B9F663D-0C6E-883E-E88E-3CCAC89CA6E3}"/>
          </ac:cxnSpMkLst>
        </pc:cxnChg>
        <pc:cxnChg chg="del mod">
          <ac:chgData name="Lucie Fontaine" userId="2c6b0298-177f-4237-a83e-8637e19304d5" providerId="ADAL" clId="{38FDF7CA-A37A-44C1-A812-A8007AC22127}" dt="2026-04-22T08:14:52.434" v="15046" actId="478"/>
          <ac:cxnSpMkLst>
            <pc:docMk/>
            <pc:sldMk cId="1370825275" sldId="341"/>
            <ac:cxnSpMk id="53" creationId="{B576EE71-5C9E-60A6-B297-EC8C7221109C}"/>
          </ac:cxnSpMkLst>
        </pc:cxnChg>
        <pc:cxnChg chg="del mod">
          <ac:chgData name="Lucie Fontaine" userId="2c6b0298-177f-4237-a83e-8637e19304d5" providerId="ADAL" clId="{38FDF7CA-A37A-44C1-A812-A8007AC22127}" dt="2026-04-22T08:14:52.434" v="15046" actId="478"/>
          <ac:cxnSpMkLst>
            <pc:docMk/>
            <pc:sldMk cId="1370825275" sldId="341"/>
            <ac:cxnSpMk id="56" creationId="{EEC4F722-73BA-DF30-419E-AFF2A14F5A17}"/>
          </ac:cxnSpMkLst>
        </pc:cxnChg>
        <pc:cxnChg chg="del mod">
          <ac:chgData name="Lucie Fontaine" userId="2c6b0298-177f-4237-a83e-8637e19304d5" providerId="ADAL" clId="{38FDF7CA-A37A-44C1-A812-A8007AC22127}" dt="2026-04-22T08:14:52.434" v="15046" actId="478"/>
          <ac:cxnSpMkLst>
            <pc:docMk/>
            <pc:sldMk cId="1370825275" sldId="341"/>
            <ac:cxnSpMk id="60" creationId="{81C77041-BBEB-CCE7-DA67-CE246B8E71D4}"/>
          </ac:cxnSpMkLst>
        </pc:cxnChg>
        <pc:cxnChg chg="del">
          <ac:chgData name="Lucie Fontaine" userId="2c6b0298-177f-4237-a83e-8637e19304d5" providerId="ADAL" clId="{38FDF7CA-A37A-44C1-A812-A8007AC22127}" dt="2026-04-22T08:14:52.434" v="15046" actId="478"/>
          <ac:cxnSpMkLst>
            <pc:docMk/>
            <pc:sldMk cId="1370825275" sldId="341"/>
            <ac:cxnSpMk id="62" creationId="{6D87D783-495D-4253-61B5-85B2F6D7B8AA}"/>
          </ac:cxnSpMkLst>
        </pc:cxnChg>
        <pc:cxnChg chg="del mod">
          <ac:chgData name="Lucie Fontaine" userId="2c6b0298-177f-4237-a83e-8637e19304d5" providerId="ADAL" clId="{38FDF7CA-A37A-44C1-A812-A8007AC22127}" dt="2026-04-22T08:14:52.434" v="15046" actId="478"/>
          <ac:cxnSpMkLst>
            <pc:docMk/>
            <pc:sldMk cId="1370825275" sldId="341"/>
            <ac:cxnSpMk id="64" creationId="{B70EE0A6-A808-3A3E-0662-EB437C6DA189}"/>
          </ac:cxnSpMkLst>
        </pc:cxnChg>
        <pc:cxnChg chg="del mod">
          <ac:chgData name="Lucie Fontaine" userId="2c6b0298-177f-4237-a83e-8637e19304d5" providerId="ADAL" clId="{38FDF7CA-A37A-44C1-A812-A8007AC22127}" dt="2026-04-22T08:14:52.434" v="15046" actId="478"/>
          <ac:cxnSpMkLst>
            <pc:docMk/>
            <pc:sldMk cId="1370825275" sldId="341"/>
            <ac:cxnSpMk id="66" creationId="{B416DFB4-1D3E-110B-8BF4-2479C065AA0D}"/>
          </ac:cxnSpMkLst>
        </pc:cxnChg>
        <pc:cxnChg chg="del mod">
          <ac:chgData name="Lucie Fontaine" userId="2c6b0298-177f-4237-a83e-8637e19304d5" providerId="ADAL" clId="{38FDF7CA-A37A-44C1-A812-A8007AC22127}" dt="2026-04-22T08:14:52.434" v="15046" actId="478"/>
          <ac:cxnSpMkLst>
            <pc:docMk/>
            <pc:sldMk cId="1370825275" sldId="341"/>
            <ac:cxnSpMk id="68" creationId="{C6F8056E-8427-4A77-8E20-016E48F8CC07}"/>
          </ac:cxnSpMkLst>
        </pc:cxnChg>
      </pc:sldChg>
      <pc:sldChg chg="addSp delSp modSp add mod">
        <pc:chgData name="Lucie Fontaine" userId="2c6b0298-177f-4237-a83e-8637e19304d5" providerId="ADAL" clId="{38FDF7CA-A37A-44C1-A812-A8007AC22127}" dt="2026-04-23T09:13:58.789" v="19230" actId="20577"/>
        <pc:sldMkLst>
          <pc:docMk/>
          <pc:sldMk cId="2881074131" sldId="342"/>
        </pc:sldMkLst>
        <pc:spChg chg="add del mod">
          <ac:chgData name="Lucie Fontaine" userId="2c6b0298-177f-4237-a83e-8637e19304d5" providerId="ADAL" clId="{38FDF7CA-A37A-44C1-A812-A8007AC22127}" dt="2026-04-23T09:13:51.770" v="19229" actId="22"/>
          <ac:spMkLst>
            <pc:docMk/>
            <pc:sldMk cId="2881074131" sldId="342"/>
            <ac:spMk id="6" creationId="{2A1CEFC2-1FB3-DA9A-53B3-6AF31A829A60}"/>
          </ac:spMkLst>
        </pc:spChg>
        <pc:spChg chg="del">
          <ac:chgData name="Lucie Fontaine" userId="2c6b0298-177f-4237-a83e-8637e19304d5" providerId="ADAL" clId="{38FDF7CA-A37A-44C1-A812-A8007AC22127}" dt="2026-04-22T08:17:15.969" v="15063" actId="478"/>
          <ac:spMkLst>
            <pc:docMk/>
            <pc:sldMk cId="2881074131" sldId="342"/>
            <ac:spMk id="33" creationId="{97B26E4D-759A-90B0-CD5A-E7FEB26E6184}"/>
          </ac:spMkLst>
        </pc:spChg>
        <pc:spChg chg="del mod">
          <ac:chgData name="Lucie Fontaine" userId="2c6b0298-177f-4237-a83e-8637e19304d5" providerId="ADAL" clId="{38FDF7CA-A37A-44C1-A812-A8007AC22127}" dt="2026-04-22T08:16:24.736" v="15054"/>
          <ac:spMkLst>
            <pc:docMk/>
            <pc:sldMk cId="2881074131" sldId="342"/>
            <ac:spMk id="35" creationId="{98981935-86E4-7D05-8772-5FCBAD83822E}"/>
          </ac:spMkLst>
        </pc:spChg>
        <pc:spChg chg="del">
          <ac:chgData name="Lucie Fontaine" userId="2c6b0298-177f-4237-a83e-8637e19304d5" providerId="ADAL" clId="{38FDF7CA-A37A-44C1-A812-A8007AC22127}" dt="2026-04-22T08:16:22.734" v="15051" actId="478"/>
          <ac:spMkLst>
            <pc:docMk/>
            <pc:sldMk cId="2881074131" sldId="342"/>
            <ac:spMk id="38" creationId="{896A79F4-B6D6-026C-3695-A699DAF9A6A7}"/>
          </ac:spMkLst>
        </pc:spChg>
        <pc:spChg chg="del">
          <ac:chgData name="Lucie Fontaine" userId="2c6b0298-177f-4237-a83e-8637e19304d5" providerId="ADAL" clId="{38FDF7CA-A37A-44C1-A812-A8007AC22127}" dt="2026-04-22T08:16:22.734" v="15051" actId="478"/>
          <ac:spMkLst>
            <pc:docMk/>
            <pc:sldMk cId="2881074131" sldId="342"/>
            <ac:spMk id="41" creationId="{91C3D0FF-804A-90E7-AF1A-1239F17B3CED}"/>
          </ac:spMkLst>
        </pc:spChg>
        <pc:spChg chg="del">
          <ac:chgData name="Lucie Fontaine" userId="2c6b0298-177f-4237-a83e-8637e19304d5" providerId="ADAL" clId="{38FDF7CA-A37A-44C1-A812-A8007AC22127}" dt="2026-04-22T08:16:22.734" v="15051" actId="478"/>
          <ac:spMkLst>
            <pc:docMk/>
            <pc:sldMk cId="2881074131" sldId="342"/>
            <ac:spMk id="42" creationId="{B9071439-B6A9-10E9-9AFB-CE0509F38A50}"/>
          </ac:spMkLst>
        </pc:spChg>
        <pc:spChg chg="del">
          <ac:chgData name="Lucie Fontaine" userId="2c6b0298-177f-4237-a83e-8637e19304d5" providerId="ADAL" clId="{38FDF7CA-A37A-44C1-A812-A8007AC22127}" dt="2026-04-22T08:16:22.734" v="15051" actId="478"/>
          <ac:spMkLst>
            <pc:docMk/>
            <pc:sldMk cId="2881074131" sldId="342"/>
            <ac:spMk id="43" creationId="{5830FD6D-3017-0059-0856-4FFD1EE6EA34}"/>
          </ac:spMkLst>
        </pc:spChg>
        <pc:spChg chg="del">
          <ac:chgData name="Lucie Fontaine" userId="2c6b0298-177f-4237-a83e-8637e19304d5" providerId="ADAL" clId="{38FDF7CA-A37A-44C1-A812-A8007AC22127}" dt="2026-04-22T08:16:22.734" v="15051" actId="478"/>
          <ac:spMkLst>
            <pc:docMk/>
            <pc:sldMk cId="2881074131" sldId="342"/>
            <ac:spMk id="45" creationId="{2CB293EA-74A4-8E01-BD2E-9F9E39A2466F}"/>
          </ac:spMkLst>
        </pc:spChg>
        <pc:spChg chg="mod">
          <ac:chgData name="Lucie Fontaine" userId="2c6b0298-177f-4237-a83e-8637e19304d5" providerId="ADAL" clId="{38FDF7CA-A37A-44C1-A812-A8007AC22127}" dt="2026-04-23T09:13:58.789" v="19230" actId="20577"/>
          <ac:spMkLst>
            <pc:docMk/>
            <pc:sldMk cId="2881074131" sldId="342"/>
            <ac:spMk id="51" creationId="{C2A41677-9267-A3F4-365B-C2893CA95B04}"/>
          </ac:spMkLst>
        </pc:spChg>
        <pc:spChg chg="del">
          <ac:chgData name="Lucie Fontaine" userId="2c6b0298-177f-4237-a83e-8637e19304d5" providerId="ADAL" clId="{38FDF7CA-A37A-44C1-A812-A8007AC22127}" dt="2026-04-22T08:16:22.734" v="15051" actId="478"/>
          <ac:spMkLst>
            <pc:docMk/>
            <pc:sldMk cId="2881074131" sldId="342"/>
            <ac:spMk id="70" creationId="{CB080B1B-0956-AE43-63B3-1CC7A41FB4E4}"/>
          </ac:spMkLst>
        </pc:spChg>
        <pc:spChg chg="del">
          <ac:chgData name="Lucie Fontaine" userId="2c6b0298-177f-4237-a83e-8637e19304d5" providerId="ADAL" clId="{38FDF7CA-A37A-44C1-A812-A8007AC22127}" dt="2026-04-22T08:16:22.734" v="15051" actId="478"/>
          <ac:spMkLst>
            <pc:docMk/>
            <pc:sldMk cId="2881074131" sldId="342"/>
            <ac:spMk id="72" creationId="{B6EBFEAD-267C-F9BC-9290-EF19D497986B}"/>
          </ac:spMkLst>
        </pc:spChg>
        <pc:spChg chg="del">
          <ac:chgData name="Lucie Fontaine" userId="2c6b0298-177f-4237-a83e-8637e19304d5" providerId="ADAL" clId="{38FDF7CA-A37A-44C1-A812-A8007AC22127}" dt="2026-04-22T08:16:22.734" v="15051" actId="478"/>
          <ac:spMkLst>
            <pc:docMk/>
            <pc:sldMk cId="2881074131" sldId="342"/>
            <ac:spMk id="73" creationId="{C97ED735-667E-E816-A129-276F1284F29D}"/>
          </ac:spMkLst>
        </pc:spChg>
        <pc:spChg chg="del">
          <ac:chgData name="Lucie Fontaine" userId="2c6b0298-177f-4237-a83e-8637e19304d5" providerId="ADAL" clId="{38FDF7CA-A37A-44C1-A812-A8007AC22127}" dt="2026-04-22T08:16:22.734" v="15051" actId="478"/>
          <ac:spMkLst>
            <pc:docMk/>
            <pc:sldMk cId="2881074131" sldId="342"/>
            <ac:spMk id="74" creationId="{F82A2F77-6370-2D1E-F9A2-CFCE0ABB2B85}"/>
          </ac:spMkLst>
        </pc:spChg>
        <pc:spChg chg="del">
          <ac:chgData name="Lucie Fontaine" userId="2c6b0298-177f-4237-a83e-8637e19304d5" providerId="ADAL" clId="{38FDF7CA-A37A-44C1-A812-A8007AC22127}" dt="2026-04-22T08:16:22.734" v="15051" actId="478"/>
          <ac:spMkLst>
            <pc:docMk/>
            <pc:sldMk cId="2881074131" sldId="342"/>
            <ac:spMk id="75" creationId="{B6801280-521E-7809-C3D6-531470A55AC0}"/>
          </ac:spMkLst>
        </pc:spChg>
        <pc:picChg chg="add del mod">
          <ac:chgData name="Lucie Fontaine" userId="2c6b0298-177f-4237-a83e-8637e19304d5" providerId="ADAL" clId="{38FDF7CA-A37A-44C1-A812-A8007AC22127}" dt="2026-04-23T09:13:50.275" v="19228" actId="478"/>
          <ac:picMkLst>
            <pc:docMk/>
            <pc:sldMk cId="2881074131" sldId="342"/>
            <ac:picMk id="3" creationId="{7945EA04-9D61-BA56-C903-B257760A464D}"/>
          </ac:picMkLst>
        </pc:picChg>
        <pc:picChg chg="add mod ord">
          <ac:chgData name="Lucie Fontaine" userId="2c6b0298-177f-4237-a83e-8637e19304d5" providerId="ADAL" clId="{38FDF7CA-A37A-44C1-A812-A8007AC22127}" dt="2026-04-23T09:13:51.770" v="19229" actId="22"/>
          <ac:picMkLst>
            <pc:docMk/>
            <pc:sldMk cId="2881074131" sldId="342"/>
            <ac:picMk id="8" creationId="{A1290069-60A8-482B-D9D5-0A2612CBD73D}"/>
          </ac:picMkLst>
        </pc:picChg>
        <pc:picChg chg="del">
          <ac:chgData name="Lucie Fontaine" userId="2c6b0298-177f-4237-a83e-8637e19304d5" providerId="ADAL" clId="{38FDF7CA-A37A-44C1-A812-A8007AC22127}" dt="2026-04-22T08:16:23.543" v="15052" actId="478"/>
          <ac:picMkLst>
            <pc:docMk/>
            <pc:sldMk cId="2881074131" sldId="342"/>
            <ac:picMk id="34" creationId="{23434758-AF37-C887-B491-F0717CFE9DAD}"/>
          </ac:picMkLst>
        </pc:picChg>
        <pc:cxnChg chg="del mod">
          <ac:chgData name="Lucie Fontaine" userId="2c6b0298-177f-4237-a83e-8637e19304d5" providerId="ADAL" clId="{38FDF7CA-A37A-44C1-A812-A8007AC22127}" dt="2026-04-22T08:16:22.734" v="15051" actId="478"/>
          <ac:cxnSpMkLst>
            <pc:docMk/>
            <pc:sldMk cId="2881074131" sldId="342"/>
            <ac:cxnSpMk id="53" creationId="{B576EE71-5C9E-60A6-B297-EC8C7221109C}"/>
          </ac:cxnSpMkLst>
        </pc:cxnChg>
        <pc:cxnChg chg="del mod">
          <ac:chgData name="Lucie Fontaine" userId="2c6b0298-177f-4237-a83e-8637e19304d5" providerId="ADAL" clId="{38FDF7CA-A37A-44C1-A812-A8007AC22127}" dt="2026-04-22T08:16:22.734" v="15051" actId="478"/>
          <ac:cxnSpMkLst>
            <pc:docMk/>
            <pc:sldMk cId="2881074131" sldId="342"/>
            <ac:cxnSpMk id="60" creationId="{81C77041-BBEB-CCE7-DA67-CE246B8E71D4}"/>
          </ac:cxnSpMkLst>
        </pc:cxnChg>
        <pc:cxnChg chg="del mod">
          <ac:chgData name="Lucie Fontaine" userId="2c6b0298-177f-4237-a83e-8637e19304d5" providerId="ADAL" clId="{38FDF7CA-A37A-44C1-A812-A8007AC22127}" dt="2026-04-22T08:16:22.734" v="15051" actId="478"/>
          <ac:cxnSpMkLst>
            <pc:docMk/>
            <pc:sldMk cId="2881074131" sldId="342"/>
            <ac:cxnSpMk id="64" creationId="{B70EE0A6-A808-3A3E-0662-EB437C6DA189}"/>
          </ac:cxnSpMkLst>
        </pc:cxnChg>
        <pc:cxnChg chg="del mod">
          <ac:chgData name="Lucie Fontaine" userId="2c6b0298-177f-4237-a83e-8637e19304d5" providerId="ADAL" clId="{38FDF7CA-A37A-44C1-A812-A8007AC22127}" dt="2026-04-22T08:16:22.734" v="15051" actId="478"/>
          <ac:cxnSpMkLst>
            <pc:docMk/>
            <pc:sldMk cId="2881074131" sldId="342"/>
            <ac:cxnSpMk id="68" creationId="{C6F8056E-8427-4A77-8E20-016E48F8CC07}"/>
          </ac:cxnSpMkLst>
        </pc:cxnChg>
      </pc:sldChg>
      <pc:sldChg chg="addSp delSp modSp add mod">
        <pc:chgData name="Lucie Fontaine" userId="2c6b0298-177f-4237-a83e-8637e19304d5" providerId="ADAL" clId="{38FDF7CA-A37A-44C1-A812-A8007AC22127}" dt="2026-04-23T09:50:09.386" v="19596" actId="478"/>
        <pc:sldMkLst>
          <pc:docMk/>
          <pc:sldMk cId="4262358355" sldId="343"/>
        </pc:sldMkLst>
        <pc:spChg chg="mod">
          <ac:chgData name="Lucie Fontaine" userId="2c6b0298-177f-4237-a83e-8637e19304d5" providerId="ADAL" clId="{38FDF7CA-A37A-44C1-A812-A8007AC22127}" dt="2026-04-23T06:39:34.193" v="17810" actId="20577"/>
          <ac:spMkLst>
            <pc:docMk/>
            <pc:sldMk cId="4262358355" sldId="343"/>
            <ac:spMk id="2" creationId="{36A1B1CD-9497-FCE5-D306-1649357986A7}"/>
          </ac:spMkLst>
        </pc:spChg>
        <pc:spChg chg="del topLvl">
          <ac:chgData name="Lucie Fontaine" userId="2c6b0298-177f-4237-a83e-8637e19304d5" providerId="ADAL" clId="{38FDF7CA-A37A-44C1-A812-A8007AC22127}" dt="2026-04-22T15:17:10.118" v="17676" actId="478"/>
          <ac:spMkLst>
            <pc:docMk/>
            <pc:sldMk cId="4262358355" sldId="343"/>
            <ac:spMk id="3" creationId="{BE1173F9-8505-E5C0-6846-828C40AA7784}"/>
          </ac:spMkLst>
        </pc:spChg>
        <pc:spChg chg="del">
          <ac:chgData name="Lucie Fontaine" userId="2c6b0298-177f-4237-a83e-8637e19304d5" providerId="ADAL" clId="{38FDF7CA-A37A-44C1-A812-A8007AC22127}" dt="2026-04-23T09:50:09.386" v="19596" actId="478"/>
          <ac:spMkLst>
            <pc:docMk/>
            <pc:sldMk cId="4262358355" sldId="343"/>
            <ac:spMk id="5" creationId="{6D8B57DE-AB20-FDDB-A0F4-5B11D422F934}"/>
          </ac:spMkLst>
        </pc:spChg>
        <pc:spChg chg="add mod">
          <ac:chgData name="Lucie Fontaine" userId="2c6b0298-177f-4237-a83e-8637e19304d5" providerId="ADAL" clId="{38FDF7CA-A37A-44C1-A812-A8007AC22127}" dt="2026-04-22T08:21:01.929" v="15077" actId="1076"/>
          <ac:spMkLst>
            <pc:docMk/>
            <pc:sldMk cId="4262358355" sldId="343"/>
            <ac:spMk id="6" creationId="{E71013C8-C64A-34D9-B879-049A8F5D8317}"/>
          </ac:spMkLst>
        </pc:spChg>
        <pc:spChg chg="del">
          <ac:chgData name="Lucie Fontaine" userId="2c6b0298-177f-4237-a83e-8637e19304d5" providerId="ADAL" clId="{38FDF7CA-A37A-44C1-A812-A8007AC22127}" dt="2026-04-22T15:17:04.487" v="17675" actId="478"/>
          <ac:spMkLst>
            <pc:docMk/>
            <pc:sldMk cId="4262358355" sldId="343"/>
            <ac:spMk id="12" creationId="{96A9DA58-E6D1-32FE-B812-03379D21C398}"/>
          </ac:spMkLst>
        </pc:spChg>
        <pc:spChg chg="add mod">
          <ac:chgData name="Lucie Fontaine" userId="2c6b0298-177f-4237-a83e-8637e19304d5" providerId="ADAL" clId="{38FDF7CA-A37A-44C1-A812-A8007AC22127}" dt="2026-04-22T08:20:21.629" v="15073"/>
          <ac:spMkLst>
            <pc:docMk/>
            <pc:sldMk cId="4262358355" sldId="343"/>
            <ac:spMk id="13" creationId="{7FCBD270-404F-FC8F-1B70-C6A7AD6CF322}"/>
          </ac:spMkLst>
        </pc:spChg>
        <pc:spChg chg="mod">
          <ac:chgData name="Lucie Fontaine" userId="2c6b0298-177f-4237-a83e-8637e19304d5" providerId="ADAL" clId="{38FDF7CA-A37A-44C1-A812-A8007AC22127}" dt="2026-04-23T08:01:07.447" v="18517"/>
          <ac:spMkLst>
            <pc:docMk/>
            <pc:sldMk cId="4262358355" sldId="343"/>
            <ac:spMk id="13" creationId="{A3DFAF23-4817-AE6B-29B2-2A1AE9439A90}"/>
          </ac:spMkLst>
        </pc:spChg>
        <pc:spChg chg="add mod">
          <ac:chgData name="Lucie Fontaine" userId="2c6b0298-177f-4237-a83e-8637e19304d5" providerId="ADAL" clId="{38FDF7CA-A37A-44C1-A812-A8007AC22127}" dt="2026-04-22T08:20:21.629" v="15073"/>
          <ac:spMkLst>
            <pc:docMk/>
            <pc:sldMk cId="4262358355" sldId="343"/>
            <ac:spMk id="18" creationId="{8FB937F9-99FB-FC27-0C0B-24A9727CB44A}"/>
          </ac:spMkLst>
        </pc:spChg>
        <pc:spChg chg="mod">
          <ac:chgData name="Lucie Fontaine" userId="2c6b0298-177f-4237-a83e-8637e19304d5" providerId="ADAL" clId="{38FDF7CA-A37A-44C1-A812-A8007AC22127}" dt="2026-04-23T08:01:07.447" v="18517"/>
          <ac:spMkLst>
            <pc:docMk/>
            <pc:sldMk cId="4262358355" sldId="343"/>
            <ac:spMk id="18" creationId="{949A2A23-1DDD-7449-51E2-0DE1C89E46AA}"/>
          </ac:spMkLst>
        </pc:spChg>
        <pc:spChg chg="add mod">
          <ac:chgData name="Lucie Fontaine" userId="2c6b0298-177f-4237-a83e-8637e19304d5" providerId="ADAL" clId="{38FDF7CA-A37A-44C1-A812-A8007AC22127}" dt="2026-04-22T08:20:21.629" v="15073"/>
          <ac:spMkLst>
            <pc:docMk/>
            <pc:sldMk cId="4262358355" sldId="343"/>
            <ac:spMk id="19" creationId="{C40C86FF-53BA-A655-7870-6F27079FB9FA}"/>
          </ac:spMkLst>
        </pc:spChg>
        <pc:spChg chg="add mod">
          <ac:chgData name="Lucie Fontaine" userId="2c6b0298-177f-4237-a83e-8637e19304d5" providerId="ADAL" clId="{38FDF7CA-A37A-44C1-A812-A8007AC22127}" dt="2026-04-22T08:20:21.629" v="15073"/>
          <ac:spMkLst>
            <pc:docMk/>
            <pc:sldMk cId="4262358355" sldId="343"/>
            <ac:spMk id="24" creationId="{E18F153C-6FA1-4062-5EA7-1B92CF06E95C}"/>
          </ac:spMkLst>
        </pc:spChg>
        <pc:spChg chg="mod">
          <ac:chgData name="Lucie Fontaine" userId="2c6b0298-177f-4237-a83e-8637e19304d5" providerId="ADAL" clId="{38FDF7CA-A37A-44C1-A812-A8007AC22127}" dt="2026-04-23T08:01:07.447" v="18517"/>
          <ac:spMkLst>
            <pc:docMk/>
            <pc:sldMk cId="4262358355" sldId="343"/>
            <ac:spMk id="25" creationId="{19F961EA-71FA-66D9-B98E-337C81F486E8}"/>
          </ac:spMkLst>
        </pc:spChg>
        <pc:spChg chg="add mod">
          <ac:chgData name="Lucie Fontaine" userId="2c6b0298-177f-4237-a83e-8637e19304d5" providerId="ADAL" clId="{38FDF7CA-A37A-44C1-A812-A8007AC22127}" dt="2026-04-22T08:20:21.629" v="15073"/>
          <ac:spMkLst>
            <pc:docMk/>
            <pc:sldMk cId="4262358355" sldId="343"/>
            <ac:spMk id="25" creationId="{E18462D0-F6BD-1329-852F-25E3BD3CB08C}"/>
          </ac:spMkLst>
        </pc:spChg>
        <pc:spChg chg="mod">
          <ac:chgData name="Lucie Fontaine" userId="2c6b0298-177f-4237-a83e-8637e19304d5" providerId="ADAL" clId="{38FDF7CA-A37A-44C1-A812-A8007AC22127}" dt="2026-04-23T08:01:07.447" v="18517"/>
          <ac:spMkLst>
            <pc:docMk/>
            <pc:sldMk cId="4262358355" sldId="343"/>
            <ac:spMk id="26" creationId="{473BF61C-5F3B-C620-B34E-5B3A6473295A}"/>
          </ac:spMkLst>
        </pc:spChg>
        <pc:spChg chg="add mod">
          <ac:chgData name="Lucie Fontaine" userId="2c6b0298-177f-4237-a83e-8637e19304d5" providerId="ADAL" clId="{38FDF7CA-A37A-44C1-A812-A8007AC22127}" dt="2026-04-22T08:20:21.629" v="15073"/>
          <ac:spMkLst>
            <pc:docMk/>
            <pc:sldMk cId="4262358355" sldId="343"/>
            <ac:spMk id="26" creationId="{68BF5BFB-2E78-7CA1-6F0F-0E4DCACD1843}"/>
          </ac:spMkLst>
        </pc:spChg>
        <pc:spChg chg="add mod">
          <ac:chgData name="Lucie Fontaine" userId="2c6b0298-177f-4237-a83e-8637e19304d5" providerId="ADAL" clId="{38FDF7CA-A37A-44C1-A812-A8007AC22127}" dt="2026-04-22T08:20:21.629" v="15073"/>
          <ac:spMkLst>
            <pc:docMk/>
            <pc:sldMk cId="4262358355" sldId="343"/>
            <ac:spMk id="27" creationId="{A42A0661-145A-A8C1-68C4-60EC5CBBA219}"/>
          </ac:spMkLst>
        </pc:spChg>
        <pc:spChg chg="mod">
          <ac:chgData name="Lucie Fontaine" userId="2c6b0298-177f-4237-a83e-8637e19304d5" providerId="ADAL" clId="{38FDF7CA-A37A-44C1-A812-A8007AC22127}" dt="2026-04-23T08:01:07.447" v="18517"/>
          <ac:spMkLst>
            <pc:docMk/>
            <pc:sldMk cId="4262358355" sldId="343"/>
            <ac:spMk id="27" creationId="{CF4EC669-DA79-AD2B-D49E-A44A8F9D1E15}"/>
          </ac:spMkLst>
        </pc:spChg>
        <pc:spChg chg="mod">
          <ac:chgData name="Lucie Fontaine" userId="2c6b0298-177f-4237-a83e-8637e19304d5" providerId="ADAL" clId="{38FDF7CA-A37A-44C1-A812-A8007AC22127}" dt="2026-04-23T08:01:07.447" v="18517"/>
          <ac:spMkLst>
            <pc:docMk/>
            <pc:sldMk cId="4262358355" sldId="343"/>
            <ac:spMk id="28" creationId="{79F1534B-8647-9502-F893-AEB08B6D2D2E}"/>
          </ac:spMkLst>
        </pc:spChg>
        <pc:spChg chg="add del mod">
          <ac:chgData name="Lucie Fontaine" userId="2c6b0298-177f-4237-a83e-8637e19304d5" providerId="ADAL" clId="{38FDF7CA-A37A-44C1-A812-A8007AC22127}" dt="2026-04-22T15:13:39.537" v="17653" actId="478"/>
          <ac:spMkLst>
            <pc:docMk/>
            <pc:sldMk cId="4262358355" sldId="343"/>
            <ac:spMk id="29" creationId="{2AD676F0-6792-491D-7EE6-E6D37F001613}"/>
          </ac:spMkLst>
        </pc:spChg>
        <pc:spChg chg="mod">
          <ac:chgData name="Lucie Fontaine" userId="2c6b0298-177f-4237-a83e-8637e19304d5" providerId="ADAL" clId="{38FDF7CA-A37A-44C1-A812-A8007AC22127}" dt="2026-04-23T08:01:07.447" v="18517"/>
          <ac:spMkLst>
            <pc:docMk/>
            <pc:sldMk cId="4262358355" sldId="343"/>
            <ac:spMk id="29" creationId="{BE275DB5-16AE-FC92-57C9-DE75C6C84C88}"/>
          </ac:spMkLst>
        </pc:spChg>
        <pc:spChg chg="mod">
          <ac:chgData name="Lucie Fontaine" userId="2c6b0298-177f-4237-a83e-8637e19304d5" providerId="ADAL" clId="{38FDF7CA-A37A-44C1-A812-A8007AC22127}" dt="2026-04-23T08:01:07.447" v="18517"/>
          <ac:spMkLst>
            <pc:docMk/>
            <pc:sldMk cId="4262358355" sldId="343"/>
            <ac:spMk id="30" creationId="{36F4D709-870B-EAB9-3C58-E418038B3A63}"/>
          </ac:spMkLst>
        </pc:spChg>
        <pc:spChg chg="add del mod">
          <ac:chgData name="Lucie Fontaine" userId="2c6b0298-177f-4237-a83e-8637e19304d5" providerId="ADAL" clId="{38FDF7CA-A37A-44C1-A812-A8007AC22127}" dt="2026-04-22T15:13:39.537" v="17653" actId="478"/>
          <ac:spMkLst>
            <pc:docMk/>
            <pc:sldMk cId="4262358355" sldId="343"/>
            <ac:spMk id="30" creationId="{EC9A1F8B-BF30-1A5B-95B6-764C7A9ECACB}"/>
          </ac:spMkLst>
        </pc:spChg>
        <pc:spChg chg="add del mod">
          <ac:chgData name="Lucie Fontaine" userId="2c6b0298-177f-4237-a83e-8637e19304d5" providerId="ADAL" clId="{38FDF7CA-A37A-44C1-A812-A8007AC22127}" dt="2026-04-22T15:13:39.537" v="17653" actId="478"/>
          <ac:spMkLst>
            <pc:docMk/>
            <pc:sldMk cId="4262358355" sldId="343"/>
            <ac:spMk id="31" creationId="{03DC5D6D-6025-D56F-F0C8-FF267EE3E69D}"/>
          </ac:spMkLst>
        </pc:spChg>
        <pc:spChg chg="add del mod">
          <ac:chgData name="Lucie Fontaine" userId="2c6b0298-177f-4237-a83e-8637e19304d5" providerId="ADAL" clId="{38FDF7CA-A37A-44C1-A812-A8007AC22127}" dt="2026-04-22T15:13:39.537" v="17653" actId="478"/>
          <ac:spMkLst>
            <pc:docMk/>
            <pc:sldMk cId="4262358355" sldId="343"/>
            <ac:spMk id="32" creationId="{D7D97AD3-20D1-45A6-E889-35282B9F9AD5}"/>
          </ac:spMkLst>
        </pc:spChg>
        <pc:spChg chg="del">
          <ac:chgData name="Lucie Fontaine" userId="2c6b0298-177f-4237-a83e-8637e19304d5" providerId="ADAL" clId="{38FDF7CA-A37A-44C1-A812-A8007AC22127}" dt="2026-04-22T08:23:04.069" v="15106" actId="478"/>
          <ac:spMkLst>
            <pc:docMk/>
            <pc:sldMk cId="4262358355" sldId="343"/>
            <ac:spMk id="38" creationId="{FA96511C-3F1D-533B-858F-06A65F156AB2}"/>
          </ac:spMkLst>
        </pc:spChg>
        <pc:spChg chg="add del mod">
          <ac:chgData name="Lucie Fontaine" userId="2c6b0298-177f-4237-a83e-8637e19304d5" providerId="ADAL" clId="{38FDF7CA-A37A-44C1-A812-A8007AC22127}" dt="2026-04-22T15:10:26.978" v="17621"/>
          <ac:spMkLst>
            <pc:docMk/>
            <pc:sldMk cId="4262358355" sldId="343"/>
            <ac:spMk id="41" creationId="{03EB0F85-20F9-FD48-C78A-6FDA4C7366A9}"/>
          </ac:spMkLst>
        </pc:spChg>
        <pc:spChg chg="add del mod">
          <ac:chgData name="Lucie Fontaine" userId="2c6b0298-177f-4237-a83e-8637e19304d5" providerId="ADAL" clId="{38FDF7CA-A37A-44C1-A812-A8007AC22127}" dt="2026-04-22T15:10:39.037" v="17628"/>
          <ac:spMkLst>
            <pc:docMk/>
            <pc:sldMk cId="4262358355" sldId="343"/>
            <ac:spMk id="42" creationId="{72361DD9-8AB0-CFFD-9376-2347B68AA88E}"/>
          </ac:spMkLst>
        </pc:spChg>
        <pc:spChg chg="add del mod">
          <ac:chgData name="Lucie Fontaine" userId="2c6b0298-177f-4237-a83e-8637e19304d5" providerId="ADAL" clId="{38FDF7CA-A37A-44C1-A812-A8007AC22127}" dt="2026-04-22T15:11:00.919" v="17636"/>
          <ac:spMkLst>
            <pc:docMk/>
            <pc:sldMk cId="4262358355" sldId="343"/>
            <ac:spMk id="43" creationId="{8AD56854-BE48-BCF7-3D88-7545FC88A19D}"/>
          </ac:spMkLst>
        </pc:spChg>
        <pc:spChg chg="add del mod">
          <ac:chgData name="Lucie Fontaine" userId="2c6b0298-177f-4237-a83e-8637e19304d5" providerId="ADAL" clId="{38FDF7CA-A37A-44C1-A812-A8007AC22127}" dt="2026-04-22T15:11:11.273" v="17642"/>
          <ac:spMkLst>
            <pc:docMk/>
            <pc:sldMk cId="4262358355" sldId="343"/>
            <ac:spMk id="44" creationId="{879FA111-094B-E405-AC75-76F88D4EE8E1}"/>
          </ac:spMkLst>
        </pc:spChg>
        <pc:spChg chg="mod">
          <ac:chgData name="Lucie Fontaine" userId="2c6b0298-177f-4237-a83e-8637e19304d5" providerId="ADAL" clId="{38FDF7CA-A37A-44C1-A812-A8007AC22127}" dt="2026-04-22T15:18:48.990" v="17697" actId="1036"/>
          <ac:spMkLst>
            <pc:docMk/>
            <pc:sldMk cId="4262358355" sldId="343"/>
            <ac:spMk id="45" creationId="{A3515EFB-839A-C59C-6392-4529056584E8}"/>
          </ac:spMkLst>
        </pc:spChg>
        <pc:spChg chg="add del mod">
          <ac:chgData name="Lucie Fontaine" userId="2c6b0298-177f-4237-a83e-8637e19304d5" providerId="ADAL" clId="{38FDF7CA-A37A-44C1-A812-A8007AC22127}" dt="2026-04-22T15:10:29.064" v="17624"/>
          <ac:spMkLst>
            <pc:docMk/>
            <pc:sldMk cId="4262358355" sldId="343"/>
            <ac:spMk id="49" creationId="{65EF95C8-8C5D-3500-620B-9C2F1282062E}"/>
          </ac:spMkLst>
        </pc:spChg>
        <pc:spChg chg="add del mod">
          <ac:chgData name="Lucie Fontaine" userId="2c6b0298-177f-4237-a83e-8637e19304d5" providerId="ADAL" clId="{38FDF7CA-A37A-44C1-A812-A8007AC22127}" dt="2026-04-22T15:10:42.548" v="17631"/>
          <ac:spMkLst>
            <pc:docMk/>
            <pc:sldMk cId="4262358355" sldId="343"/>
            <ac:spMk id="50" creationId="{5FF906A7-C89D-73CC-5FC0-A2C845DFE148}"/>
          </ac:spMkLst>
        </pc:spChg>
        <pc:spChg chg="add del mod">
          <ac:chgData name="Lucie Fontaine" userId="2c6b0298-177f-4237-a83e-8637e19304d5" providerId="ADAL" clId="{38FDF7CA-A37A-44C1-A812-A8007AC22127}" dt="2026-04-22T15:11:06.482" v="17640"/>
          <ac:spMkLst>
            <pc:docMk/>
            <pc:sldMk cId="4262358355" sldId="343"/>
            <ac:spMk id="51" creationId="{11F8992D-F6E7-112E-629B-49AF77BF7B8D}"/>
          </ac:spMkLst>
        </pc:spChg>
        <pc:spChg chg="add del mod">
          <ac:chgData name="Lucie Fontaine" userId="2c6b0298-177f-4237-a83e-8637e19304d5" providerId="ADAL" clId="{38FDF7CA-A37A-44C1-A812-A8007AC22127}" dt="2026-04-22T15:11:16.402" v="17646"/>
          <ac:spMkLst>
            <pc:docMk/>
            <pc:sldMk cId="4262358355" sldId="343"/>
            <ac:spMk id="53" creationId="{F7F64FFA-A32A-72EB-A0D4-E2EE46B0C1D3}"/>
          </ac:spMkLst>
        </pc:spChg>
        <pc:spChg chg="add mod">
          <ac:chgData name="Lucie Fontaine" userId="2c6b0298-177f-4237-a83e-8637e19304d5" providerId="ADAL" clId="{38FDF7CA-A37A-44C1-A812-A8007AC22127}" dt="2026-04-22T15:11:28.702" v="17648"/>
          <ac:spMkLst>
            <pc:docMk/>
            <pc:sldMk cId="4262358355" sldId="343"/>
            <ac:spMk id="92" creationId="{2DBD4F4F-D716-5C4F-1A46-85F5A6DE0871}"/>
          </ac:spMkLst>
        </pc:spChg>
        <pc:spChg chg="add mod">
          <ac:chgData name="Lucie Fontaine" userId="2c6b0298-177f-4237-a83e-8637e19304d5" providerId="ADAL" clId="{38FDF7CA-A37A-44C1-A812-A8007AC22127}" dt="2026-04-22T15:13:57.275" v="17666" actId="1076"/>
          <ac:spMkLst>
            <pc:docMk/>
            <pc:sldMk cId="4262358355" sldId="343"/>
            <ac:spMk id="95" creationId="{9AE3E1CB-D101-29F2-620F-4783012ADB89}"/>
          </ac:spMkLst>
        </pc:spChg>
        <pc:spChg chg="add mod">
          <ac:chgData name="Lucie Fontaine" userId="2c6b0298-177f-4237-a83e-8637e19304d5" providerId="ADAL" clId="{38FDF7CA-A37A-44C1-A812-A8007AC22127}" dt="2026-04-22T15:16:47.283" v="17674"/>
          <ac:spMkLst>
            <pc:docMk/>
            <pc:sldMk cId="4262358355" sldId="343"/>
            <ac:spMk id="96" creationId="{3CA990E7-890B-03F0-45CB-A7572572A6D9}"/>
          </ac:spMkLst>
        </pc:spChg>
        <pc:spChg chg="add mod">
          <ac:chgData name="Lucie Fontaine" userId="2c6b0298-177f-4237-a83e-8637e19304d5" providerId="ADAL" clId="{38FDF7CA-A37A-44C1-A812-A8007AC22127}" dt="2026-04-22T15:16:47.283" v="17674"/>
          <ac:spMkLst>
            <pc:docMk/>
            <pc:sldMk cId="4262358355" sldId="343"/>
            <ac:spMk id="97" creationId="{C48EB836-6FBA-6FAB-EC55-C69A8BEF26A1}"/>
          </ac:spMkLst>
        </pc:spChg>
        <pc:grpChg chg="add mod">
          <ac:chgData name="Lucie Fontaine" userId="2c6b0298-177f-4237-a83e-8637e19304d5" providerId="ADAL" clId="{38FDF7CA-A37A-44C1-A812-A8007AC22127}" dt="2026-04-23T08:01:07.447" v="18517"/>
          <ac:grpSpMkLst>
            <pc:docMk/>
            <pc:sldMk cId="4262358355" sldId="343"/>
            <ac:grpSpMk id="3" creationId="{2347532D-CA32-5EB0-4876-649F4E962B8D}"/>
          </ac:grpSpMkLst>
        </pc:grpChg>
        <pc:grpChg chg="mod">
          <ac:chgData name="Lucie Fontaine" userId="2c6b0298-177f-4237-a83e-8637e19304d5" providerId="ADAL" clId="{38FDF7CA-A37A-44C1-A812-A8007AC22127}" dt="2026-04-23T08:01:07.447" v="18517"/>
          <ac:grpSpMkLst>
            <pc:docMk/>
            <pc:sldMk cId="4262358355" sldId="343"/>
            <ac:grpSpMk id="6" creationId="{4F614639-6CD4-5225-3948-E6A797FD46D2}"/>
          </ac:grpSpMkLst>
        </pc:grpChg>
        <pc:grpChg chg="del topLvl">
          <ac:chgData name="Lucie Fontaine" userId="2c6b0298-177f-4237-a83e-8637e19304d5" providerId="ADAL" clId="{38FDF7CA-A37A-44C1-A812-A8007AC22127}" dt="2026-04-23T08:01:03.494" v="18514" actId="478"/>
          <ac:grpSpMkLst>
            <pc:docMk/>
            <pc:sldMk cId="4262358355" sldId="343"/>
            <ac:grpSpMk id="14" creationId="{3CCF3462-8E08-FD8D-E115-AC53B5C249C8}"/>
          </ac:grpSpMkLst>
        </pc:grpChg>
        <pc:grpChg chg="del">
          <ac:chgData name="Lucie Fontaine" userId="2c6b0298-177f-4237-a83e-8637e19304d5" providerId="ADAL" clId="{38FDF7CA-A37A-44C1-A812-A8007AC22127}" dt="2026-04-22T15:17:10.118" v="17676" actId="478"/>
          <ac:grpSpMkLst>
            <pc:docMk/>
            <pc:sldMk cId="4262358355" sldId="343"/>
            <ac:grpSpMk id="15" creationId="{634E3E86-58BB-2014-50DE-BCE910802E62}"/>
          </ac:grpSpMkLst>
        </pc:grpChg>
        <pc:grpChg chg="mod">
          <ac:chgData name="Lucie Fontaine" userId="2c6b0298-177f-4237-a83e-8637e19304d5" providerId="ADAL" clId="{38FDF7CA-A37A-44C1-A812-A8007AC22127}" dt="2026-04-23T08:01:07.447" v="18517"/>
          <ac:grpSpMkLst>
            <pc:docMk/>
            <pc:sldMk cId="4262358355" sldId="343"/>
            <ac:grpSpMk id="20" creationId="{70C87E14-B90A-7B4B-92D8-CFD8E25C6B20}"/>
          </ac:grpSpMkLst>
        </pc:grpChg>
        <pc:grpChg chg="mod">
          <ac:chgData name="Lucie Fontaine" userId="2c6b0298-177f-4237-a83e-8637e19304d5" providerId="ADAL" clId="{38FDF7CA-A37A-44C1-A812-A8007AC22127}" dt="2026-04-23T08:01:07.447" v="18517"/>
          <ac:grpSpMkLst>
            <pc:docMk/>
            <pc:sldMk cId="4262358355" sldId="343"/>
            <ac:grpSpMk id="22" creationId="{5178834A-A58D-A8CE-4504-6D40BD5C9F7C}"/>
          </ac:grpSpMkLst>
        </pc:grpChg>
        <pc:picChg chg="add del">
          <ac:chgData name="Lucie Fontaine" userId="2c6b0298-177f-4237-a83e-8637e19304d5" providerId="ADAL" clId="{38FDF7CA-A37A-44C1-A812-A8007AC22127}" dt="2026-04-22T08:21:33.899" v="15081" actId="478"/>
          <ac:picMkLst>
            <pc:docMk/>
            <pc:sldMk cId="4262358355" sldId="343"/>
            <ac:picMk id="37" creationId="{B5965F33-EC33-8B94-DB4C-1A34565DF414}"/>
          </ac:picMkLst>
        </pc:picChg>
        <pc:picChg chg="del mod">
          <ac:chgData name="Lucie Fontaine" userId="2c6b0298-177f-4237-a83e-8637e19304d5" providerId="ADAL" clId="{38FDF7CA-A37A-44C1-A812-A8007AC22127}" dt="2026-04-23T09:50:06.886" v="19595" actId="478"/>
          <ac:picMkLst>
            <pc:docMk/>
            <pc:sldMk cId="4262358355" sldId="343"/>
            <ac:picMk id="40" creationId="{3B50789A-8C1F-AF4A-1CAF-5D1636279955}"/>
          </ac:picMkLst>
        </pc:picChg>
        <pc:picChg chg="add del mod">
          <ac:chgData name="Lucie Fontaine" userId="2c6b0298-177f-4237-a83e-8637e19304d5" providerId="ADAL" clId="{38FDF7CA-A37A-44C1-A812-A8007AC22127}" dt="2026-04-23T09:49:24.966" v="19584" actId="478"/>
          <ac:picMkLst>
            <pc:docMk/>
            <pc:sldMk cId="4262358355" sldId="343"/>
            <ac:picMk id="46" creationId="{1CE8EF07-C41D-DF8E-FB02-01501A967429}"/>
          </ac:picMkLst>
        </pc:picChg>
        <pc:picChg chg="add mod ord modCrop">
          <ac:chgData name="Lucie Fontaine" userId="2c6b0298-177f-4237-a83e-8637e19304d5" providerId="ADAL" clId="{38FDF7CA-A37A-44C1-A812-A8007AC22127}" dt="2026-04-23T09:49:23.673" v="19583" actId="167"/>
          <ac:picMkLst>
            <pc:docMk/>
            <pc:sldMk cId="4262358355" sldId="343"/>
            <ac:picMk id="51" creationId="{47FE501B-0ED2-5D5B-B18D-356A05884226}"/>
          </ac:picMkLst>
        </pc:picChg>
        <pc:picChg chg="add mod ord modCrop">
          <ac:chgData name="Lucie Fontaine" userId="2c6b0298-177f-4237-a83e-8637e19304d5" providerId="ADAL" clId="{38FDF7CA-A37A-44C1-A812-A8007AC22127}" dt="2026-04-23T09:50:05.359" v="19594" actId="167"/>
          <ac:picMkLst>
            <pc:docMk/>
            <pc:sldMk cId="4262358355" sldId="343"/>
            <ac:picMk id="53" creationId="{308D9B90-4A22-4663-8528-EEC1BAB907B1}"/>
          </ac:picMkLst>
        </pc:picChg>
        <pc:cxnChg chg="mod">
          <ac:chgData name="Lucie Fontaine" userId="2c6b0298-177f-4237-a83e-8637e19304d5" providerId="ADAL" clId="{38FDF7CA-A37A-44C1-A812-A8007AC22127}" dt="2026-04-23T08:01:07.447" v="18517"/>
          <ac:cxnSpMkLst>
            <pc:docMk/>
            <pc:sldMk cId="4262358355" sldId="343"/>
            <ac:cxnSpMk id="12" creationId="{2C7A5B45-D97F-3F87-00DE-92AD8D57E165}"/>
          </ac:cxnSpMkLst>
        </pc:cxnChg>
        <pc:cxnChg chg="mod">
          <ac:chgData name="Lucie Fontaine" userId="2c6b0298-177f-4237-a83e-8637e19304d5" providerId="ADAL" clId="{38FDF7CA-A37A-44C1-A812-A8007AC22127}" dt="2026-04-23T08:01:07.447" v="18517"/>
          <ac:cxnSpMkLst>
            <pc:docMk/>
            <pc:sldMk cId="4262358355" sldId="343"/>
            <ac:cxnSpMk id="15" creationId="{1DF4293D-83FA-6F40-E1B1-C5A584E0420D}"/>
          </ac:cxnSpMkLst>
        </pc:cxnChg>
        <pc:cxnChg chg="del">
          <ac:chgData name="Lucie Fontaine" userId="2c6b0298-177f-4237-a83e-8637e19304d5" providerId="ADAL" clId="{38FDF7CA-A37A-44C1-A812-A8007AC22127}" dt="2026-04-23T08:01:07.183" v="18516" actId="478"/>
          <ac:cxnSpMkLst>
            <pc:docMk/>
            <pc:sldMk cId="4262358355" sldId="343"/>
            <ac:cxnSpMk id="16" creationId="{18078DE4-C569-7588-3759-006B24642568}"/>
          </ac:cxnSpMkLst>
        </pc:cxnChg>
        <pc:cxnChg chg="del">
          <ac:chgData name="Lucie Fontaine" userId="2c6b0298-177f-4237-a83e-8637e19304d5" providerId="ADAL" clId="{38FDF7CA-A37A-44C1-A812-A8007AC22127}" dt="2026-04-23T08:01:05.475" v="18515" actId="478"/>
          <ac:cxnSpMkLst>
            <pc:docMk/>
            <pc:sldMk cId="4262358355" sldId="343"/>
            <ac:cxnSpMk id="17" creationId="{308F39DA-AAD0-168C-A95A-AEF8204B4357}"/>
          </ac:cxnSpMkLst>
        </pc:cxnChg>
        <pc:cxnChg chg="mod">
          <ac:chgData name="Lucie Fontaine" userId="2c6b0298-177f-4237-a83e-8637e19304d5" providerId="ADAL" clId="{38FDF7CA-A37A-44C1-A812-A8007AC22127}" dt="2026-04-23T08:01:07.447" v="18517"/>
          <ac:cxnSpMkLst>
            <pc:docMk/>
            <pc:sldMk cId="4262358355" sldId="343"/>
            <ac:cxnSpMk id="19" creationId="{8014C1DE-CC83-FB96-5F7D-9C6AE2799E52}"/>
          </ac:cxnSpMkLst>
        </pc:cxnChg>
        <pc:cxnChg chg="add mod">
          <ac:chgData name="Lucie Fontaine" userId="2c6b0298-177f-4237-a83e-8637e19304d5" providerId="ADAL" clId="{38FDF7CA-A37A-44C1-A812-A8007AC22127}" dt="2026-04-22T08:21:01.929" v="15077" actId="1076"/>
          <ac:cxnSpMkLst>
            <pc:docMk/>
            <pc:sldMk cId="4262358355" sldId="343"/>
            <ac:cxnSpMk id="20" creationId="{A54AC3A2-8DA1-2E94-0666-DB10AF61189F}"/>
          </ac:cxnSpMkLst>
        </pc:cxnChg>
        <pc:cxnChg chg="mod">
          <ac:chgData name="Lucie Fontaine" userId="2c6b0298-177f-4237-a83e-8637e19304d5" providerId="ADAL" clId="{38FDF7CA-A37A-44C1-A812-A8007AC22127}" dt="2026-04-23T08:01:07.447" v="18517"/>
          <ac:cxnSpMkLst>
            <pc:docMk/>
            <pc:sldMk cId="4262358355" sldId="343"/>
            <ac:cxnSpMk id="21" creationId="{0CD7EEC5-FE34-2753-4E64-E80453DF0E1D}"/>
          </ac:cxnSpMkLst>
        </pc:cxnChg>
        <pc:cxnChg chg="add mod">
          <ac:chgData name="Lucie Fontaine" userId="2c6b0298-177f-4237-a83e-8637e19304d5" providerId="ADAL" clId="{38FDF7CA-A37A-44C1-A812-A8007AC22127}" dt="2026-04-22T08:20:21.629" v="15073"/>
          <ac:cxnSpMkLst>
            <pc:docMk/>
            <pc:sldMk cId="4262358355" sldId="343"/>
            <ac:cxnSpMk id="21" creationId="{A3815D43-14A1-3E60-6467-D233D4FB1BA2}"/>
          </ac:cxnSpMkLst>
        </pc:cxnChg>
        <pc:cxnChg chg="add mod">
          <ac:chgData name="Lucie Fontaine" userId="2c6b0298-177f-4237-a83e-8637e19304d5" providerId="ADAL" clId="{38FDF7CA-A37A-44C1-A812-A8007AC22127}" dt="2026-04-22T08:20:21.629" v="15073"/>
          <ac:cxnSpMkLst>
            <pc:docMk/>
            <pc:sldMk cId="4262358355" sldId="343"/>
            <ac:cxnSpMk id="22" creationId="{06C844D3-52FE-0081-EF58-1C458F8E91B4}"/>
          </ac:cxnSpMkLst>
        </pc:cxnChg>
        <pc:cxnChg chg="add mod">
          <ac:chgData name="Lucie Fontaine" userId="2c6b0298-177f-4237-a83e-8637e19304d5" providerId="ADAL" clId="{38FDF7CA-A37A-44C1-A812-A8007AC22127}" dt="2026-04-22T08:20:21.629" v="15073"/>
          <ac:cxnSpMkLst>
            <pc:docMk/>
            <pc:sldMk cId="4262358355" sldId="343"/>
            <ac:cxnSpMk id="23" creationId="{3FDF2237-ABD0-B174-633B-E47590DDD7F7}"/>
          </ac:cxnSpMkLst>
        </pc:cxnChg>
        <pc:cxnChg chg="mod">
          <ac:chgData name="Lucie Fontaine" userId="2c6b0298-177f-4237-a83e-8637e19304d5" providerId="ADAL" clId="{38FDF7CA-A37A-44C1-A812-A8007AC22127}" dt="2026-04-23T08:01:07.447" v="18517"/>
          <ac:cxnSpMkLst>
            <pc:docMk/>
            <pc:sldMk cId="4262358355" sldId="343"/>
            <ac:cxnSpMk id="23" creationId="{FCD0EAF8-81E2-570B-B47C-A362E1789C31}"/>
          </ac:cxnSpMkLst>
        </pc:cxnChg>
        <pc:cxnChg chg="mod">
          <ac:chgData name="Lucie Fontaine" userId="2c6b0298-177f-4237-a83e-8637e19304d5" providerId="ADAL" clId="{38FDF7CA-A37A-44C1-A812-A8007AC22127}" dt="2026-04-23T08:01:07.447" v="18517"/>
          <ac:cxnSpMkLst>
            <pc:docMk/>
            <pc:sldMk cId="4262358355" sldId="343"/>
            <ac:cxnSpMk id="24" creationId="{2EBE2ADE-5738-2D02-839A-56033302C094}"/>
          </ac:cxnSpMkLst>
        </pc:cxnChg>
        <pc:cxnChg chg="mod">
          <ac:chgData name="Lucie Fontaine" userId="2c6b0298-177f-4237-a83e-8637e19304d5" providerId="ADAL" clId="{38FDF7CA-A37A-44C1-A812-A8007AC22127}" dt="2026-04-23T08:01:07.447" v="18517"/>
          <ac:cxnSpMkLst>
            <pc:docMk/>
            <pc:sldMk cId="4262358355" sldId="343"/>
            <ac:cxnSpMk id="31" creationId="{B100F00A-0DC9-10E6-A242-83C37BE933D6}"/>
          </ac:cxnSpMkLst>
        </pc:cxnChg>
        <pc:cxnChg chg="mod">
          <ac:chgData name="Lucie Fontaine" userId="2c6b0298-177f-4237-a83e-8637e19304d5" providerId="ADAL" clId="{38FDF7CA-A37A-44C1-A812-A8007AC22127}" dt="2026-04-23T08:01:07.447" v="18517"/>
          <ac:cxnSpMkLst>
            <pc:docMk/>
            <pc:sldMk cId="4262358355" sldId="343"/>
            <ac:cxnSpMk id="32" creationId="{2E76B2C7-6B3F-C780-BCBB-DD4BF8047EC2}"/>
          </ac:cxnSpMkLst>
        </pc:cxnChg>
        <pc:cxnChg chg="mod">
          <ac:chgData name="Lucie Fontaine" userId="2c6b0298-177f-4237-a83e-8637e19304d5" providerId="ADAL" clId="{38FDF7CA-A37A-44C1-A812-A8007AC22127}" dt="2026-04-23T08:01:07.447" v="18517"/>
          <ac:cxnSpMkLst>
            <pc:docMk/>
            <pc:sldMk cId="4262358355" sldId="343"/>
            <ac:cxnSpMk id="33" creationId="{945CBB20-7ECE-5CD0-1E49-DAE1B976F49F}"/>
          </ac:cxnSpMkLst>
        </pc:cxnChg>
        <pc:cxnChg chg="mod">
          <ac:chgData name="Lucie Fontaine" userId="2c6b0298-177f-4237-a83e-8637e19304d5" providerId="ADAL" clId="{38FDF7CA-A37A-44C1-A812-A8007AC22127}" dt="2026-04-23T08:01:07.447" v="18517"/>
          <ac:cxnSpMkLst>
            <pc:docMk/>
            <pc:sldMk cId="4262358355" sldId="343"/>
            <ac:cxnSpMk id="34" creationId="{6E51D598-3327-FBEB-9C2D-7F0EFF4C1409}"/>
          </ac:cxnSpMkLst>
        </pc:cxnChg>
        <pc:cxnChg chg="mod">
          <ac:chgData name="Lucie Fontaine" userId="2c6b0298-177f-4237-a83e-8637e19304d5" providerId="ADAL" clId="{38FDF7CA-A37A-44C1-A812-A8007AC22127}" dt="2026-04-23T08:01:07.447" v="18517"/>
          <ac:cxnSpMkLst>
            <pc:docMk/>
            <pc:sldMk cId="4262358355" sldId="343"/>
            <ac:cxnSpMk id="35" creationId="{42DA7A76-DE06-86DD-7D44-E351E4483B53}"/>
          </ac:cxnSpMkLst>
        </pc:cxnChg>
        <pc:cxnChg chg="mod">
          <ac:chgData name="Lucie Fontaine" userId="2c6b0298-177f-4237-a83e-8637e19304d5" providerId="ADAL" clId="{38FDF7CA-A37A-44C1-A812-A8007AC22127}" dt="2026-04-23T08:01:07.447" v="18517"/>
          <ac:cxnSpMkLst>
            <pc:docMk/>
            <pc:sldMk cId="4262358355" sldId="343"/>
            <ac:cxnSpMk id="36" creationId="{94FE326D-649B-6315-BC22-3EFD59607AEC}"/>
          </ac:cxnSpMkLst>
        </pc:cxnChg>
        <pc:cxnChg chg="mod">
          <ac:chgData name="Lucie Fontaine" userId="2c6b0298-177f-4237-a83e-8637e19304d5" providerId="ADAL" clId="{38FDF7CA-A37A-44C1-A812-A8007AC22127}" dt="2026-04-23T08:01:07.447" v="18517"/>
          <ac:cxnSpMkLst>
            <pc:docMk/>
            <pc:sldMk cId="4262358355" sldId="343"/>
            <ac:cxnSpMk id="37" creationId="{AD509CCE-9DB5-43BE-F1F2-5F3EECB80708}"/>
          </ac:cxnSpMkLst>
        </pc:cxnChg>
        <pc:cxnChg chg="mod">
          <ac:chgData name="Lucie Fontaine" userId="2c6b0298-177f-4237-a83e-8637e19304d5" providerId="ADAL" clId="{38FDF7CA-A37A-44C1-A812-A8007AC22127}" dt="2026-04-23T08:01:07.447" v="18517"/>
          <ac:cxnSpMkLst>
            <pc:docMk/>
            <pc:sldMk cId="4262358355" sldId="343"/>
            <ac:cxnSpMk id="38" creationId="{B8A582AC-29B4-75EB-7E78-6FDFA4CB31D6}"/>
          </ac:cxnSpMkLst>
        </pc:cxnChg>
        <pc:cxnChg chg="mod">
          <ac:chgData name="Lucie Fontaine" userId="2c6b0298-177f-4237-a83e-8637e19304d5" providerId="ADAL" clId="{38FDF7CA-A37A-44C1-A812-A8007AC22127}" dt="2026-04-22T15:13:36.012" v="17652" actId="208"/>
          <ac:cxnSpMkLst>
            <pc:docMk/>
            <pc:sldMk cId="4262358355" sldId="343"/>
            <ac:cxnSpMk id="47" creationId="{E8336C96-B413-FBBB-28E4-81BB7B93D126}"/>
          </ac:cxnSpMkLst>
        </pc:cxnChg>
        <pc:cxnChg chg="mod">
          <ac:chgData name="Lucie Fontaine" userId="2c6b0298-177f-4237-a83e-8637e19304d5" providerId="ADAL" clId="{38FDF7CA-A37A-44C1-A812-A8007AC22127}" dt="2026-04-22T15:13:36.012" v="17652" actId="208"/>
          <ac:cxnSpMkLst>
            <pc:docMk/>
            <pc:sldMk cId="4262358355" sldId="343"/>
            <ac:cxnSpMk id="48" creationId="{DF42212E-5CEB-D4ED-ADA8-E8C4B79A475D}"/>
          </ac:cxnSpMkLst>
        </pc:cxnChg>
        <pc:cxnChg chg="mod">
          <ac:chgData name="Lucie Fontaine" userId="2c6b0298-177f-4237-a83e-8637e19304d5" providerId="ADAL" clId="{38FDF7CA-A37A-44C1-A812-A8007AC22127}" dt="2026-04-23T08:01:07.447" v="18517"/>
          <ac:cxnSpMkLst>
            <pc:docMk/>
            <pc:sldMk cId="4262358355" sldId="343"/>
            <ac:cxnSpMk id="49" creationId="{228E94EC-561D-97F2-B766-BE58082AA06E}"/>
          </ac:cxnSpMkLst>
        </pc:cxnChg>
        <pc:cxnChg chg="mod">
          <ac:chgData name="Lucie Fontaine" userId="2c6b0298-177f-4237-a83e-8637e19304d5" providerId="ADAL" clId="{38FDF7CA-A37A-44C1-A812-A8007AC22127}" dt="2026-04-22T15:13:36.012" v="17652" actId="208"/>
          <ac:cxnSpMkLst>
            <pc:docMk/>
            <pc:sldMk cId="4262358355" sldId="343"/>
            <ac:cxnSpMk id="52" creationId="{A9DD3E63-3AD2-450E-D42D-8828C97C1BFA}"/>
          </ac:cxnSpMkLst>
        </pc:cxnChg>
        <pc:cxnChg chg="add mod">
          <ac:chgData name="Lucie Fontaine" userId="2c6b0298-177f-4237-a83e-8637e19304d5" providerId="ADAL" clId="{38FDF7CA-A37A-44C1-A812-A8007AC22127}" dt="2026-04-22T15:10:34.171" v="17626" actId="14100"/>
          <ac:cxnSpMkLst>
            <pc:docMk/>
            <pc:sldMk cId="4262358355" sldId="343"/>
            <ac:cxnSpMk id="54" creationId="{80EBD508-4252-C252-B50C-6487A721D20D}"/>
          </ac:cxnSpMkLst>
        </pc:cxnChg>
        <pc:cxnChg chg="add mod">
          <ac:chgData name="Lucie Fontaine" userId="2c6b0298-177f-4237-a83e-8637e19304d5" providerId="ADAL" clId="{38FDF7CA-A37A-44C1-A812-A8007AC22127}" dt="2026-04-22T15:10:52.409" v="17633" actId="14100"/>
          <ac:cxnSpMkLst>
            <pc:docMk/>
            <pc:sldMk cId="4262358355" sldId="343"/>
            <ac:cxnSpMk id="55" creationId="{C883E264-06F3-693B-3663-C4F0ECF791E4}"/>
          </ac:cxnSpMkLst>
        </pc:cxnChg>
        <pc:cxnChg chg="mod">
          <ac:chgData name="Lucie Fontaine" userId="2c6b0298-177f-4237-a83e-8637e19304d5" providerId="ADAL" clId="{38FDF7CA-A37A-44C1-A812-A8007AC22127}" dt="2026-04-22T15:13:36.012" v="17652" actId="208"/>
          <ac:cxnSpMkLst>
            <pc:docMk/>
            <pc:sldMk cId="4262358355" sldId="343"/>
            <ac:cxnSpMk id="56" creationId="{55FAF9BA-2704-7DF5-8B2B-BC77E48D96C1}"/>
          </ac:cxnSpMkLst>
        </pc:cxnChg>
        <pc:cxnChg chg="add mod">
          <ac:chgData name="Lucie Fontaine" userId="2c6b0298-177f-4237-a83e-8637e19304d5" providerId="ADAL" clId="{38FDF7CA-A37A-44C1-A812-A8007AC22127}" dt="2026-04-22T15:11:06.013" v="17638" actId="14100"/>
          <ac:cxnSpMkLst>
            <pc:docMk/>
            <pc:sldMk cId="4262358355" sldId="343"/>
            <ac:cxnSpMk id="57" creationId="{E0CBC15E-1B5E-D498-B9BF-48EDCCAC58AF}"/>
          </ac:cxnSpMkLst>
        </pc:cxnChg>
        <pc:cxnChg chg="add mod">
          <ac:chgData name="Lucie Fontaine" userId="2c6b0298-177f-4237-a83e-8637e19304d5" providerId="ADAL" clId="{38FDF7CA-A37A-44C1-A812-A8007AC22127}" dt="2026-04-22T15:11:19.815" v="17647" actId="14100"/>
          <ac:cxnSpMkLst>
            <pc:docMk/>
            <pc:sldMk cId="4262358355" sldId="343"/>
            <ac:cxnSpMk id="58" creationId="{311D1C68-7445-69EB-07B7-F77EFC8662B7}"/>
          </ac:cxnSpMkLst>
        </pc:cxnChg>
        <pc:cxnChg chg="add del mod">
          <ac:chgData name="Lucie Fontaine" userId="2c6b0298-177f-4237-a83e-8637e19304d5" providerId="ADAL" clId="{38FDF7CA-A37A-44C1-A812-A8007AC22127}" dt="2026-04-22T15:10:29.064" v="17622" actId="478"/>
          <ac:cxnSpMkLst>
            <pc:docMk/>
            <pc:sldMk cId="4262358355" sldId="343"/>
            <ac:cxnSpMk id="59" creationId="{B72C8DF3-7C0E-3FC7-B0B4-67BDF54717FE}"/>
          </ac:cxnSpMkLst>
        </pc:cxnChg>
        <pc:cxnChg chg="add del mod">
          <ac:chgData name="Lucie Fontaine" userId="2c6b0298-177f-4237-a83e-8637e19304d5" providerId="ADAL" clId="{38FDF7CA-A37A-44C1-A812-A8007AC22127}" dt="2026-04-22T15:10:42.548" v="17629" actId="478"/>
          <ac:cxnSpMkLst>
            <pc:docMk/>
            <pc:sldMk cId="4262358355" sldId="343"/>
            <ac:cxnSpMk id="60" creationId="{9B1C2ADB-7BFA-0656-E643-C6A36CB3FCBD}"/>
          </ac:cxnSpMkLst>
        </pc:cxnChg>
        <pc:cxnChg chg="add del mod">
          <ac:chgData name="Lucie Fontaine" userId="2c6b0298-177f-4237-a83e-8637e19304d5" providerId="ADAL" clId="{38FDF7CA-A37A-44C1-A812-A8007AC22127}" dt="2026-04-22T15:10:55.489" v="17634" actId="478"/>
          <ac:cxnSpMkLst>
            <pc:docMk/>
            <pc:sldMk cId="4262358355" sldId="343"/>
            <ac:cxnSpMk id="61" creationId="{C99E1824-50A3-7A41-8BE8-0957F813D9DC}"/>
          </ac:cxnSpMkLst>
        </pc:cxnChg>
        <pc:cxnChg chg="add del mod">
          <ac:chgData name="Lucie Fontaine" userId="2c6b0298-177f-4237-a83e-8637e19304d5" providerId="ADAL" clId="{38FDF7CA-A37A-44C1-A812-A8007AC22127}" dt="2026-04-22T15:11:16.402" v="17644" actId="478"/>
          <ac:cxnSpMkLst>
            <pc:docMk/>
            <pc:sldMk cId="4262358355" sldId="343"/>
            <ac:cxnSpMk id="62" creationId="{DA9F9164-A63C-6AFA-93D6-9438BDBBD714}"/>
          </ac:cxnSpMkLst>
        </pc:cxnChg>
        <pc:cxnChg chg="add del">
          <ac:chgData name="Lucie Fontaine" userId="2c6b0298-177f-4237-a83e-8637e19304d5" providerId="ADAL" clId="{38FDF7CA-A37A-44C1-A812-A8007AC22127}" dt="2026-04-22T08:21:40.166" v="15082" actId="478"/>
          <ac:cxnSpMkLst>
            <pc:docMk/>
            <pc:sldMk cId="4262358355" sldId="343"/>
            <ac:cxnSpMk id="63" creationId="{6B1FED14-31C7-E70E-89EC-5FC2ACAE37E1}"/>
          </ac:cxnSpMkLst>
        </pc:cxnChg>
        <pc:cxnChg chg="add del">
          <ac:chgData name="Lucie Fontaine" userId="2c6b0298-177f-4237-a83e-8637e19304d5" providerId="ADAL" clId="{38FDF7CA-A37A-44C1-A812-A8007AC22127}" dt="2026-04-22T08:21:40.166" v="15082" actId="478"/>
          <ac:cxnSpMkLst>
            <pc:docMk/>
            <pc:sldMk cId="4262358355" sldId="343"/>
            <ac:cxnSpMk id="64" creationId="{EA9861F3-2410-4517-77AE-BC712DEF7D0C}"/>
          </ac:cxnSpMkLst>
        </pc:cxnChg>
        <pc:cxnChg chg="add del">
          <ac:chgData name="Lucie Fontaine" userId="2c6b0298-177f-4237-a83e-8637e19304d5" providerId="ADAL" clId="{38FDF7CA-A37A-44C1-A812-A8007AC22127}" dt="2026-04-22T08:21:40.166" v="15082" actId="478"/>
          <ac:cxnSpMkLst>
            <pc:docMk/>
            <pc:sldMk cId="4262358355" sldId="343"/>
            <ac:cxnSpMk id="65" creationId="{17F6B35A-ECDD-FD17-B978-6343BEED317B}"/>
          </ac:cxnSpMkLst>
        </pc:cxnChg>
        <pc:cxnChg chg="add del">
          <ac:chgData name="Lucie Fontaine" userId="2c6b0298-177f-4237-a83e-8637e19304d5" providerId="ADAL" clId="{38FDF7CA-A37A-44C1-A812-A8007AC22127}" dt="2026-04-22T08:21:40.166" v="15082" actId="478"/>
          <ac:cxnSpMkLst>
            <pc:docMk/>
            <pc:sldMk cId="4262358355" sldId="343"/>
            <ac:cxnSpMk id="66" creationId="{62178011-2BF8-1BFD-FCF1-5D27C7B55AC5}"/>
          </ac:cxnSpMkLst>
        </pc:cxnChg>
        <pc:cxnChg chg="mod">
          <ac:chgData name="Lucie Fontaine" userId="2c6b0298-177f-4237-a83e-8637e19304d5" providerId="ADAL" clId="{38FDF7CA-A37A-44C1-A812-A8007AC22127}" dt="2026-04-23T08:01:03.494" v="18514" actId="478"/>
          <ac:cxnSpMkLst>
            <pc:docMk/>
            <pc:sldMk cId="4262358355" sldId="343"/>
            <ac:cxnSpMk id="71" creationId="{BFFE29E7-6C98-6254-F675-0AD5A901FC2D}"/>
          </ac:cxnSpMkLst>
        </pc:cxnChg>
        <pc:cxnChg chg="mod">
          <ac:chgData name="Lucie Fontaine" userId="2c6b0298-177f-4237-a83e-8637e19304d5" providerId="ADAL" clId="{38FDF7CA-A37A-44C1-A812-A8007AC22127}" dt="2026-04-23T08:01:03.494" v="18514" actId="478"/>
          <ac:cxnSpMkLst>
            <pc:docMk/>
            <pc:sldMk cId="4262358355" sldId="343"/>
            <ac:cxnSpMk id="82" creationId="{4B091118-522E-FD1D-984F-E599BABA97CB}"/>
          </ac:cxnSpMkLst>
        </pc:cxnChg>
        <pc:cxnChg chg="mod">
          <ac:chgData name="Lucie Fontaine" userId="2c6b0298-177f-4237-a83e-8637e19304d5" providerId="ADAL" clId="{38FDF7CA-A37A-44C1-A812-A8007AC22127}" dt="2026-04-23T08:01:03.494" v="18514" actId="478"/>
          <ac:cxnSpMkLst>
            <pc:docMk/>
            <pc:sldMk cId="4262358355" sldId="343"/>
            <ac:cxnSpMk id="85" creationId="{E8003B4D-25DC-2C78-4DD3-38D2A34C6D7D}"/>
          </ac:cxnSpMkLst>
        </pc:cxnChg>
        <pc:cxnChg chg="mod">
          <ac:chgData name="Lucie Fontaine" userId="2c6b0298-177f-4237-a83e-8637e19304d5" providerId="ADAL" clId="{38FDF7CA-A37A-44C1-A812-A8007AC22127}" dt="2026-04-23T08:01:03.494" v="18514" actId="478"/>
          <ac:cxnSpMkLst>
            <pc:docMk/>
            <pc:sldMk cId="4262358355" sldId="343"/>
            <ac:cxnSpMk id="86" creationId="{7EE6A3C8-B8F3-F4BC-2846-7E7EFACA57DD}"/>
          </ac:cxnSpMkLst>
        </pc:cxnChg>
        <pc:cxnChg chg="mod">
          <ac:chgData name="Lucie Fontaine" userId="2c6b0298-177f-4237-a83e-8637e19304d5" providerId="ADAL" clId="{38FDF7CA-A37A-44C1-A812-A8007AC22127}" dt="2026-04-23T08:01:03.494" v="18514" actId="478"/>
          <ac:cxnSpMkLst>
            <pc:docMk/>
            <pc:sldMk cId="4262358355" sldId="343"/>
            <ac:cxnSpMk id="87" creationId="{0B43FE13-3C58-A94B-50E8-7CE91EFBEA28}"/>
          </ac:cxnSpMkLst>
        </pc:cxnChg>
        <pc:cxnChg chg="mod">
          <ac:chgData name="Lucie Fontaine" userId="2c6b0298-177f-4237-a83e-8637e19304d5" providerId="ADAL" clId="{38FDF7CA-A37A-44C1-A812-A8007AC22127}" dt="2026-04-23T08:01:03.494" v="18514" actId="478"/>
          <ac:cxnSpMkLst>
            <pc:docMk/>
            <pc:sldMk cId="4262358355" sldId="343"/>
            <ac:cxnSpMk id="88" creationId="{5DF02A83-80C1-9EC7-9639-5045EB153D28}"/>
          </ac:cxnSpMkLst>
        </pc:cxnChg>
        <pc:cxnChg chg="add del mod">
          <ac:chgData name="Lucie Fontaine" userId="2c6b0298-177f-4237-a83e-8637e19304d5" providerId="ADAL" clId="{38FDF7CA-A37A-44C1-A812-A8007AC22127}" dt="2026-04-22T15:12:49.556" v="17650" actId="478"/>
          <ac:cxnSpMkLst>
            <pc:docMk/>
            <pc:sldMk cId="4262358355" sldId="343"/>
            <ac:cxnSpMk id="94" creationId="{658DFFBF-BF9E-9B83-EDEE-1E192C7E2E3A}"/>
          </ac:cxnSpMkLst>
        </pc:cxnChg>
      </pc:sldChg>
      <pc:sldChg chg="addSp delSp modSp add mod">
        <pc:chgData name="Lucie Fontaine" userId="2c6b0298-177f-4237-a83e-8637e19304d5" providerId="ADAL" clId="{38FDF7CA-A37A-44C1-A812-A8007AC22127}" dt="2026-04-23T09:50:30.398" v="19602"/>
        <pc:sldMkLst>
          <pc:docMk/>
          <pc:sldMk cId="4202782874" sldId="344"/>
        </pc:sldMkLst>
        <pc:spChg chg="del topLvl">
          <ac:chgData name="Lucie Fontaine" userId="2c6b0298-177f-4237-a83e-8637e19304d5" providerId="ADAL" clId="{38FDF7CA-A37A-44C1-A812-A8007AC22127}" dt="2026-04-22T08:25:21.781" v="15113" actId="478"/>
          <ac:spMkLst>
            <pc:docMk/>
            <pc:sldMk cId="4202782874" sldId="344"/>
            <ac:spMk id="3" creationId="{BE1173F9-8505-E5C0-6846-828C40AA7784}"/>
          </ac:spMkLst>
        </pc:spChg>
        <pc:spChg chg="mod">
          <ac:chgData name="Lucie Fontaine" userId="2c6b0298-177f-4237-a83e-8637e19304d5" providerId="ADAL" clId="{38FDF7CA-A37A-44C1-A812-A8007AC22127}" dt="2026-04-23T06:53:50.491" v="17942" actId="27636"/>
          <ac:spMkLst>
            <pc:docMk/>
            <pc:sldMk cId="4202782874" sldId="344"/>
            <ac:spMk id="4" creationId="{5C4FF451-34CE-575F-F52A-5A9DD6BBE107}"/>
          </ac:spMkLst>
        </pc:spChg>
        <pc:spChg chg="mod">
          <ac:chgData name="Lucie Fontaine" userId="2c6b0298-177f-4237-a83e-8637e19304d5" providerId="ADAL" clId="{38FDF7CA-A37A-44C1-A812-A8007AC22127}" dt="2026-04-23T06:53:50.488" v="17941" actId="27636"/>
          <ac:spMkLst>
            <pc:docMk/>
            <pc:sldMk cId="4202782874" sldId="344"/>
            <ac:spMk id="5" creationId="{6D8B57DE-AB20-FDDB-A0F4-5B11D422F934}"/>
          </ac:spMkLst>
        </pc:spChg>
        <pc:spChg chg="del">
          <ac:chgData name="Lucie Fontaine" userId="2c6b0298-177f-4237-a83e-8637e19304d5" providerId="ADAL" clId="{38FDF7CA-A37A-44C1-A812-A8007AC22127}" dt="2026-04-22T08:25:25.763" v="15115" actId="478"/>
          <ac:spMkLst>
            <pc:docMk/>
            <pc:sldMk cId="4202782874" sldId="344"/>
            <ac:spMk id="12" creationId="{96A9DA58-E6D1-32FE-B812-03379D21C398}"/>
          </ac:spMkLst>
        </pc:spChg>
        <pc:spChg chg="mod">
          <ac:chgData name="Lucie Fontaine" userId="2c6b0298-177f-4237-a83e-8637e19304d5" providerId="ADAL" clId="{38FDF7CA-A37A-44C1-A812-A8007AC22127}" dt="2026-04-22T08:26:24.655" v="15123" actId="20577"/>
          <ac:spMkLst>
            <pc:docMk/>
            <pc:sldMk cId="4202782874" sldId="344"/>
            <ac:spMk id="13" creationId="{7AC55479-6268-30B7-72EF-E41DFEC692CD}"/>
          </ac:spMkLst>
        </pc:spChg>
        <pc:spChg chg="mod">
          <ac:chgData name="Lucie Fontaine" userId="2c6b0298-177f-4237-a83e-8637e19304d5" providerId="ADAL" clId="{38FDF7CA-A37A-44C1-A812-A8007AC22127}" dt="2026-04-22T08:26:24.655" v="15123" actId="20577"/>
          <ac:spMkLst>
            <pc:docMk/>
            <pc:sldMk cId="4202782874" sldId="344"/>
            <ac:spMk id="18" creationId="{F1A4367D-5F37-5A54-DBBB-BB29A9444EE4}"/>
          </ac:spMkLst>
        </pc:spChg>
        <pc:spChg chg="mod">
          <ac:chgData name="Lucie Fontaine" userId="2c6b0298-177f-4237-a83e-8637e19304d5" providerId="ADAL" clId="{38FDF7CA-A37A-44C1-A812-A8007AC22127}" dt="2026-04-22T08:26:24.655" v="15123" actId="20577"/>
          <ac:spMkLst>
            <pc:docMk/>
            <pc:sldMk cId="4202782874" sldId="344"/>
            <ac:spMk id="19" creationId="{44146BD4-7971-A417-85EF-9B6A30508561}"/>
          </ac:spMkLst>
        </pc:spChg>
        <pc:spChg chg="mod">
          <ac:chgData name="Lucie Fontaine" userId="2c6b0298-177f-4237-a83e-8637e19304d5" providerId="ADAL" clId="{38FDF7CA-A37A-44C1-A812-A8007AC22127}" dt="2026-04-22T08:26:24.655" v="15123" actId="20577"/>
          <ac:spMkLst>
            <pc:docMk/>
            <pc:sldMk cId="4202782874" sldId="344"/>
            <ac:spMk id="20" creationId="{147D4766-B0B8-AC62-49B6-5C3BBB93AD57}"/>
          </ac:spMkLst>
        </pc:spChg>
        <pc:spChg chg="mod">
          <ac:chgData name="Lucie Fontaine" userId="2c6b0298-177f-4237-a83e-8637e19304d5" providerId="ADAL" clId="{38FDF7CA-A37A-44C1-A812-A8007AC22127}" dt="2026-04-22T08:26:24.655" v="15123" actId="20577"/>
          <ac:spMkLst>
            <pc:docMk/>
            <pc:sldMk cId="4202782874" sldId="344"/>
            <ac:spMk id="21" creationId="{17FA11F0-D280-FB17-24AD-A327E480F8ED}"/>
          </ac:spMkLst>
        </pc:spChg>
        <pc:spChg chg="mod">
          <ac:chgData name="Lucie Fontaine" userId="2c6b0298-177f-4237-a83e-8637e19304d5" providerId="ADAL" clId="{38FDF7CA-A37A-44C1-A812-A8007AC22127}" dt="2026-04-22T08:26:24.655" v="15123" actId="20577"/>
          <ac:spMkLst>
            <pc:docMk/>
            <pc:sldMk cId="4202782874" sldId="344"/>
            <ac:spMk id="22" creationId="{D8548C7E-CB1C-3EBF-EF9F-BA9939E8FC4E}"/>
          </ac:spMkLst>
        </pc:spChg>
        <pc:spChg chg="del mod">
          <ac:chgData name="Lucie Fontaine" userId="2c6b0298-177f-4237-a83e-8637e19304d5" providerId="ADAL" clId="{38FDF7CA-A37A-44C1-A812-A8007AC22127}" dt="2026-04-22T08:26:29.495" v="15127" actId="478"/>
          <ac:spMkLst>
            <pc:docMk/>
            <pc:sldMk cId="4202782874" sldId="344"/>
            <ac:spMk id="25" creationId="{BA5E0384-BE6C-06B9-D92B-9A7AFD7AF6DF}"/>
          </ac:spMkLst>
        </pc:spChg>
        <pc:spChg chg="del mod">
          <ac:chgData name="Lucie Fontaine" userId="2c6b0298-177f-4237-a83e-8637e19304d5" providerId="ADAL" clId="{38FDF7CA-A37A-44C1-A812-A8007AC22127}" dt="2026-04-22T08:26:26.967" v="15125" actId="478"/>
          <ac:spMkLst>
            <pc:docMk/>
            <pc:sldMk cId="4202782874" sldId="344"/>
            <ac:spMk id="26" creationId="{D7804D1F-CD06-BF27-9A88-985F4A8CA5A6}"/>
          </ac:spMkLst>
        </pc:spChg>
        <pc:spChg chg="del mod">
          <ac:chgData name="Lucie Fontaine" userId="2c6b0298-177f-4237-a83e-8637e19304d5" providerId="ADAL" clId="{38FDF7CA-A37A-44C1-A812-A8007AC22127}" dt="2026-04-22T08:26:22.736" v="15122" actId="478"/>
          <ac:spMkLst>
            <pc:docMk/>
            <pc:sldMk cId="4202782874" sldId="344"/>
            <ac:spMk id="27" creationId="{94ADA640-4F67-9E8B-DA9F-2164B43FEDFC}"/>
          </ac:spMkLst>
        </pc:spChg>
        <pc:spChg chg="add mod">
          <ac:chgData name="Lucie Fontaine" userId="2c6b0298-177f-4237-a83e-8637e19304d5" providerId="ADAL" clId="{38FDF7CA-A37A-44C1-A812-A8007AC22127}" dt="2026-04-22T08:28:29.563" v="15144" actId="164"/>
          <ac:spMkLst>
            <pc:docMk/>
            <pc:sldMk cId="4202782874" sldId="344"/>
            <ac:spMk id="38" creationId="{FA2555D2-F90D-EF39-D0CE-2EDE86EB6135}"/>
          </ac:spMkLst>
        </pc:spChg>
        <pc:spChg chg="add mod">
          <ac:chgData name="Lucie Fontaine" userId="2c6b0298-177f-4237-a83e-8637e19304d5" providerId="ADAL" clId="{38FDF7CA-A37A-44C1-A812-A8007AC22127}" dt="2026-04-22T08:28:29.563" v="15144" actId="164"/>
          <ac:spMkLst>
            <pc:docMk/>
            <pc:sldMk cId="4202782874" sldId="344"/>
            <ac:spMk id="46" creationId="{AD921822-9FAE-6E42-7C5D-F62E4F355329}"/>
          </ac:spMkLst>
        </pc:spChg>
        <pc:spChg chg="add mod">
          <ac:chgData name="Lucie Fontaine" userId="2c6b0298-177f-4237-a83e-8637e19304d5" providerId="ADAL" clId="{38FDF7CA-A37A-44C1-A812-A8007AC22127}" dt="2026-04-22T09:03:19.888" v="15452" actId="164"/>
          <ac:spMkLst>
            <pc:docMk/>
            <pc:sldMk cId="4202782874" sldId="344"/>
            <ac:spMk id="89" creationId="{A208AC9A-14B6-4351-C1E0-ED31343FD815}"/>
          </ac:spMkLst>
        </pc:spChg>
        <pc:spChg chg="add mod">
          <ac:chgData name="Lucie Fontaine" userId="2c6b0298-177f-4237-a83e-8637e19304d5" providerId="ADAL" clId="{38FDF7CA-A37A-44C1-A812-A8007AC22127}" dt="2026-04-22T09:03:19.888" v="15452" actId="164"/>
          <ac:spMkLst>
            <pc:docMk/>
            <pc:sldMk cId="4202782874" sldId="344"/>
            <ac:spMk id="90" creationId="{CA0FDB3C-70CC-8987-2BE8-CCB4BDCBD9D4}"/>
          </ac:spMkLst>
        </pc:spChg>
        <pc:spChg chg="add mod">
          <ac:chgData name="Lucie Fontaine" userId="2c6b0298-177f-4237-a83e-8637e19304d5" providerId="ADAL" clId="{38FDF7CA-A37A-44C1-A812-A8007AC22127}" dt="2026-04-22T09:03:19.888" v="15452" actId="164"/>
          <ac:spMkLst>
            <pc:docMk/>
            <pc:sldMk cId="4202782874" sldId="344"/>
            <ac:spMk id="91" creationId="{41C40CCE-813C-D56F-F428-975EE9B895F2}"/>
          </ac:spMkLst>
        </pc:spChg>
        <pc:spChg chg="add mod">
          <ac:chgData name="Lucie Fontaine" userId="2c6b0298-177f-4237-a83e-8637e19304d5" providerId="ADAL" clId="{38FDF7CA-A37A-44C1-A812-A8007AC22127}" dt="2026-04-22T09:03:19.888" v="15452" actId="164"/>
          <ac:spMkLst>
            <pc:docMk/>
            <pc:sldMk cId="4202782874" sldId="344"/>
            <ac:spMk id="92" creationId="{CB8ADBAD-2D55-E42C-B9EC-20DBCBC08BCC}"/>
          </ac:spMkLst>
        </pc:spChg>
        <pc:spChg chg="add mod">
          <ac:chgData name="Lucie Fontaine" userId="2c6b0298-177f-4237-a83e-8637e19304d5" providerId="ADAL" clId="{38FDF7CA-A37A-44C1-A812-A8007AC22127}" dt="2026-04-22T09:03:19.888" v="15452" actId="164"/>
          <ac:spMkLst>
            <pc:docMk/>
            <pc:sldMk cId="4202782874" sldId="344"/>
            <ac:spMk id="93" creationId="{2C890932-533F-5278-8DEF-3C5498B68A81}"/>
          </ac:spMkLst>
        </pc:spChg>
        <pc:grpChg chg="add mod">
          <ac:chgData name="Lucie Fontaine" userId="2c6b0298-177f-4237-a83e-8637e19304d5" providerId="ADAL" clId="{38FDF7CA-A37A-44C1-A812-A8007AC22127}" dt="2026-04-22T08:28:29.563" v="15144" actId="164"/>
          <ac:grpSpMkLst>
            <pc:docMk/>
            <pc:sldMk cId="4202782874" sldId="344"/>
            <ac:grpSpMk id="6" creationId="{AC0625AE-A67C-F934-B9FD-69030F11CCB0}"/>
          </ac:grpSpMkLst>
        </pc:grpChg>
        <pc:grpChg chg="del topLvl">
          <ac:chgData name="Lucie Fontaine" userId="2c6b0298-177f-4237-a83e-8637e19304d5" providerId="ADAL" clId="{38FDF7CA-A37A-44C1-A812-A8007AC22127}" dt="2026-04-22T08:25:23.007" v="15114" actId="478"/>
          <ac:grpSpMkLst>
            <pc:docMk/>
            <pc:sldMk cId="4202782874" sldId="344"/>
            <ac:grpSpMk id="14" creationId="{3CCF3462-8E08-FD8D-E115-AC53B5C249C8}"/>
          </ac:grpSpMkLst>
        </pc:grpChg>
        <pc:grpChg chg="del">
          <ac:chgData name="Lucie Fontaine" userId="2c6b0298-177f-4237-a83e-8637e19304d5" providerId="ADAL" clId="{38FDF7CA-A37A-44C1-A812-A8007AC22127}" dt="2026-04-22T08:25:21.781" v="15113" actId="478"/>
          <ac:grpSpMkLst>
            <pc:docMk/>
            <pc:sldMk cId="4202782874" sldId="344"/>
            <ac:grpSpMk id="15" creationId="{634E3E86-58BB-2014-50DE-BCE910802E62}"/>
          </ac:grpSpMkLst>
        </pc:grpChg>
        <pc:grpChg chg="add mod">
          <ac:chgData name="Lucie Fontaine" userId="2c6b0298-177f-4237-a83e-8637e19304d5" providerId="ADAL" clId="{38FDF7CA-A37A-44C1-A812-A8007AC22127}" dt="2026-04-22T09:03:19.888" v="15452" actId="164"/>
          <ac:grpSpMkLst>
            <pc:docMk/>
            <pc:sldMk cId="4202782874" sldId="344"/>
            <ac:grpSpMk id="74" creationId="{7376CE88-8964-1A37-CF06-FFC1D3F59A7D}"/>
          </ac:grpSpMkLst>
        </pc:grpChg>
        <pc:grpChg chg="add mod">
          <ac:chgData name="Lucie Fontaine" userId="2c6b0298-177f-4237-a83e-8637e19304d5" providerId="ADAL" clId="{38FDF7CA-A37A-44C1-A812-A8007AC22127}" dt="2026-04-22T09:03:24.393" v="15453" actId="1076"/>
          <ac:grpSpMkLst>
            <pc:docMk/>
            <pc:sldMk cId="4202782874" sldId="344"/>
            <ac:grpSpMk id="94" creationId="{03C6AA33-7490-E37F-B0B1-9B1F99F6721F}"/>
          </ac:grpSpMkLst>
        </pc:grpChg>
        <pc:picChg chg="add mod">
          <ac:chgData name="Lucie Fontaine" userId="2c6b0298-177f-4237-a83e-8637e19304d5" providerId="ADAL" clId="{38FDF7CA-A37A-44C1-A812-A8007AC22127}" dt="2026-04-23T09:50:30.398" v="19602"/>
          <ac:picMkLst>
            <pc:docMk/>
            <pc:sldMk cId="4202782874" sldId="344"/>
            <ac:picMk id="7" creationId="{4BB4CF54-E113-A9D0-8189-5F57D6028B3B}"/>
          </ac:picMkLst>
        </pc:picChg>
        <pc:picChg chg="del">
          <ac:chgData name="Lucie Fontaine" userId="2c6b0298-177f-4237-a83e-8637e19304d5" providerId="ADAL" clId="{38FDF7CA-A37A-44C1-A812-A8007AC22127}" dt="2026-04-23T09:50:30.016" v="19601" actId="478"/>
          <ac:picMkLst>
            <pc:docMk/>
            <pc:sldMk cId="4202782874" sldId="344"/>
            <ac:picMk id="40" creationId="{3B50789A-8C1F-AF4A-1CAF-5D1636279955}"/>
          </ac:picMkLst>
        </pc:picChg>
        <pc:cxnChg chg="del">
          <ac:chgData name="Lucie Fontaine" userId="2c6b0298-177f-4237-a83e-8637e19304d5" providerId="ADAL" clId="{38FDF7CA-A37A-44C1-A812-A8007AC22127}" dt="2026-04-22T08:25:31.043" v="15118" actId="478"/>
          <ac:cxnSpMkLst>
            <pc:docMk/>
            <pc:sldMk cId="4202782874" sldId="344"/>
            <ac:cxnSpMk id="16" creationId="{18078DE4-C569-7588-3759-006B24642568}"/>
          </ac:cxnSpMkLst>
        </pc:cxnChg>
        <pc:cxnChg chg="del">
          <ac:chgData name="Lucie Fontaine" userId="2c6b0298-177f-4237-a83e-8637e19304d5" providerId="ADAL" clId="{38FDF7CA-A37A-44C1-A812-A8007AC22127}" dt="2026-04-22T08:25:28.413" v="15116" actId="478"/>
          <ac:cxnSpMkLst>
            <pc:docMk/>
            <pc:sldMk cId="4202782874" sldId="344"/>
            <ac:cxnSpMk id="17" creationId="{308F39DA-AAD0-168C-A95A-AEF8204B4357}"/>
          </ac:cxnSpMkLst>
        </pc:cxnChg>
        <pc:cxnChg chg="mod">
          <ac:chgData name="Lucie Fontaine" userId="2c6b0298-177f-4237-a83e-8637e19304d5" providerId="ADAL" clId="{38FDF7CA-A37A-44C1-A812-A8007AC22127}" dt="2026-04-22T08:26:24.655" v="15123" actId="20577"/>
          <ac:cxnSpMkLst>
            <pc:docMk/>
            <pc:sldMk cId="4202782874" sldId="344"/>
            <ac:cxnSpMk id="23" creationId="{3E546366-2625-4224-191F-C447221CD114}"/>
          </ac:cxnSpMkLst>
        </pc:cxnChg>
        <pc:cxnChg chg="mod">
          <ac:chgData name="Lucie Fontaine" userId="2c6b0298-177f-4237-a83e-8637e19304d5" providerId="ADAL" clId="{38FDF7CA-A37A-44C1-A812-A8007AC22127}" dt="2026-04-22T08:26:24.655" v="15123" actId="20577"/>
          <ac:cxnSpMkLst>
            <pc:docMk/>
            <pc:sldMk cId="4202782874" sldId="344"/>
            <ac:cxnSpMk id="24" creationId="{7691BD90-122F-6B3C-3D8C-7974BFB6A7B0}"/>
          </ac:cxnSpMkLst>
        </pc:cxnChg>
        <pc:cxnChg chg="mod">
          <ac:chgData name="Lucie Fontaine" userId="2c6b0298-177f-4237-a83e-8637e19304d5" providerId="ADAL" clId="{38FDF7CA-A37A-44C1-A812-A8007AC22127}" dt="2026-04-22T08:26:24.655" v="15123" actId="20577"/>
          <ac:cxnSpMkLst>
            <pc:docMk/>
            <pc:sldMk cId="4202782874" sldId="344"/>
            <ac:cxnSpMk id="28" creationId="{21E62710-808D-4EC0-D10D-F954BCD555BF}"/>
          </ac:cxnSpMkLst>
        </pc:cxnChg>
        <pc:cxnChg chg="mod">
          <ac:chgData name="Lucie Fontaine" userId="2c6b0298-177f-4237-a83e-8637e19304d5" providerId="ADAL" clId="{38FDF7CA-A37A-44C1-A812-A8007AC22127}" dt="2026-04-22T08:26:24.655" v="15123" actId="20577"/>
          <ac:cxnSpMkLst>
            <pc:docMk/>
            <pc:sldMk cId="4202782874" sldId="344"/>
            <ac:cxnSpMk id="33" creationId="{EF222C75-5350-BC4E-4E6F-BFB2AEC1848B}"/>
          </ac:cxnSpMkLst>
        </pc:cxnChg>
        <pc:cxnChg chg="mod">
          <ac:chgData name="Lucie Fontaine" userId="2c6b0298-177f-4237-a83e-8637e19304d5" providerId="ADAL" clId="{38FDF7CA-A37A-44C1-A812-A8007AC22127}" dt="2026-04-22T08:26:24.655" v="15123" actId="20577"/>
          <ac:cxnSpMkLst>
            <pc:docMk/>
            <pc:sldMk cId="4202782874" sldId="344"/>
            <ac:cxnSpMk id="34" creationId="{4CF87BE7-39B7-622F-9150-51C5CC8790F8}"/>
          </ac:cxnSpMkLst>
        </pc:cxnChg>
        <pc:cxnChg chg="mod">
          <ac:chgData name="Lucie Fontaine" userId="2c6b0298-177f-4237-a83e-8637e19304d5" providerId="ADAL" clId="{38FDF7CA-A37A-44C1-A812-A8007AC22127}" dt="2026-04-22T08:26:24.655" v="15123" actId="20577"/>
          <ac:cxnSpMkLst>
            <pc:docMk/>
            <pc:sldMk cId="4202782874" sldId="344"/>
            <ac:cxnSpMk id="35" creationId="{01DB0E5A-AB64-F00F-C4CE-FF8C1CA09D33}"/>
          </ac:cxnSpMkLst>
        </pc:cxnChg>
        <pc:cxnChg chg="mod">
          <ac:chgData name="Lucie Fontaine" userId="2c6b0298-177f-4237-a83e-8637e19304d5" providerId="ADAL" clId="{38FDF7CA-A37A-44C1-A812-A8007AC22127}" dt="2026-04-22T08:26:24.655" v="15123" actId="20577"/>
          <ac:cxnSpMkLst>
            <pc:docMk/>
            <pc:sldMk cId="4202782874" sldId="344"/>
            <ac:cxnSpMk id="36" creationId="{7F1044EC-0C4B-4775-0657-F069D83D05DB}"/>
          </ac:cxnSpMkLst>
        </pc:cxnChg>
        <pc:cxnChg chg="mod">
          <ac:chgData name="Lucie Fontaine" userId="2c6b0298-177f-4237-a83e-8637e19304d5" providerId="ADAL" clId="{38FDF7CA-A37A-44C1-A812-A8007AC22127}" dt="2026-04-22T08:26:24.655" v="15123" actId="20577"/>
          <ac:cxnSpMkLst>
            <pc:docMk/>
            <pc:sldMk cId="4202782874" sldId="344"/>
            <ac:cxnSpMk id="37" creationId="{F534720E-6CB9-1E90-6A18-E2CAE7008C04}"/>
          </ac:cxnSpMkLst>
        </pc:cxnChg>
        <pc:cxnChg chg="add mod">
          <ac:chgData name="Lucie Fontaine" userId="2c6b0298-177f-4237-a83e-8637e19304d5" providerId="ADAL" clId="{38FDF7CA-A37A-44C1-A812-A8007AC22127}" dt="2026-04-22T08:28:29.563" v="15144" actId="164"/>
          <ac:cxnSpMkLst>
            <pc:docMk/>
            <pc:sldMk cId="4202782874" sldId="344"/>
            <ac:cxnSpMk id="50" creationId="{95F24886-1BC9-C2F1-0EF5-99E0EF6F54DE}"/>
          </ac:cxnSpMkLst>
        </pc:cxnChg>
        <pc:cxnChg chg="add mod">
          <ac:chgData name="Lucie Fontaine" userId="2c6b0298-177f-4237-a83e-8637e19304d5" providerId="ADAL" clId="{38FDF7CA-A37A-44C1-A812-A8007AC22127}" dt="2026-04-22T08:28:29.563" v="15144" actId="164"/>
          <ac:cxnSpMkLst>
            <pc:docMk/>
            <pc:sldMk cId="4202782874" sldId="344"/>
            <ac:cxnSpMk id="53" creationId="{7D10B517-04DB-96FC-E2E6-1328A20E527C}"/>
          </ac:cxnSpMkLst>
        </pc:cxnChg>
        <pc:cxnChg chg="add mod">
          <ac:chgData name="Lucie Fontaine" userId="2c6b0298-177f-4237-a83e-8637e19304d5" providerId="ADAL" clId="{38FDF7CA-A37A-44C1-A812-A8007AC22127}" dt="2026-04-22T08:28:29.563" v="15144" actId="164"/>
          <ac:cxnSpMkLst>
            <pc:docMk/>
            <pc:sldMk cId="4202782874" sldId="344"/>
            <ac:cxnSpMk id="55" creationId="{5AB7349B-A78A-03B4-2981-844259B70796}"/>
          </ac:cxnSpMkLst>
        </pc:cxnChg>
        <pc:cxnChg chg="add mod">
          <ac:chgData name="Lucie Fontaine" userId="2c6b0298-177f-4237-a83e-8637e19304d5" providerId="ADAL" clId="{38FDF7CA-A37A-44C1-A812-A8007AC22127}" dt="2026-04-22T08:28:29.563" v="15144" actId="164"/>
          <ac:cxnSpMkLst>
            <pc:docMk/>
            <pc:sldMk cId="4202782874" sldId="344"/>
            <ac:cxnSpMk id="58" creationId="{54C119EE-7AE4-2511-7695-A563EDBE1023}"/>
          </ac:cxnSpMkLst>
        </pc:cxnChg>
        <pc:cxnChg chg="add mod">
          <ac:chgData name="Lucie Fontaine" userId="2c6b0298-177f-4237-a83e-8637e19304d5" providerId="ADAL" clId="{38FDF7CA-A37A-44C1-A812-A8007AC22127}" dt="2026-04-22T08:28:29.563" v="15144" actId="164"/>
          <ac:cxnSpMkLst>
            <pc:docMk/>
            <pc:sldMk cId="4202782874" sldId="344"/>
            <ac:cxnSpMk id="60" creationId="{11B440EF-2F83-EC45-B2F8-99187711E17D}"/>
          </ac:cxnSpMkLst>
        </pc:cxnChg>
        <pc:cxnChg chg="add mod">
          <ac:chgData name="Lucie Fontaine" userId="2c6b0298-177f-4237-a83e-8637e19304d5" providerId="ADAL" clId="{38FDF7CA-A37A-44C1-A812-A8007AC22127}" dt="2026-04-22T08:28:29.563" v="15144" actId="164"/>
          <ac:cxnSpMkLst>
            <pc:docMk/>
            <pc:sldMk cId="4202782874" sldId="344"/>
            <ac:cxnSpMk id="62" creationId="{0D86C025-BBE3-F49D-10EF-CB8A0E9682BB}"/>
          </ac:cxnSpMkLst>
        </pc:cxnChg>
        <pc:cxnChg chg="add mod">
          <ac:chgData name="Lucie Fontaine" userId="2c6b0298-177f-4237-a83e-8637e19304d5" providerId="ADAL" clId="{38FDF7CA-A37A-44C1-A812-A8007AC22127}" dt="2026-04-22T08:28:29.563" v="15144" actId="164"/>
          <ac:cxnSpMkLst>
            <pc:docMk/>
            <pc:sldMk cId="4202782874" sldId="344"/>
            <ac:cxnSpMk id="64" creationId="{A25F19D4-71BF-301F-45A8-4929DC9FB678}"/>
          </ac:cxnSpMkLst>
        </pc:cxnChg>
        <pc:cxnChg chg="add mod">
          <ac:chgData name="Lucie Fontaine" userId="2c6b0298-177f-4237-a83e-8637e19304d5" providerId="ADAL" clId="{38FDF7CA-A37A-44C1-A812-A8007AC22127}" dt="2026-04-22T08:28:29.563" v="15144" actId="164"/>
          <ac:cxnSpMkLst>
            <pc:docMk/>
            <pc:sldMk cId="4202782874" sldId="344"/>
            <ac:cxnSpMk id="66" creationId="{0F60C87F-8AF8-37BE-3C7B-2F4D060BEF10}"/>
          </ac:cxnSpMkLst>
        </pc:cxnChg>
        <pc:cxnChg chg="add del">
          <ac:chgData name="Lucie Fontaine" userId="2c6b0298-177f-4237-a83e-8637e19304d5" providerId="ADAL" clId="{38FDF7CA-A37A-44C1-A812-A8007AC22127}" dt="2026-04-22T08:27:24.305" v="15141" actId="11529"/>
          <ac:cxnSpMkLst>
            <pc:docMk/>
            <pc:sldMk cId="4202782874" sldId="344"/>
            <ac:cxnSpMk id="68" creationId="{E1845514-C4B1-EA9D-AB51-72B390522170}"/>
          </ac:cxnSpMkLst>
        </pc:cxnChg>
        <pc:cxnChg chg="mod">
          <ac:chgData name="Lucie Fontaine" userId="2c6b0298-177f-4237-a83e-8637e19304d5" providerId="ADAL" clId="{38FDF7CA-A37A-44C1-A812-A8007AC22127}" dt="2026-04-22T08:25:23.007" v="15114" actId="478"/>
          <ac:cxnSpMkLst>
            <pc:docMk/>
            <pc:sldMk cId="4202782874" sldId="344"/>
            <ac:cxnSpMk id="71" creationId="{BFFE29E7-6C98-6254-F675-0AD5A901FC2D}"/>
          </ac:cxnSpMkLst>
        </pc:cxnChg>
        <pc:cxnChg chg="add del">
          <ac:chgData name="Lucie Fontaine" userId="2c6b0298-177f-4237-a83e-8637e19304d5" providerId="ADAL" clId="{38FDF7CA-A37A-44C1-A812-A8007AC22127}" dt="2026-04-22T08:27:23.889" v="15140" actId="11529"/>
          <ac:cxnSpMkLst>
            <pc:docMk/>
            <pc:sldMk cId="4202782874" sldId="344"/>
            <ac:cxnSpMk id="73" creationId="{1B588F87-C94A-9EA9-533F-22F1A2393685}"/>
          </ac:cxnSpMkLst>
        </pc:cxnChg>
        <pc:cxnChg chg="mod">
          <ac:chgData name="Lucie Fontaine" userId="2c6b0298-177f-4237-a83e-8637e19304d5" providerId="ADAL" clId="{38FDF7CA-A37A-44C1-A812-A8007AC22127}" dt="2026-04-22T08:25:23.007" v="15114" actId="478"/>
          <ac:cxnSpMkLst>
            <pc:docMk/>
            <pc:sldMk cId="4202782874" sldId="344"/>
            <ac:cxnSpMk id="82" creationId="{4B091118-522E-FD1D-984F-E599BABA97CB}"/>
          </ac:cxnSpMkLst>
        </pc:cxnChg>
        <pc:cxnChg chg="mod">
          <ac:chgData name="Lucie Fontaine" userId="2c6b0298-177f-4237-a83e-8637e19304d5" providerId="ADAL" clId="{38FDF7CA-A37A-44C1-A812-A8007AC22127}" dt="2026-04-22T08:25:23.007" v="15114" actId="478"/>
          <ac:cxnSpMkLst>
            <pc:docMk/>
            <pc:sldMk cId="4202782874" sldId="344"/>
            <ac:cxnSpMk id="85" creationId="{E8003B4D-25DC-2C78-4DD3-38D2A34C6D7D}"/>
          </ac:cxnSpMkLst>
        </pc:cxnChg>
        <pc:cxnChg chg="mod">
          <ac:chgData name="Lucie Fontaine" userId="2c6b0298-177f-4237-a83e-8637e19304d5" providerId="ADAL" clId="{38FDF7CA-A37A-44C1-A812-A8007AC22127}" dt="2026-04-22T08:25:23.007" v="15114" actId="478"/>
          <ac:cxnSpMkLst>
            <pc:docMk/>
            <pc:sldMk cId="4202782874" sldId="344"/>
            <ac:cxnSpMk id="86" creationId="{7EE6A3C8-B8F3-F4BC-2846-7E7EFACA57DD}"/>
          </ac:cxnSpMkLst>
        </pc:cxnChg>
        <pc:cxnChg chg="mod">
          <ac:chgData name="Lucie Fontaine" userId="2c6b0298-177f-4237-a83e-8637e19304d5" providerId="ADAL" clId="{38FDF7CA-A37A-44C1-A812-A8007AC22127}" dt="2026-04-22T08:25:23.007" v="15114" actId="478"/>
          <ac:cxnSpMkLst>
            <pc:docMk/>
            <pc:sldMk cId="4202782874" sldId="344"/>
            <ac:cxnSpMk id="87" creationId="{0B43FE13-3C58-A94B-50E8-7CE91EFBEA28}"/>
          </ac:cxnSpMkLst>
        </pc:cxnChg>
        <pc:cxnChg chg="mod">
          <ac:chgData name="Lucie Fontaine" userId="2c6b0298-177f-4237-a83e-8637e19304d5" providerId="ADAL" clId="{38FDF7CA-A37A-44C1-A812-A8007AC22127}" dt="2026-04-22T08:25:23.007" v="15114" actId="478"/>
          <ac:cxnSpMkLst>
            <pc:docMk/>
            <pc:sldMk cId="4202782874" sldId="344"/>
            <ac:cxnSpMk id="88" creationId="{5DF02A83-80C1-9EC7-9639-5045EB153D28}"/>
          </ac:cxnSpMkLst>
        </pc:cxnChg>
      </pc:sldChg>
      <pc:sldChg chg="new del">
        <pc:chgData name="Lucie Fontaine" userId="2c6b0298-177f-4237-a83e-8637e19304d5" providerId="ADAL" clId="{38FDF7CA-A37A-44C1-A812-A8007AC22127}" dt="2026-04-22T09:33:57.011" v="15790" actId="2696"/>
        <pc:sldMkLst>
          <pc:docMk/>
          <pc:sldMk cId="558512946" sldId="345"/>
        </pc:sldMkLst>
      </pc:sldChg>
      <pc:sldChg chg="addSp delSp modSp add del mod modClrScheme modShow chgLayout">
        <pc:chgData name="Lucie Fontaine" userId="2c6b0298-177f-4237-a83e-8637e19304d5" providerId="ADAL" clId="{38FDF7CA-A37A-44C1-A812-A8007AC22127}" dt="2026-04-24T07:06:35.035" v="21915" actId="2696"/>
        <pc:sldMkLst>
          <pc:docMk/>
          <pc:sldMk cId="4112473297" sldId="346"/>
        </pc:sldMkLst>
        <pc:spChg chg="mod ord">
          <ac:chgData name="Lucie Fontaine" userId="2c6b0298-177f-4237-a83e-8637e19304d5" providerId="ADAL" clId="{38FDF7CA-A37A-44C1-A812-A8007AC22127}" dt="2026-04-23T07:38:32.464" v="18363" actId="20577"/>
          <ac:spMkLst>
            <pc:docMk/>
            <pc:sldMk cId="4112473297" sldId="346"/>
            <ac:spMk id="2" creationId="{36A1B1CD-9497-FCE5-D306-1649357986A7}"/>
          </ac:spMkLst>
        </pc:spChg>
        <pc:spChg chg="del">
          <ac:chgData name="Lucie Fontaine" userId="2c6b0298-177f-4237-a83e-8637e19304d5" providerId="ADAL" clId="{38FDF7CA-A37A-44C1-A812-A8007AC22127}" dt="2026-04-22T09:34:29.876" v="15796" actId="22"/>
          <ac:spMkLst>
            <pc:docMk/>
            <pc:sldMk cId="4112473297" sldId="346"/>
            <ac:spMk id="4" creationId="{5C4FF451-34CE-575F-F52A-5A9DD6BBE107}"/>
          </ac:spMkLst>
        </pc:spChg>
        <pc:spChg chg="del mod">
          <ac:chgData name="Lucie Fontaine" userId="2c6b0298-177f-4237-a83e-8637e19304d5" providerId="ADAL" clId="{38FDF7CA-A37A-44C1-A812-A8007AC22127}" dt="2026-04-22T09:34:47.336" v="15798" actId="22"/>
          <ac:spMkLst>
            <pc:docMk/>
            <pc:sldMk cId="4112473297" sldId="346"/>
            <ac:spMk id="5" creationId="{6D8B57DE-AB20-FDDB-A0F4-5B11D422F934}"/>
          </ac:spMkLst>
        </pc:spChg>
        <pc:spChg chg="del">
          <ac:chgData name="Lucie Fontaine" userId="2c6b0298-177f-4237-a83e-8637e19304d5" providerId="ADAL" clId="{38FDF7CA-A37A-44C1-A812-A8007AC22127}" dt="2026-04-22T09:34:17.130" v="15794" actId="478"/>
          <ac:spMkLst>
            <pc:docMk/>
            <pc:sldMk cId="4112473297" sldId="346"/>
            <ac:spMk id="12" creationId="{F5E5C54B-6FCC-E8A3-B090-4F23A889149F}"/>
          </ac:spMkLst>
        </pc:spChg>
        <pc:spChg chg="add del mod ord">
          <ac:chgData name="Lucie Fontaine" userId="2c6b0298-177f-4237-a83e-8637e19304d5" providerId="ADAL" clId="{38FDF7CA-A37A-44C1-A812-A8007AC22127}" dt="2026-04-22T09:39:45.980" v="16007" actId="700"/>
          <ac:spMkLst>
            <pc:docMk/>
            <pc:sldMk cId="4112473297" sldId="346"/>
            <ac:spMk id="20" creationId="{9269039A-0285-E87B-C1F5-BB3DAE922948}"/>
          </ac:spMkLst>
        </pc:spChg>
        <pc:spChg chg="add del mod ord">
          <ac:chgData name="Lucie Fontaine" userId="2c6b0298-177f-4237-a83e-8637e19304d5" providerId="ADAL" clId="{38FDF7CA-A37A-44C1-A812-A8007AC22127}" dt="2026-04-22T09:39:45.980" v="16007" actId="700"/>
          <ac:spMkLst>
            <pc:docMk/>
            <pc:sldMk cId="4112473297" sldId="346"/>
            <ac:spMk id="21" creationId="{6DD0751A-DB66-674B-8F18-7C249204624B}"/>
          </ac:spMkLst>
        </pc:spChg>
        <pc:spChg chg="add mod">
          <ac:chgData name="Lucie Fontaine" userId="2c6b0298-177f-4237-a83e-8637e19304d5" providerId="ADAL" clId="{38FDF7CA-A37A-44C1-A812-A8007AC22127}" dt="2026-04-22T09:40:09.030" v="16016" actId="1076"/>
          <ac:spMkLst>
            <pc:docMk/>
            <pc:sldMk cId="4112473297" sldId="346"/>
            <ac:spMk id="22" creationId="{BA1ADF53-BAF9-C1CC-BE57-D10F7D66F624}"/>
          </ac:spMkLst>
        </pc:spChg>
        <pc:spChg chg="add mod">
          <ac:chgData name="Lucie Fontaine" userId="2c6b0298-177f-4237-a83e-8637e19304d5" providerId="ADAL" clId="{38FDF7CA-A37A-44C1-A812-A8007AC22127}" dt="2026-04-22T09:40:41.325" v="16026" actId="1076"/>
          <ac:spMkLst>
            <pc:docMk/>
            <pc:sldMk cId="4112473297" sldId="346"/>
            <ac:spMk id="23" creationId="{916BEFEA-2CD7-4956-C7DA-4D6083DA987E}"/>
          </ac:spMkLst>
        </pc:spChg>
        <pc:spChg chg="del">
          <ac:chgData name="Lucie Fontaine" userId="2c6b0298-177f-4237-a83e-8637e19304d5" providerId="ADAL" clId="{38FDF7CA-A37A-44C1-A812-A8007AC22127}" dt="2026-04-22T09:34:24.923" v="15795" actId="478"/>
          <ac:spMkLst>
            <pc:docMk/>
            <pc:sldMk cId="4112473297" sldId="346"/>
            <ac:spMk id="28" creationId="{2B47B361-FE2E-C9C9-89D4-1EC7CE822FBE}"/>
          </ac:spMkLst>
        </pc:spChg>
        <pc:grpChg chg="del">
          <ac:chgData name="Lucie Fontaine" userId="2c6b0298-177f-4237-a83e-8637e19304d5" providerId="ADAL" clId="{38FDF7CA-A37A-44C1-A812-A8007AC22127}" dt="2026-04-22T09:34:17.130" v="15794" actId="478"/>
          <ac:grpSpMkLst>
            <pc:docMk/>
            <pc:sldMk cId="4112473297" sldId="346"/>
            <ac:grpSpMk id="15" creationId="{634E3E86-58BB-2014-50DE-BCE910802E62}"/>
          </ac:grpSpMkLst>
        </pc:grpChg>
        <pc:grpChg chg="del">
          <ac:chgData name="Lucie Fontaine" userId="2c6b0298-177f-4237-a83e-8637e19304d5" providerId="ADAL" clId="{38FDF7CA-A37A-44C1-A812-A8007AC22127}" dt="2026-04-22T09:34:24.923" v="15795" actId="478"/>
          <ac:grpSpMkLst>
            <pc:docMk/>
            <pc:sldMk cId="4112473297" sldId="346"/>
            <ac:grpSpMk id="27" creationId="{4F33EE13-674B-C174-4F75-DB9E090B17AC}"/>
          </ac:grpSpMkLst>
        </pc:grpChg>
        <pc:picChg chg="add mod ord">
          <ac:chgData name="Lucie Fontaine" userId="2c6b0298-177f-4237-a83e-8637e19304d5" providerId="ADAL" clId="{38FDF7CA-A37A-44C1-A812-A8007AC22127}" dt="2026-04-22T09:39:45.980" v="16007" actId="700"/>
          <ac:picMkLst>
            <pc:docMk/>
            <pc:sldMk cId="4112473297" sldId="346"/>
            <ac:picMk id="13" creationId="{34ADB17E-AB5A-4233-D147-27C5F3130BBE}"/>
          </ac:picMkLst>
        </pc:picChg>
        <pc:picChg chg="add mod ord">
          <ac:chgData name="Lucie Fontaine" userId="2c6b0298-177f-4237-a83e-8637e19304d5" providerId="ADAL" clId="{38FDF7CA-A37A-44C1-A812-A8007AC22127}" dt="2026-04-22T09:39:45.980" v="16007" actId="700"/>
          <ac:picMkLst>
            <pc:docMk/>
            <pc:sldMk cId="4112473297" sldId="346"/>
            <ac:picMk id="19" creationId="{D02258F5-6CAE-1BA5-FF98-7E59FC7F4011}"/>
          </ac:picMkLst>
        </pc:picChg>
        <pc:cxnChg chg="mod">
          <ac:chgData name="Lucie Fontaine" userId="2c6b0298-177f-4237-a83e-8637e19304d5" providerId="ADAL" clId="{38FDF7CA-A37A-44C1-A812-A8007AC22127}" dt="2026-04-22T09:34:17.130" v="15794" actId="478"/>
          <ac:cxnSpMkLst>
            <pc:docMk/>
            <pc:sldMk cId="4112473297" sldId="346"/>
            <ac:cxnSpMk id="71" creationId="{BFFE29E7-6C98-6254-F675-0AD5A901FC2D}"/>
          </ac:cxnSpMkLst>
        </pc:cxnChg>
        <pc:cxnChg chg="mod">
          <ac:chgData name="Lucie Fontaine" userId="2c6b0298-177f-4237-a83e-8637e19304d5" providerId="ADAL" clId="{38FDF7CA-A37A-44C1-A812-A8007AC22127}" dt="2026-04-22T09:34:17.130" v="15794" actId="478"/>
          <ac:cxnSpMkLst>
            <pc:docMk/>
            <pc:sldMk cId="4112473297" sldId="346"/>
            <ac:cxnSpMk id="82" creationId="{4B091118-522E-FD1D-984F-E599BABA97CB}"/>
          </ac:cxnSpMkLst>
        </pc:cxnChg>
        <pc:cxnChg chg="mod">
          <ac:chgData name="Lucie Fontaine" userId="2c6b0298-177f-4237-a83e-8637e19304d5" providerId="ADAL" clId="{38FDF7CA-A37A-44C1-A812-A8007AC22127}" dt="2026-04-22T09:34:17.130" v="15794" actId="478"/>
          <ac:cxnSpMkLst>
            <pc:docMk/>
            <pc:sldMk cId="4112473297" sldId="346"/>
            <ac:cxnSpMk id="85" creationId="{E8003B4D-25DC-2C78-4DD3-38D2A34C6D7D}"/>
          </ac:cxnSpMkLst>
        </pc:cxnChg>
        <pc:cxnChg chg="mod">
          <ac:chgData name="Lucie Fontaine" userId="2c6b0298-177f-4237-a83e-8637e19304d5" providerId="ADAL" clId="{38FDF7CA-A37A-44C1-A812-A8007AC22127}" dt="2026-04-22T09:34:17.130" v="15794" actId="478"/>
          <ac:cxnSpMkLst>
            <pc:docMk/>
            <pc:sldMk cId="4112473297" sldId="346"/>
            <ac:cxnSpMk id="86" creationId="{7EE6A3C8-B8F3-F4BC-2846-7E7EFACA57DD}"/>
          </ac:cxnSpMkLst>
        </pc:cxnChg>
        <pc:cxnChg chg="mod">
          <ac:chgData name="Lucie Fontaine" userId="2c6b0298-177f-4237-a83e-8637e19304d5" providerId="ADAL" clId="{38FDF7CA-A37A-44C1-A812-A8007AC22127}" dt="2026-04-22T09:34:17.130" v="15794" actId="478"/>
          <ac:cxnSpMkLst>
            <pc:docMk/>
            <pc:sldMk cId="4112473297" sldId="346"/>
            <ac:cxnSpMk id="87" creationId="{0B43FE13-3C58-A94B-50E8-7CE91EFBEA28}"/>
          </ac:cxnSpMkLst>
        </pc:cxnChg>
        <pc:cxnChg chg="mod">
          <ac:chgData name="Lucie Fontaine" userId="2c6b0298-177f-4237-a83e-8637e19304d5" providerId="ADAL" clId="{38FDF7CA-A37A-44C1-A812-A8007AC22127}" dt="2026-04-22T09:34:17.130" v="15794" actId="478"/>
          <ac:cxnSpMkLst>
            <pc:docMk/>
            <pc:sldMk cId="4112473297" sldId="346"/>
            <ac:cxnSpMk id="88" creationId="{5DF02A83-80C1-9EC7-9639-5045EB153D28}"/>
          </ac:cxnSpMkLst>
        </pc:cxnChg>
      </pc:sldChg>
      <pc:sldChg chg="delSp modSp add del mod ord">
        <pc:chgData name="Lucie Fontaine" userId="2c6b0298-177f-4237-a83e-8637e19304d5" providerId="ADAL" clId="{38FDF7CA-A37A-44C1-A812-A8007AC22127}" dt="2026-04-22T12:04:09.346" v="16313" actId="2696"/>
        <pc:sldMkLst>
          <pc:docMk/>
          <pc:sldMk cId="3068955923" sldId="347"/>
        </pc:sldMkLst>
        <pc:spChg chg="del">
          <ac:chgData name="Lucie Fontaine" userId="2c6b0298-177f-4237-a83e-8637e19304d5" providerId="ADAL" clId="{38FDF7CA-A37A-44C1-A812-A8007AC22127}" dt="2026-04-22T09:45:42.494" v="16160" actId="478"/>
          <ac:spMkLst>
            <pc:docMk/>
            <pc:sldMk cId="3068955923" sldId="347"/>
            <ac:spMk id="34" creationId="{FB3A9277-69A6-2982-A896-94294353E8AF}"/>
          </ac:spMkLst>
        </pc:spChg>
        <pc:spChg chg="del">
          <ac:chgData name="Lucie Fontaine" userId="2c6b0298-177f-4237-a83e-8637e19304d5" providerId="ADAL" clId="{38FDF7CA-A37A-44C1-A812-A8007AC22127}" dt="2026-04-22T09:45:44.278" v="16161" actId="478"/>
          <ac:spMkLst>
            <pc:docMk/>
            <pc:sldMk cId="3068955923" sldId="347"/>
            <ac:spMk id="36" creationId="{92500E46-814D-F8B0-4C70-9BB120BA370D}"/>
          </ac:spMkLst>
        </pc:spChg>
        <pc:cxnChg chg="mod">
          <ac:chgData name="Lucie Fontaine" userId="2c6b0298-177f-4237-a83e-8637e19304d5" providerId="ADAL" clId="{38FDF7CA-A37A-44C1-A812-A8007AC22127}" dt="2026-04-22T09:46:04.246" v="16164" actId="17032"/>
          <ac:cxnSpMkLst>
            <pc:docMk/>
            <pc:sldMk cId="3068955923" sldId="347"/>
            <ac:cxnSpMk id="78" creationId="{364DAE1C-024C-A922-6961-3848E0BED3B2}"/>
          </ac:cxnSpMkLst>
        </pc:cxnChg>
        <pc:cxnChg chg="mod">
          <ac:chgData name="Lucie Fontaine" userId="2c6b0298-177f-4237-a83e-8637e19304d5" providerId="ADAL" clId="{38FDF7CA-A37A-44C1-A812-A8007AC22127}" dt="2026-04-22T09:46:50.631" v="16168" actId="1582"/>
          <ac:cxnSpMkLst>
            <pc:docMk/>
            <pc:sldMk cId="3068955923" sldId="347"/>
            <ac:cxnSpMk id="94" creationId="{50FA9B19-2754-18A4-358E-AF01E2C23B42}"/>
          </ac:cxnSpMkLst>
        </pc:cxnChg>
      </pc:sldChg>
      <pc:sldChg chg="addSp delSp modSp add mod ord">
        <pc:chgData name="Lucie Fontaine" userId="2c6b0298-177f-4237-a83e-8637e19304d5" providerId="ADAL" clId="{38FDF7CA-A37A-44C1-A812-A8007AC22127}" dt="2026-04-22T09:48:44.561" v="16218"/>
        <pc:sldMkLst>
          <pc:docMk/>
          <pc:sldMk cId="3510105797" sldId="348"/>
        </pc:sldMkLst>
        <pc:spChg chg="mod">
          <ac:chgData name="Lucie Fontaine" userId="2c6b0298-177f-4237-a83e-8637e19304d5" providerId="ADAL" clId="{38FDF7CA-A37A-44C1-A812-A8007AC22127}" dt="2026-04-22T09:48:12.064" v="16215" actId="20577"/>
          <ac:spMkLst>
            <pc:docMk/>
            <pc:sldMk cId="3510105797" sldId="348"/>
            <ac:spMk id="2" creationId="{36A1B1CD-9497-FCE5-D306-1649357986A7}"/>
          </ac:spMkLst>
        </pc:spChg>
        <pc:spChg chg="mod">
          <ac:chgData name="Lucie Fontaine" userId="2c6b0298-177f-4237-a83e-8637e19304d5" providerId="ADAL" clId="{38FDF7CA-A37A-44C1-A812-A8007AC22127}" dt="2026-04-22T09:47:57.779" v="16175" actId="20577"/>
          <ac:spMkLst>
            <pc:docMk/>
            <pc:sldMk cId="3510105797" sldId="348"/>
            <ac:spMk id="5" creationId="{6D8B57DE-AB20-FDDB-A0F4-5B11D422F934}"/>
          </ac:spMkLst>
        </pc:spChg>
        <pc:spChg chg="add mod">
          <ac:chgData name="Lucie Fontaine" userId="2c6b0298-177f-4237-a83e-8637e19304d5" providerId="ADAL" clId="{38FDF7CA-A37A-44C1-A812-A8007AC22127}" dt="2026-04-22T09:48:40.540" v="16216"/>
          <ac:spMkLst>
            <pc:docMk/>
            <pc:sldMk cId="3510105797" sldId="348"/>
            <ac:spMk id="16" creationId="{F1C33194-CB3A-94AE-08F3-3421D314641C}"/>
          </ac:spMkLst>
        </pc:spChg>
        <pc:spChg chg="add mod">
          <ac:chgData name="Lucie Fontaine" userId="2c6b0298-177f-4237-a83e-8637e19304d5" providerId="ADAL" clId="{38FDF7CA-A37A-44C1-A812-A8007AC22127}" dt="2026-04-22T09:48:44.561" v="16218"/>
          <ac:spMkLst>
            <pc:docMk/>
            <pc:sldMk cId="3510105797" sldId="348"/>
            <ac:spMk id="20" creationId="{48DEE86D-BF97-3EF1-342F-39D172A1A600}"/>
          </ac:spMkLst>
        </pc:spChg>
        <pc:spChg chg="del">
          <ac:chgData name="Lucie Fontaine" userId="2c6b0298-177f-4237-a83e-8637e19304d5" providerId="ADAL" clId="{38FDF7CA-A37A-44C1-A812-A8007AC22127}" dt="2026-04-22T09:47:56.254" v="16174" actId="478"/>
          <ac:spMkLst>
            <pc:docMk/>
            <pc:sldMk cId="3510105797" sldId="348"/>
            <ac:spMk id="28" creationId="{2B47B361-FE2E-C9C9-89D4-1EC7CE822FBE}"/>
          </ac:spMkLst>
        </pc:spChg>
        <pc:grpChg chg="del">
          <ac:chgData name="Lucie Fontaine" userId="2c6b0298-177f-4237-a83e-8637e19304d5" providerId="ADAL" clId="{38FDF7CA-A37A-44C1-A812-A8007AC22127}" dt="2026-04-22T09:47:55.041" v="16173" actId="478"/>
          <ac:grpSpMkLst>
            <pc:docMk/>
            <pc:sldMk cId="3510105797" sldId="348"/>
            <ac:grpSpMk id="27" creationId="{4F33EE13-674B-C174-4F75-DB9E090B17AC}"/>
          </ac:grpSpMkLst>
        </pc:grpChg>
        <pc:picChg chg="add mod">
          <ac:chgData name="Lucie Fontaine" userId="2c6b0298-177f-4237-a83e-8637e19304d5" providerId="ADAL" clId="{38FDF7CA-A37A-44C1-A812-A8007AC22127}" dt="2026-04-22T09:48:43.718" v="16217"/>
          <ac:picMkLst>
            <pc:docMk/>
            <pc:sldMk cId="3510105797" sldId="348"/>
            <ac:picMk id="13" creationId="{0FB53391-7B99-4F74-AE77-458B40BC42EB}"/>
          </ac:picMkLst>
        </pc:picChg>
        <pc:picChg chg="add mod">
          <ac:chgData name="Lucie Fontaine" userId="2c6b0298-177f-4237-a83e-8637e19304d5" providerId="ADAL" clId="{38FDF7CA-A37A-44C1-A812-A8007AC22127}" dt="2026-04-22T09:48:44.561" v="16218"/>
          <ac:picMkLst>
            <pc:docMk/>
            <pc:sldMk cId="3510105797" sldId="348"/>
            <ac:picMk id="19" creationId="{BCFA0C8B-9E5E-D234-5399-70C3239365E8}"/>
          </ac:picMkLst>
        </pc:picChg>
        <pc:cxnChg chg="add mod">
          <ac:chgData name="Lucie Fontaine" userId="2c6b0298-177f-4237-a83e-8637e19304d5" providerId="ADAL" clId="{38FDF7CA-A37A-44C1-A812-A8007AC22127}" dt="2026-04-22T09:47:40.300" v="16172"/>
          <ac:cxnSpMkLst>
            <pc:docMk/>
            <pc:sldMk cId="3510105797" sldId="348"/>
            <ac:cxnSpMk id="6" creationId="{B05EA1DF-CC81-8CE4-482A-7080521B846C}"/>
          </ac:cxnSpMkLst>
        </pc:cxnChg>
      </pc:sldChg>
      <pc:sldChg chg="addSp delSp modSp add mod">
        <pc:chgData name="Lucie Fontaine" userId="2c6b0298-177f-4237-a83e-8637e19304d5" providerId="ADAL" clId="{38FDF7CA-A37A-44C1-A812-A8007AC22127}" dt="2026-04-23T08:02:38.189" v="18518" actId="1582"/>
        <pc:sldMkLst>
          <pc:docMk/>
          <pc:sldMk cId="1335747729" sldId="349"/>
        </pc:sldMkLst>
        <pc:spChg chg="mod">
          <ac:chgData name="Lucie Fontaine" userId="2c6b0298-177f-4237-a83e-8637e19304d5" providerId="ADAL" clId="{38FDF7CA-A37A-44C1-A812-A8007AC22127}" dt="2026-04-22T14:03:47.112" v="17125" actId="14100"/>
          <ac:spMkLst>
            <pc:docMk/>
            <pc:sldMk cId="1335747729" sldId="349"/>
            <ac:spMk id="3" creationId="{BE1173F9-8505-E5C0-6846-828C40AA7784}"/>
          </ac:spMkLst>
        </pc:spChg>
        <pc:spChg chg="mod">
          <ac:chgData name="Lucie Fontaine" userId="2c6b0298-177f-4237-a83e-8637e19304d5" providerId="ADAL" clId="{38FDF7CA-A37A-44C1-A812-A8007AC22127}" dt="2026-04-22T12:11:51.811" v="16371" actId="20577"/>
          <ac:spMkLst>
            <pc:docMk/>
            <pc:sldMk cId="1335747729" sldId="349"/>
            <ac:spMk id="5" creationId="{6D8B57DE-AB20-FDDB-A0F4-5B11D422F934}"/>
          </ac:spMkLst>
        </pc:spChg>
        <pc:spChg chg="add del mod">
          <ac:chgData name="Lucie Fontaine" userId="2c6b0298-177f-4237-a83e-8637e19304d5" providerId="ADAL" clId="{38FDF7CA-A37A-44C1-A812-A8007AC22127}" dt="2026-04-22T12:57:08.336" v="16523" actId="478"/>
          <ac:spMkLst>
            <pc:docMk/>
            <pc:sldMk cId="1335747729" sldId="349"/>
            <ac:spMk id="12" creationId="{F5E5C54B-6FCC-E8A3-B090-4F23A889149F}"/>
          </ac:spMkLst>
        </pc:spChg>
        <pc:spChg chg="mod">
          <ac:chgData name="Lucie Fontaine" userId="2c6b0298-177f-4237-a83e-8637e19304d5" providerId="ADAL" clId="{38FDF7CA-A37A-44C1-A812-A8007AC22127}" dt="2026-04-22T09:58:25.158" v="16221"/>
          <ac:spMkLst>
            <pc:docMk/>
            <pc:sldMk cId="1335747729" sldId="349"/>
            <ac:spMk id="17" creationId="{8BAAABA8-F034-5DD8-9FD6-78CFE3215623}"/>
          </ac:spMkLst>
        </pc:spChg>
        <pc:spChg chg="mod">
          <ac:chgData name="Lucie Fontaine" userId="2c6b0298-177f-4237-a83e-8637e19304d5" providerId="ADAL" clId="{38FDF7CA-A37A-44C1-A812-A8007AC22127}" dt="2026-04-22T09:58:35.555" v="16228" actId="20577"/>
          <ac:spMkLst>
            <pc:docMk/>
            <pc:sldMk cId="1335747729" sldId="349"/>
            <ac:spMk id="18" creationId="{FC599E4A-7C69-5EF9-A3FD-1331AE8DB223}"/>
          </ac:spMkLst>
        </pc:spChg>
        <pc:spChg chg="del">
          <ac:chgData name="Lucie Fontaine" userId="2c6b0298-177f-4237-a83e-8637e19304d5" providerId="ADAL" clId="{38FDF7CA-A37A-44C1-A812-A8007AC22127}" dt="2026-04-22T09:58:23.381" v="16220" actId="478"/>
          <ac:spMkLst>
            <pc:docMk/>
            <pc:sldMk cId="1335747729" sldId="349"/>
            <ac:spMk id="20" creationId="{48DEE86D-BF97-3EF1-342F-39D172A1A600}"/>
          </ac:spMkLst>
        </pc:spChg>
        <pc:spChg chg="mod">
          <ac:chgData name="Lucie Fontaine" userId="2c6b0298-177f-4237-a83e-8637e19304d5" providerId="ADAL" clId="{38FDF7CA-A37A-44C1-A812-A8007AC22127}" dt="2026-04-22T09:58:25.158" v="16221"/>
          <ac:spMkLst>
            <pc:docMk/>
            <pc:sldMk cId="1335747729" sldId="349"/>
            <ac:spMk id="21" creationId="{B89B7616-8985-5B9C-2FFC-F7CB4F2E7770}"/>
          </ac:spMkLst>
        </pc:spChg>
        <pc:spChg chg="del mod">
          <ac:chgData name="Lucie Fontaine" userId="2c6b0298-177f-4237-a83e-8637e19304d5" providerId="ADAL" clId="{38FDF7CA-A37A-44C1-A812-A8007AC22127}" dt="2026-04-22T09:58:46.365" v="16231" actId="478"/>
          <ac:spMkLst>
            <pc:docMk/>
            <pc:sldMk cId="1335747729" sldId="349"/>
            <ac:spMk id="22" creationId="{FB9435CC-545A-523A-EA8E-C235351D7348}"/>
          </ac:spMkLst>
        </pc:spChg>
        <pc:spChg chg="del mod">
          <ac:chgData name="Lucie Fontaine" userId="2c6b0298-177f-4237-a83e-8637e19304d5" providerId="ADAL" clId="{38FDF7CA-A37A-44C1-A812-A8007AC22127}" dt="2026-04-22T09:58:43.224" v="16230" actId="478"/>
          <ac:spMkLst>
            <pc:docMk/>
            <pc:sldMk cId="1335747729" sldId="349"/>
            <ac:spMk id="23" creationId="{0963B4E4-5FAB-C564-A477-E3AE73D4FDA1}"/>
          </ac:spMkLst>
        </pc:spChg>
        <pc:spChg chg="mod">
          <ac:chgData name="Lucie Fontaine" userId="2c6b0298-177f-4237-a83e-8637e19304d5" providerId="ADAL" clId="{38FDF7CA-A37A-44C1-A812-A8007AC22127}" dt="2026-04-22T09:58:25.158" v="16221"/>
          <ac:spMkLst>
            <pc:docMk/>
            <pc:sldMk cId="1335747729" sldId="349"/>
            <ac:spMk id="25" creationId="{3FB43E28-870C-CED6-2A64-5C5CD593FAE9}"/>
          </ac:spMkLst>
        </pc:spChg>
        <pc:spChg chg="mod">
          <ac:chgData name="Lucie Fontaine" userId="2c6b0298-177f-4237-a83e-8637e19304d5" providerId="ADAL" clId="{38FDF7CA-A37A-44C1-A812-A8007AC22127}" dt="2026-04-22T09:58:25.158" v="16221"/>
          <ac:spMkLst>
            <pc:docMk/>
            <pc:sldMk cId="1335747729" sldId="349"/>
            <ac:spMk id="26" creationId="{BDD56138-6D43-D50C-5682-D1BD06B0FC48}"/>
          </ac:spMkLst>
        </pc:spChg>
        <pc:spChg chg="mod">
          <ac:chgData name="Lucie Fontaine" userId="2c6b0298-177f-4237-a83e-8637e19304d5" providerId="ADAL" clId="{38FDF7CA-A37A-44C1-A812-A8007AC22127}" dt="2026-04-22T09:58:25.158" v="16221"/>
          <ac:spMkLst>
            <pc:docMk/>
            <pc:sldMk cId="1335747729" sldId="349"/>
            <ac:spMk id="35" creationId="{8DF8910F-DC79-5CA6-D3A5-265758641380}"/>
          </ac:spMkLst>
        </pc:spChg>
        <pc:spChg chg="mod">
          <ac:chgData name="Lucie Fontaine" userId="2c6b0298-177f-4237-a83e-8637e19304d5" providerId="ADAL" clId="{38FDF7CA-A37A-44C1-A812-A8007AC22127}" dt="2026-04-22T09:58:25.158" v="16221"/>
          <ac:spMkLst>
            <pc:docMk/>
            <pc:sldMk cId="1335747729" sldId="349"/>
            <ac:spMk id="36" creationId="{7765236E-7370-3DD4-7339-6585ADD59CB7}"/>
          </ac:spMkLst>
        </pc:spChg>
        <pc:spChg chg="mod">
          <ac:chgData name="Lucie Fontaine" userId="2c6b0298-177f-4237-a83e-8637e19304d5" providerId="ADAL" clId="{38FDF7CA-A37A-44C1-A812-A8007AC22127}" dt="2026-04-22T09:58:25.158" v="16221"/>
          <ac:spMkLst>
            <pc:docMk/>
            <pc:sldMk cId="1335747729" sldId="349"/>
            <ac:spMk id="37" creationId="{7EEEF64C-8CE5-35EA-6719-4C5CAB3367C5}"/>
          </ac:spMkLst>
        </pc:spChg>
        <pc:spChg chg="mod">
          <ac:chgData name="Lucie Fontaine" userId="2c6b0298-177f-4237-a83e-8637e19304d5" providerId="ADAL" clId="{38FDF7CA-A37A-44C1-A812-A8007AC22127}" dt="2026-04-22T09:58:25.158" v="16221"/>
          <ac:spMkLst>
            <pc:docMk/>
            <pc:sldMk cId="1335747729" sldId="349"/>
            <ac:spMk id="38" creationId="{0C109FD0-5592-1649-F32A-36C61A557B4D}"/>
          </ac:spMkLst>
        </pc:spChg>
        <pc:spChg chg="mod">
          <ac:chgData name="Lucie Fontaine" userId="2c6b0298-177f-4237-a83e-8637e19304d5" providerId="ADAL" clId="{38FDF7CA-A37A-44C1-A812-A8007AC22127}" dt="2026-04-22T09:58:25.158" v="16221"/>
          <ac:spMkLst>
            <pc:docMk/>
            <pc:sldMk cId="1335747729" sldId="349"/>
            <ac:spMk id="39" creationId="{22D44528-D7EF-0432-46F7-9922C19A2F91}"/>
          </ac:spMkLst>
        </pc:spChg>
        <pc:spChg chg="mod">
          <ac:chgData name="Lucie Fontaine" userId="2c6b0298-177f-4237-a83e-8637e19304d5" providerId="ADAL" clId="{38FDF7CA-A37A-44C1-A812-A8007AC22127}" dt="2026-04-22T09:58:25.158" v="16221"/>
          <ac:spMkLst>
            <pc:docMk/>
            <pc:sldMk cId="1335747729" sldId="349"/>
            <ac:spMk id="40" creationId="{2D64B548-EB06-D05A-92C5-1C5C90C451D7}"/>
          </ac:spMkLst>
        </pc:spChg>
        <pc:spChg chg="add mod">
          <ac:chgData name="Lucie Fontaine" userId="2c6b0298-177f-4237-a83e-8637e19304d5" providerId="ADAL" clId="{38FDF7CA-A37A-44C1-A812-A8007AC22127}" dt="2026-04-22T12:57:50.941" v="16526"/>
          <ac:spMkLst>
            <pc:docMk/>
            <pc:sldMk cId="1335747729" sldId="349"/>
            <ac:spMk id="49" creationId="{CDDF1B17-616D-8C7B-5B1E-4C2680AF785E}"/>
          </ac:spMkLst>
        </pc:spChg>
        <pc:spChg chg="add mod">
          <ac:chgData name="Lucie Fontaine" userId="2c6b0298-177f-4237-a83e-8637e19304d5" providerId="ADAL" clId="{38FDF7CA-A37A-44C1-A812-A8007AC22127}" dt="2026-04-22T12:57:50.941" v="16526"/>
          <ac:spMkLst>
            <pc:docMk/>
            <pc:sldMk cId="1335747729" sldId="349"/>
            <ac:spMk id="50" creationId="{908CEFEE-90E8-1164-1961-2E3081B7C5DA}"/>
          </ac:spMkLst>
        </pc:spChg>
        <pc:grpChg chg="add mod">
          <ac:chgData name="Lucie Fontaine" userId="2c6b0298-177f-4237-a83e-8637e19304d5" providerId="ADAL" clId="{38FDF7CA-A37A-44C1-A812-A8007AC22127}" dt="2026-04-22T09:59:10.585" v="16247" actId="1076"/>
          <ac:grpSpMkLst>
            <pc:docMk/>
            <pc:sldMk cId="1335747729" sldId="349"/>
            <ac:grpSpMk id="13" creationId="{6447F07B-FDE6-847E-F0B4-F76562851663}"/>
          </ac:grpSpMkLst>
        </pc:grpChg>
        <pc:grpChg chg="mod">
          <ac:chgData name="Lucie Fontaine" userId="2c6b0298-177f-4237-a83e-8637e19304d5" providerId="ADAL" clId="{38FDF7CA-A37A-44C1-A812-A8007AC22127}" dt="2026-04-22T09:58:25.158" v="16221"/>
          <ac:grpSpMkLst>
            <pc:docMk/>
            <pc:sldMk cId="1335747729" sldId="349"/>
            <ac:grpSpMk id="16" creationId="{89B70BBB-A889-8262-8681-BCED12228984}"/>
          </ac:grpSpMkLst>
        </pc:grpChg>
        <pc:grpChg chg="mod">
          <ac:chgData name="Lucie Fontaine" userId="2c6b0298-177f-4237-a83e-8637e19304d5" providerId="ADAL" clId="{38FDF7CA-A37A-44C1-A812-A8007AC22127}" dt="2026-04-22T09:58:25.158" v="16221"/>
          <ac:grpSpMkLst>
            <pc:docMk/>
            <pc:sldMk cId="1335747729" sldId="349"/>
            <ac:grpSpMk id="24" creationId="{91CCB6E3-7D4A-E42E-5598-EB983A0314F5}"/>
          </ac:grpSpMkLst>
        </pc:grpChg>
        <pc:picChg chg="del">
          <ac:chgData name="Lucie Fontaine" userId="2c6b0298-177f-4237-a83e-8637e19304d5" providerId="ADAL" clId="{38FDF7CA-A37A-44C1-A812-A8007AC22127}" dt="2026-04-22T09:58:23.381" v="16220" actId="478"/>
          <ac:picMkLst>
            <pc:docMk/>
            <pc:sldMk cId="1335747729" sldId="349"/>
            <ac:picMk id="19" creationId="{BCFA0C8B-9E5E-D234-5399-70C3239365E8}"/>
          </ac:picMkLst>
        </pc:picChg>
        <pc:cxnChg chg="mod">
          <ac:chgData name="Lucie Fontaine" userId="2c6b0298-177f-4237-a83e-8637e19304d5" providerId="ADAL" clId="{38FDF7CA-A37A-44C1-A812-A8007AC22127}" dt="2026-04-23T08:02:38.189" v="18518" actId="1582"/>
          <ac:cxnSpMkLst>
            <pc:docMk/>
            <pc:sldMk cId="1335747729" sldId="349"/>
            <ac:cxnSpMk id="6" creationId="{B05EA1DF-CC81-8CE4-482A-7080521B846C}"/>
          </ac:cxnSpMkLst>
        </pc:cxnChg>
        <pc:cxnChg chg="mod">
          <ac:chgData name="Lucie Fontaine" userId="2c6b0298-177f-4237-a83e-8637e19304d5" providerId="ADAL" clId="{38FDF7CA-A37A-44C1-A812-A8007AC22127}" dt="2026-04-22T09:58:25.158" v="16221"/>
          <ac:cxnSpMkLst>
            <pc:docMk/>
            <pc:sldMk cId="1335747729" sldId="349"/>
            <ac:cxnSpMk id="27" creationId="{D1108C45-3EC1-6A34-A8CE-524F197619DE}"/>
          </ac:cxnSpMkLst>
        </pc:cxnChg>
        <pc:cxnChg chg="mod">
          <ac:chgData name="Lucie Fontaine" userId="2c6b0298-177f-4237-a83e-8637e19304d5" providerId="ADAL" clId="{38FDF7CA-A37A-44C1-A812-A8007AC22127}" dt="2026-04-22T09:58:25.158" v="16221"/>
          <ac:cxnSpMkLst>
            <pc:docMk/>
            <pc:sldMk cId="1335747729" sldId="349"/>
            <ac:cxnSpMk id="28" creationId="{38984D60-2AA4-F941-D65A-A8F8B217432A}"/>
          </ac:cxnSpMkLst>
        </pc:cxnChg>
        <pc:cxnChg chg="mod">
          <ac:chgData name="Lucie Fontaine" userId="2c6b0298-177f-4237-a83e-8637e19304d5" providerId="ADAL" clId="{38FDF7CA-A37A-44C1-A812-A8007AC22127}" dt="2026-04-22T09:58:25.158" v="16221"/>
          <ac:cxnSpMkLst>
            <pc:docMk/>
            <pc:sldMk cId="1335747729" sldId="349"/>
            <ac:cxnSpMk id="29" creationId="{D1094522-B335-0474-6007-40B586EAD1F8}"/>
          </ac:cxnSpMkLst>
        </pc:cxnChg>
        <pc:cxnChg chg="mod">
          <ac:chgData name="Lucie Fontaine" userId="2c6b0298-177f-4237-a83e-8637e19304d5" providerId="ADAL" clId="{38FDF7CA-A37A-44C1-A812-A8007AC22127}" dt="2026-04-22T09:58:25.158" v="16221"/>
          <ac:cxnSpMkLst>
            <pc:docMk/>
            <pc:sldMk cId="1335747729" sldId="349"/>
            <ac:cxnSpMk id="30" creationId="{38F62075-0701-BF02-B806-E5E0C3389D33}"/>
          </ac:cxnSpMkLst>
        </pc:cxnChg>
        <pc:cxnChg chg="mod">
          <ac:chgData name="Lucie Fontaine" userId="2c6b0298-177f-4237-a83e-8637e19304d5" providerId="ADAL" clId="{38FDF7CA-A37A-44C1-A812-A8007AC22127}" dt="2026-04-22T09:58:25.158" v="16221"/>
          <ac:cxnSpMkLst>
            <pc:docMk/>
            <pc:sldMk cId="1335747729" sldId="349"/>
            <ac:cxnSpMk id="31" creationId="{2E5FE19E-89C8-67B0-3376-B6E7A87FA264}"/>
          </ac:cxnSpMkLst>
        </pc:cxnChg>
        <pc:cxnChg chg="mod">
          <ac:chgData name="Lucie Fontaine" userId="2c6b0298-177f-4237-a83e-8637e19304d5" providerId="ADAL" clId="{38FDF7CA-A37A-44C1-A812-A8007AC22127}" dt="2026-04-22T09:58:25.158" v="16221"/>
          <ac:cxnSpMkLst>
            <pc:docMk/>
            <pc:sldMk cId="1335747729" sldId="349"/>
            <ac:cxnSpMk id="32" creationId="{EE60DB91-91A2-9967-86A3-6A8EF54299D5}"/>
          </ac:cxnSpMkLst>
        </pc:cxnChg>
        <pc:cxnChg chg="mod">
          <ac:chgData name="Lucie Fontaine" userId="2c6b0298-177f-4237-a83e-8637e19304d5" providerId="ADAL" clId="{38FDF7CA-A37A-44C1-A812-A8007AC22127}" dt="2026-04-22T09:58:25.158" v="16221"/>
          <ac:cxnSpMkLst>
            <pc:docMk/>
            <pc:sldMk cId="1335747729" sldId="349"/>
            <ac:cxnSpMk id="33" creationId="{74B44395-5411-ACB5-F57A-0B9A6C71F9CF}"/>
          </ac:cxnSpMkLst>
        </pc:cxnChg>
        <pc:cxnChg chg="mod">
          <ac:chgData name="Lucie Fontaine" userId="2c6b0298-177f-4237-a83e-8637e19304d5" providerId="ADAL" clId="{38FDF7CA-A37A-44C1-A812-A8007AC22127}" dt="2026-04-22T09:58:25.158" v="16221"/>
          <ac:cxnSpMkLst>
            <pc:docMk/>
            <pc:sldMk cId="1335747729" sldId="349"/>
            <ac:cxnSpMk id="34" creationId="{A5723BEA-1521-55DF-AC6F-D782D856F1B3}"/>
          </ac:cxnSpMkLst>
        </pc:cxnChg>
        <pc:cxnChg chg="mod">
          <ac:chgData name="Lucie Fontaine" userId="2c6b0298-177f-4237-a83e-8637e19304d5" providerId="ADAL" clId="{38FDF7CA-A37A-44C1-A812-A8007AC22127}" dt="2026-04-22T09:58:25.158" v="16221"/>
          <ac:cxnSpMkLst>
            <pc:docMk/>
            <pc:sldMk cId="1335747729" sldId="349"/>
            <ac:cxnSpMk id="41" creationId="{2C02CAF6-4F28-9F24-67D0-84FD1DC07071}"/>
          </ac:cxnSpMkLst>
        </pc:cxnChg>
        <pc:cxnChg chg="mod">
          <ac:chgData name="Lucie Fontaine" userId="2c6b0298-177f-4237-a83e-8637e19304d5" providerId="ADAL" clId="{38FDF7CA-A37A-44C1-A812-A8007AC22127}" dt="2026-04-22T09:58:25.158" v="16221"/>
          <ac:cxnSpMkLst>
            <pc:docMk/>
            <pc:sldMk cId="1335747729" sldId="349"/>
            <ac:cxnSpMk id="42" creationId="{99EF2B6C-D196-5AFB-F2A0-A2C83B2D069D}"/>
          </ac:cxnSpMkLst>
        </pc:cxnChg>
        <pc:cxnChg chg="mod">
          <ac:chgData name="Lucie Fontaine" userId="2c6b0298-177f-4237-a83e-8637e19304d5" providerId="ADAL" clId="{38FDF7CA-A37A-44C1-A812-A8007AC22127}" dt="2026-04-22T09:58:25.158" v="16221"/>
          <ac:cxnSpMkLst>
            <pc:docMk/>
            <pc:sldMk cId="1335747729" sldId="349"/>
            <ac:cxnSpMk id="43" creationId="{FE911332-B8CA-05FC-A71B-9414112922CE}"/>
          </ac:cxnSpMkLst>
        </pc:cxnChg>
        <pc:cxnChg chg="mod">
          <ac:chgData name="Lucie Fontaine" userId="2c6b0298-177f-4237-a83e-8637e19304d5" providerId="ADAL" clId="{38FDF7CA-A37A-44C1-A812-A8007AC22127}" dt="2026-04-22T09:58:25.158" v="16221"/>
          <ac:cxnSpMkLst>
            <pc:docMk/>
            <pc:sldMk cId="1335747729" sldId="349"/>
            <ac:cxnSpMk id="44" creationId="{3C03A2CF-AF39-135E-E7FF-9C5C8877E81C}"/>
          </ac:cxnSpMkLst>
        </pc:cxnChg>
        <pc:cxnChg chg="mod">
          <ac:chgData name="Lucie Fontaine" userId="2c6b0298-177f-4237-a83e-8637e19304d5" providerId="ADAL" clId="{38FDF7CA-A37A-44C1-A812-A8007AC22127}" dt="2026-04-22T09:58:25.158" v="16221"/>
          <ac:cxnSpMkLst>
            <pc:docMk/>
            <pc:sldMk cId="1335747729" sldId="349"/>
            <ac:cxnSpMk id="45" creationId="{5136B78C-DF6A-39F0-4CD7-242447F64D92}"/>
          </ac:cxnSpMkLst>
        </pc:cxnChg>
        <pc:cxnChg chg="mod">
          <ac:chgData name="Lucie Fontaine" userId="2c6b0298-177f-4237-a83e-8637e19304d5" providerId="ADAL" clId="{38FDF7CA-A37A-44C1-A812-A8007AC22127}" dt="2026-04-22T09:58:25.158" v="16221"/>
          <ac:cxnSpMkLst>
            <pc:docMk/>
            <pc:sldMk cId="1335747729" sldId="349"/>
            <ac:cxnSpMk id="46" creationId="{882B6118-C2DC-3DEA-069C-CA2773D5143B}"/>
          </ac:cxnSpMkLst>
        </pc:cxnChg>
        <pc:cxnChg chg="mod">
          <ac:chgData name="Lucie Fontaine" userId="2c6b0298-177f-4237-a83e-8637e19304d5" providerId="ADAL" clId="{38FDF7CA-A37A-44C1-A812-A8007AC22127}" dt="2026-04-22T09:58:25.158" v="16221"/>
          <ac:cxnSpMkLst>
            <pc:docMk/>
            <pc:sldMk cId="1335747729" sldId="349"/>
            <ac:cxnSpMk id="47" creationId="{76D97DA5-DBBB-C9E8-0834-E8872EFEFDDC}"/>
          </ac:cxnSpMkLst>
        </pc:cxnChg>
        <pc:cxnChg chg="mod">
          <ac:chgData name="Lucie Fontaine" userId="2c6b0298-177f-4237-a83e-8637e19304d5" providerId="ADAL" clId="{38FDF7CA-A37A-44C1-A812-A8007AC22127}" dt="2026-04-22T09:58:25.158" v="16221"/>
          <ac:cxnSpMkLst>
            <pc:docMk/>
            <pc:sldMk cId="1335747729" sldId="349"/>
            <ac:cxnSpMk id="48" creationId="{4225E837-0EA5-73B1-E1C4-B43F12E61382}"/>
          </ac:cxnSpMkLst>
        </pc:cxnChg>
      </pc:sldChg>
      <pc:sldChg chg="addSp delSp modSp add mod ord">
        <pc:chgData name="Lucie Fontaine" userId="2c6b0298-177f-4237-a83e-8637e19304d5" providerId="ADAL" clId="{38FDF7CA-A37A-44C1-A812-A8007AC22127}" dt="2026-04-23T07:42:56.787" v="18405"/>
        <pc:sldMkLst>
          <pc:docMk/>
          <pc:sldMk cId="2840756412" sldId="350"/>
        </pc:sldMkLst>
        <pc:spChg chg="del">
          <ac:chgData name="Lucie Fontaine" userId="2c6b0298-177f-4237-a83e-8637e19304d5" providerId="ADAL" clId="{38FDF7CA-A37A-44C1-A812-A8007AC22127}" dt="2026-04-22T09:59:58.724" v="16251"/>
          <ac:spMkLst>
            <pc:docMk/>
            <pc:sldMk cId="2840756412" sldId="350"/>
            <ac:spMk id="4" creationId="{5C4FF451-34CE-575F-F52A-5A9DD6BBE107}"/>
          </ac:spMkLst>
        </pc:spChg>
        <pc:spChg chg="mod">
          <ac:chgData name="Lucie Fontaine" userId="2c6b0298-177f-4237-a83e-8637e19304d5" providerId="ADAL" clId="{38FDF7CA-A37A-44C1-A812-A8007AC22127}" dt="2026-04-22T12:12:20.007" v="16372"/>
          <ac:spMkLst>
            <pc:docMk/>
            <pc:sldMk cId="2840756412" sldId="350"/>
            <ac:spMk id="5" creationId="{6D8B57DE-AB20-FDDB-A0F4-5B11D422F934}"/>
          </ac:spMkLst>
        </pc:spChg>
        <pc:spChg chg="del">
          <ac:chgData name="Lucie Fontaine" userId="2c6b0298-177f-4237-a83e-8637e19304d5" providerId="ADAL" clId="{38FDF7CA-A37A-44C1-A812-A8007AC22127}" dt="2026-04-22T09:59:57.610" v="16250" actId="478"/>
          <ac:spMkLst>
            <pc:docMk/>
            <pc:sldMk cId="2840756412" sldId="350"/>
            <ac:spMk id="12" creationId="{F5E5C54B-6FCC-E8A3-B090-4F23A889149F}"/>
          </ac:spMkLst>
        </pc:spChg>
        <pc:spChg chg="add mod">
          <ac:chgData name="Lucie Fontaine" userId="2c6b0298-177f-4237-a83e-8637e19304d5" providerId="ADAL" clId="{38FDF7CA-A37A-44C1-A812-A8007AC22127}" dt="2026-04-22T10:01:27.168" v="16309" actId="1076"/>
          <ac:spMkLst>
            <pc:docMk/>
            <pc:sldMk cId="2840756412" sldId="350"/>
            <ac:spMk id="20" creationId="{E5B16A64-CE39-D98B-38A3-B1F6A2E623AC}"/>
          </ac:spMkLst>
        </pc:spChg>
        <pc:grpChg chg="mod">
          <ac:chgData name="Lucie Fontaine" userId="2c6b0298-177f-4237-a83e-8637e19304d5" providerId="ADAL" clId="{38FDF7CA-A37A-44C1-A812-A8007AC22127}" dt="2026-04-22T10:01:38.935" v="16311" actId="1076"/>
          <ac:grpSpMkLst>
            <pc:docMk/>
            <pc:sldMk cId="2840756412" sldId="350"/>
            <ac:grpSpMk id="13" creationId="{6447F07B-FDE6-847E-F0B4-F76562851663}"/>
          </ac:grpSpMkLst>
        </pc:grpChg>
        <pc:grpChg chg="del">
          <ac:chgData name="Lucie Fontaine" userId="2c6b0298-177f-4237-a83e-8637e19304d5" providerId="ADAL" clId="{38FDF7CA-A37A-44C1-A812-A8007AC22127}" dt="2026-04-22T09:59:54.766" v="16249" actId="478"/>
          <ac:grpSpMkLst>
            <pc:docMk/>
            <pc:sldMk cId="2840756412" sldId="350"/>
            <ac:grpSpMk id="15" creationId="{634E3E86-58BB-2014-50DE-BCE910802E62}"/>
          </ac:grpSpMkLst>
        </pc:grpChg>
        <pc:picChg chg="add mod modCrop">
          <ac:chgData name="Lucie Fontaine" userId="2c6b0298-177f-4237-a83e-8637e19304d5" providerId="ADAL" clId="{38FDF7CA-A37A-44C1-A812-A8007AC22127}" dt="2026-04-22T10:00:30.411" v="16261" actId="1076"/>
          <ac:picMkLst>
            <pc:docMk/>
            <pc:sldMk cId="2840756412" sldId="350"/>
            <ac:picMk id="19" creationId="{6C9784A7-AF98-7AAE-07A1-F7F92CA71AB1}"/>
          </ac:picMkLst>
        </pc:picChg>
        <pc:cxnChg chg="del">
          <ac:chgData name="Lucie Fontaine" userId="2c6b0298-177f-4237-a83e-8637e19304d5" providerId="ADAL" clId="{38FDF7CA-A37A-44C1-A812-A8007AC22127}" dt="2026-04-22T09:59:57.610" v="16250" actId="478"/>
          <ac:cxnSpMkLst>
            <pc:docMk/>
            <pc:sldMk cId="2840756412" sldId="350"/>
            <ac:cxnSpMk id="6" creationId="{B05EA1DF-CC81-8CE4-482A-7080521B846C}"/>
          </ac:cxnSpMkLst>
        </pc:cxnChg>
        <pc:cxnChg chg="mod">
          <ac:chgData name="Lucie Fontaine" userId="2c6b0298-177f-4237-a83e-8637e19304d5" providerId="ADAL" clId="{38FDF7CA-A37A-44C1-A812-A8007AC22127}" dt="2026-04-22T09:59:54.766" v="16249" actId="478"/>
          <ac:cxnSpMkLst>
            <pc:docMk/>
            <pc:sldMk cId="2840756412" sldId="350"/>
            <ac:cxnSpMk id="71" creationId="{BFFE29E7-6C98-6254-F675-0AD5A901FC2D}"/>
          </ac:cxnSpMkLst>
        </pc:cxnChg>
        <pc:cxnChg chg="mod">
          <ac:chgData name="Lucie Fontaine" userId="2c6b0298-177f-4237-a83e-8637e19304d5" providerId="ADAL" clId="{38FDF7CA-A37A-44C1-A812-A8007AC22127}" dt="2026-04-22T09:59:54.766" v="16249" actId="478"/>
          <ac:cxnSpMkLst>
            <pc:docMk/>
            <pc:sldMk cId="2840756412" sldId="350"/>
            <ac:cxnSpMk id="82" creationId="{4B091118-522E-FD1D-984F-E599BABA97CB}"/>
          </ac:cxnSpMkLst>
        </pc:cxnChg>
        <pc:cxnChg chg="mod">
          <ac:chgData name="Lucie Fontaine" userId="2c6b0298-177f-4237-a83e-8637e19304d5" providerId="ADAL" clId="{38FDF7CA-A37A-44C1-A812-A8007AC22127}" dt="2026-04-22T09:59:54.766" v="16249" actId="478"/>
          <ac:cxnSpMkLst>
            <pc:docMk/>
            <pc:sldMk cId="2840756412" sldId="350"/>
            <ac:cxnSpMk id="85" creationId="{E8003B4D-25DC-2C78-4DD3-38D2A34C6D7D}"/>
          </ac:cxnSpMkLst>
        </pc:cxnChg>
        <pc:cxnChg chg="mod">
          <ac:chgData name="Lucie Fontaine" userId="2c6b0298-177f-4237-a83e-8637e19304d5" providerId="ADAL" clId="{38FDF7CA-A37A-44C1-A812-A8007AC22127}" dt="2026-04-22T09:59:54.766" v="16249" actId="478"/>
          <ac:cxnSpMkLst>
            <pc:docMk/>
            <pc:sldMk cId="2840756412" sldId="350"/>
            <ac:cxnSpMk id="86" creationId="{7EE6A3C8-B8F3-F4BC-2846-7E7EFACA57DD}"/>
          </ac:cxnSpMkLst>
        </pc:cxnChg>
        <pc:cxnChg chg="mod">
          <ac:chgData name="Lucie Fontaine" userId="2c6b0298-177f-4237-a83e-8637e19304d5" providerId="ADAL" clId="{38FDF7CA-A37A-44C1-A812-A8007AC22127}" dt="2026-04-22T09:59:54.766" v="16249" actId="478"/>
          <ac:cxnSpMkLst>
            <pc:docMk/>
            <pc:sldMk cId="2840756412" sldId="350"/>
            <ac:cxnSpMk id="87" creationId="{0B43FE13-3C58-A94B-50E8-7CE91EFBEA28}"/>
          </ac:cxnSpMkLst>
        </pc:cxnChg>
        <pc:cxnChg chg="mod">
          <ac:chgData name="Lucie Fontaine" userId="2c6b0298-177f-4237-a83e-8637e19304d5" providerId="ADAL" clId="{38FDF7CA-A37A-44C1-A812-A8007AC22127}" dt="2026-04-22T09:59:54.766" v="16249" actId="478"/>
          <ac:cxnSpMkLst>
            <pc:docMk/>
            <pc:sldMk cId="2840756412" sldId="350"/>
            <ac:cxnSpMk id="88" creationId="{5DF02A83-80C1-9EC7-9639-5045EB153D28}"/>
          </ac:cxnSpMkLst>
        </pc:cxnChg>
      </pc:sldChg>
      <pc:sldChg chg="addSp delSp modSp add mod">
        <pc:chgData name="Lucie Fontaine" userId="2c6b0298-177f-4237-a83e-8637e19304d5" providerId="ADAL" clId="{38FDF7CA-A37A-44C1-A812-A8007AC22127}" dt="2026-04-23T08:07:31.705" v="18558" actId="692"/>
        <pc:sldMkLst>
          <pc:docMk/>
          <pc:sldMk cId="4251834512" sldId="351"/>
        </pc:sldMkLst>
        <pc:spChg chg="mod">
          <ac:chgData name="Lucie Fontaine" userId="2c6b0298-177f-4237-a83e-8637e19304d5" providerId="ADAL" clId="{38FDF7CA-A37A-44C1-A812-A8007AC22127}" dt="2026-04-22T12:47:01.790" v="16406" actId="6549"/>
          <ac:spMkLst>
            <pc:docMk/>
            <pc:sldMk cId="4251834512" sldId="351"/>
            <ac:spMk id="2" creationId="{36A1B1CD-9497-FCE5-D306-1649357986A7}"/>
          </ac:spMkLst>
        </pc:spChg>
        <pc:spChg chg="mod">
          <ac:chgData name="Lucie Fontaine" userId="2c6b0298-177f-4237-a83e-8637e19304d5" providerId="ADAL" clId="{38FDF7CA-A37A-44C1-A812-A8007AC22127}" dt="2026-04-23T07:28:27.907" v="18131"/>
          <ac:spMkLst>
            <pc:docMk/>
            <pc:sldMk cId="4251834512" sldId="351"/>
            <ac:spMk id="4" creationId="{71565C11-E06C-53C5-F892-3B55360546D7}"/>
          </ac:spMkLst>
        </pc:spChg>
        <pc:spChg chg="add del mod">
          <ac:chgData name="Lucie Fontaine" userId="2c6b0298-177f-4237-a83e-8637e19304d5" providerId="ADAL" clId="{38FDF7CA-A37A-44C1-A812-A8007AC22127}" dt="2026-04-22T12:44:22.280" v="16377" actId="22"/>
          <ac:spMkLst>
            <pc:docMk/>
            <pc:sldMk cId="4251834512" sldId="351"/>
            <ac:spMk id="4" creationId="{717A011C-E6FD-8CCD-7571-91B93AD57122}"/>
          </ac:spMkLst>
        </pc:spChg>
        <pc:spChg chg="del mod">
          <ac:chgData name="Lucie Fontaine" userId="2c6b0298-177f-4237-a83e-8637e19304d5" providerId="ADAL" clId="{38FDF7CA-A37A-44C1-A812-A8007AC22127}" dt="2026-04-22T12:45:11.179" v="16382" actId="22"/>
          <ac:spMkLst>
            <pc:docMk/>
            <pc:sldMk cId="4251834512" sldId="351"/>
            <ac:spMk id="5" creationId="{6D8B57DE-AB20-FDDB-A0F4-5B11D422F934}"/>
          </ac:spMkLst>
        </pc:spChg>
        <pc:spChg chg="mod">
          <ac:chgData name="Lucie Fontaine" userId="2c6b0298-177f-4237-a83e-8637e19304d5" providerId="ADAL" clId="{38FDF7CA-A37A-44C1-A812-A8007AC22127}" dt="2026-04-23T07:28:27.907" v="18131"/>
          <ac:spMkLst>
            <pc:docMk/>
            <pc:sldMk cId="4251834512" sldId="351"/>
            <ac:spMk id="10" creationId="{BB6A05D4-723D-9E6C-AF75-8010A76926EC}"/>
          </ac:spMkLst>
        </pc:spChg>
        <pc:spChg chg="mod">
          <ac:chgData name="Lucie Fontaine" userId="2c6b0298-177f-4237-a83e-8637e19304d5" providerId="ADAL" clId="{38FDF7CA-A37A-44C1-A812-A8007AC22127}" dt="2026-04-23T07:28:27.907" v="18131"/>
          <ac:spMkLst>
            <pc:docMk/>
            <pc:sldMk cId="4251834512" sldId="351"/>
            <ac:spMk id="12" creationId="{B9A78FC7-20E3-1453-58E9-E958234BB6F6}"/>
          </ac:spMkLst>
        </pc:spChg>
        <pc:spChg chg="mod">
          <ac:chgData name="Lucie Fontaine" userId="2c6b0298-177f-4237-a83e-8637e19304d5" providerId="ADAL" clId="{38FDF7CA-A37A-44C1-A812-A8007AC22127}" dt="2026-04-23T07:28:27.907" v="18131"/>
          <ac:spMkLst>
            <pc:docMk/>
            <pc:sldMk cId="4251834512" sldId="351"/>
            <ac:spMk id="19" creationId="{6A8D88E9-B45E-09ED-43DD-FFFAF64BE28F}"/>
          </ac:spMkLst>
        </pc:spChg>
        <pc:spChg chg="del">
          <ac:chgData name="Lucie Fontaine" userId="2c6b0298-177f-4237-a83e-8637e19304d5" providerId="ADAL" clId="{38FDF7CA-A37A-44C1-A812-A8007AC22127}" dt="2026-04-22T12:20:21.256" v="16375" actId="478"/>
          <ac:spMkLst>
            <pc:docMk/>
            <pc:sldMk cId="4251834512" sldId="351"/>
            <ac:spMk id="20" creationId="{E5B16A64-CE39-D98B-38A3-B1F6A2E623AC}"/>
          </ac:spMkLst>
        </pc:spChg>
        <pc:spChg chg="mod">
          <ac:chgData name="Lucie Fontaine" userId="2c6b0298-177f-4237-a83e-8637e19304d5" providerId="ADAL" clId="{38FDF7CA-A37A-44C1-A812-A8007AC22127}" dt="2026-04-23T07:28:27.907" v="18131"/>
          <ac:spMkLst>
            <pc:docMk/>
            <pc:sldMk cId="4251834512" sldId="351"/>
            <ac:spMk id="20" creationId="{E9F92C08-36DA-84E0-8981-75A9ACFD9C13}"/>
          </ac:spMkLst>
        </pc:spChg>
        <pc:spChg chg="mod">
          <ac:chgData name="Lucie Fontaine" userId="2c6b0298-177f-4237-a83e-8637e19304d5" providerId="ADAL" clId="{38FDF7CA-A37A-44C1-A812-A8007AC22127}" dt="2026-04-23T07:28:27.907" v="18131"/>
          <ac:spMkLst>
            <pc:docMk/>
            <pc:sldMk cId="4251834512" sldId="351"/>
            <ac:spMk id="21" creationId="{9A2E208D-AD16-1A2E-DA82-7276070039BE}"/>
          </ac:spMkLst>
        </pc:spChg>
        <pc:spChg chg="mod">
          <ac:chgData name="Lucie Fontaine" userId="2c6b0298-177f-4237-a83e-8637e19304d5" providerId="ADAL" clId="{38FDF7CA-A37A-44C1-A812-A8007AC22127}" dt="2026-04-23T07:28:27.907" v="18131"/>
          <ac:spMkLst>
            <pc:docMk/>
            <pc:sldMk cId="4251834512" sldId="351"/>
            <ac:spMk id="22" creationId="{184FC88F-2D6C-3A8F-6BE2-CBF0C033AAFA}"/>
          </ac:spMkLst>
        </pc:spChg>
        <pc:spChg chg="mod">
          <ac:chgData name="Lucie Fontaine" userId="2c6b0298-177f-4237-a83e-8637e19304d5" providerId="ADAL" clId="{38FDF7CA-A37A-44C1-A812-A8007AC22127}" dt="2026-04-23T07:28:27.907" v="18131"/>
          <ac:spMkLst>
            <pc:docMk/>
            <pc:sldMk cId="4251834512" sldId="351"/>
            <ac:spMk id="23" creationId="{0A944B5B-E12D-B545-9595-97F129500F10}"/>
          </ac:spMkLst>
        </pc:spChg>
        <pc:spChg chg="mod">
          <ac:chgData name="Lucie Fontaine" userId="2c6b0298-177f-4237-a83e-8637e19304d5" providerId="ADAL" clId="{38FDF7CA-A37A-44C1-A812-A8007AC22127}" dt="2026-04-23T07:28:27.907" v="18131"/>
          <ac:spMkLst>
            <pc:docMk/>
            <pc:sldMk cId="4251834512" sldId="351"/>
            <ac:spMk id="24" creationId="{B1D97CC2-5D24-24E6-855D-3E0895B84BA1}"/>
          </ac:spMkLst>
        </pc:spChg>
        <pc:spChg chg="add mod">
          <ac:chgData name="Lucie Fontaine" userId="2c6b0298-177f-4237-a83e-8637e19304d5" providerId="ADAL" clId="{38FDF7CA-A37A-44C1-A812-A8007AC22127}" dt="2026-04-23T07:28:27.907" v="18131"/>
          <ac:spMkLst>
            <pc:docMk/>
            <pc:sldMk cId="4251834512" sldId="351"/>
            <ac:spMk id="33" creationId="{4A99B4A6-597B-1663-69E2-21BD26C475C2}"/>
          </ac:spMkLst>
        </pc:spChg>
        <pc:spChg chg="add del mod">
          <ac:chgData name="Lucie Fontaine" userId="2c6b0298-177f-4237-a83e-8637e19304d5" providerId="ADAL" clId="{38FDF7CA-A37A-44C1-A812-A8007AC22127}" dt="2026-04-23T08:07:26.126" v="18528" actId="478"/>
          <ac:spMkLst>
            <pc:docMk/>
            <pc:sldMk cId="4251834512" sldId="351"/>
            <ac:spMk id="35" creationId="{4B00475C-97E7-85BA-FDFE-3AA9CEEAED01}"/>
          </ac:spMkLst>
        </pc:spChg>
        <pc:spChg chg="add del mod">
          <ac:chgData name="Lucie Fontaine" userId="2c6b0298-177f-4237-a83e-8637e19304d5" providerId="ADAL" clId="{38FDF7CA-A37A-44C1-A812-A8007AC22127}" dt="2026-04-23T07:28:33.054" v="18134" actId="478"/>
          <ac:spMkLst>
            <pc:docMk/>
            <pc:sldMk cId="4251834512" sldId="351"/>
            <ac:spMk id="37" creationId="{229E92DC-B623-C7BE-5A4F-13241775AA36}"/>
          </ac:spMkLst>
        </pc:spChg>
        <pc:spChg chg="add del mod">
          <ac:chgData name="Lucie Fontaine" userId="2c6b0298-177f-4237-a83e-8637e19304d5" providerId="ADAL" clId="{38FDF7CA-A37A-44C1-A812-A8007AC22127}" dt="2026-04-23T07:28:37.910" v="18137"/>
          <ac:spMkLst>
            <pc:docMk/>
            <pc:sldMk cId="4251834512" sldId="351"/>
            <ac:spMk id="39" creationId="{1406DF59-EE37-0329-B455-5EA79680E027}"/>
          </ac:spMkLst>
        </pc:spChg>
        <pc:grpChg chg="add mod">
          <ac:chgData name="Lucie Fontaine" userId="2c6b0298-177f-4237-a83e-8637e19304d5" providerId="ADAL" clId="{38FDF7CA-A37A-44C1-A812-A8007AC22127}" dt="2026-04-23T07:28:27.907" v="18131"/>
          <ac:grpSpMkLst>
            <pc:docMk/>
            <pc:sldMk cId="4251834512" sldId="351"/>
            <ac:grpSpMk id="3" creationId="{7449A510-9798-3178-773B-FF4EB5646F07}"/>
          </ac:grpSpMkLst>
        </pc:grpChg>
        <pc:grpChg chg="mod">
          <ac:chgData name="Lucie Fontaine" userId="2c6b0298-177f-4237-a83e-8637e19304d5" providerId="ADAL" clId="{38FDF7CA-A37A-44C1-A812-A8007AC22127}" dt="2026-04-23T07:28:27.907" v="18131"/>
          <ac:grpSpMkLst>
            <pc:docMk/>
            <pc:sldMk cId="4251834512" sldId="351"/>
            <ac:grpSpMk id="5" creationId="{B033F40C-B192-2B63-EF9B-64A239329764}"/>
          </ac:grpSpMkLst>
        </pc:grpChg>
        <pc:grpChg chg="mod">
          <ac:chgData name="Lucie Fontaine" userId="2c6b0298-177f-4237-a83e-8637e19304d5" providerId="ADAL" clId="{38FDF7CA-A37A-44C1-A812-A8007AC22127}" dt="2026-04-23T07:28:27.907" v="18131"/>
          <ac:grpSpMkLst>
            <pc:docMk/>
            <pc:sldMk cId="4251834512" sldId="351"/>
            <ac:grpSpMk id="6" creationId="{72EF9774-D41F-1FEF-4CD6-9F8E9E9B0D6B}"/>
          </ac:grpSpMkLst>
        </pc:grpChg>
        <pc:grpChg chg="del">
          <ac:chgData name="Lucie Fontaine" userId="2c6b0298-177f-4237-a83e-8637e19304d5" providerId="ADAL" clId="{38FDF7CA-A37A-44C1-A812-A8007AC22127}" dt="2026-04-22T12:45:01.382" v="16378" actId="478"/>
          <ac:grpSpMkLst>
            <pc:docMk/>
            <pc:sldMk cId="4251834512" sldId="351"/>
            <ac:grpSpMk id="13" creationId="{6447F07B-FDE6-847E-F0B4-F76562851663}"/>
          </ac:grpSpMkLst>
        </pc:grpChg>
        <pc:grpChg chg="mod">
          <ac:chgData name="Lucie Fontaine" userId="2c6b0298-177f-4237-a83e-8637e19304d5" providerId="ADAL" clId="{38FDF7CA-A37A-44C1-A812-A8007AC22127}" dt="2026-04-23T07:28:27.907" v="18131"/>
          <ac:grpSpMkLst>
            <pc:docMk/>
            <pc:sldMk cId="4251834512" sldId="351"/>
            <ac:grpSpMk id="14" creationId="{A52D5CD0-6FE7-5F68-3B0D-3C4CC029F318}"/>
          </ac:grpSpMkLst>
        </pc:grpChg>
        <pc:grpChg chg="mod">
          <ac:chgData name="Lucie Fontaine" userId="2c6b0298-177f-4237-a83e-8637e19304d5" providerId="ADAL" clId="{38FDF7CA-A37A-44C1-A812-A8007AC22127}" dt="2026-04-23T07:28:27.907" v="18131"/>
          <ac:grpSpMkLst>
            <pc:docMk/>
            <pc:sldMk cId="4251834512" sldId="351"/>
            <ac:grpSpMk id="16" creationId="{301B1E72-F7D3-E6D3-39C0-B8716C260C42}"/>
          </ac:grpSpMkLst>
        </pc:grpChg>
        <pc:picChg chg="add del mod ord">
          <ac:chgData name="Lucie Fontaine" userId="2c6b0298-177f-4237-a83e-8637e19304d5" providerId="ADAL" clId="{38FDF7CA-A37A-44C1-A812-A8007AC22127}" dt="2026-04-23T07:28:30.633" v="18132" actId="21"/>
          <ac:picMkLst>
            <pc:docMk/>
            <pc:sldMk cId="4251834512" sldId="351"/>
            <ac:picMk id="7" creationId="{5F83797C-6917-EA1D-6C89-365502A06355}"/>
          </ac:picMkLst>
        </pc:picChg>
        <pc:picChg chg="add del mod ord">
          <ac:chgData name="Lucie Fontaine" userId="2c6b0298-177f-4237-a83e-8637e19304d5" providerId="ADAL" clId="{38FDF7CA-A37A-44C1-A812-A8007AC22127}" dt="2026-04-23T07:28:36.884" v="18136" actId="478"/>
          <ac:picMkLst>
            <pc:docMk/>
            <pc:sldMk cId="4251834512" sldId="351"/>
            <ac:picMk id="9" creationId="{F0BE0CF9-8E49-D1A3-6EE6-099EFFFE23EB}"/>
          </ac:picMkLst>
        </pc:picChg>
        <pc:picChg chg="del">
          <ac:chgData name="Lucie Fontaine" userId="2c6b0298-177f-4237-a83e-8637e19304d5" providerId="ADAL" clId="{38FDF7CA-A37A-44C1-A812-A8007AC22127}" dt="2026-04-22T12:20:18.363" v="16374" actId="478"/>
          <ac:picMkLst>
            <pc:docMk/>
            <pc:sldMk cId="4251834512" sldId="351"/>
            <ac:picMk id="19" creationId="{6C9784A7-AF98-7AAE-07A1-F7F92CA71AB1}"/>
          </ac:picMkLst>
        </pc:picChg>
        <pc:picChg chg="add mod">
          <ac:chgData name="Lucie Fontaine" userId="2c6b0298-177f-4237-a83e-8637e19304d5" providerId="ADAL" clId="{38FDF7CA-A37A-44C1-A812-A8007AC22127}" dt="2026-04-23T07:28:37.910" v="18137"/>
          <ac:picMkLst>
            <pc:docMk/>
            <pc:sldMk cId="4251834512" sldId="351"/>
            <ac:picMk id="40" creationId="{5F83797C-6917-EA1D-6C89-365502A06355}"/>
          </ac:picMkLst>
        </pc:picChg>
        <pc:cxnChg chg="mod">
          <ac:chgData name="Lucie Fontaine" userId="2c6b0298-177f-4237-a83e-8637e19304d5" providerId="ADAL" clId="{38FDF7CA-A37A-44C1-A812-A8007AC22127}" dt="2026-04-23T07:28:27.907" v="18131"/>
          <ac:cxnSpMkLst>
            <pc:docMk/>
            <pc:sldMk cId="4251834512" sldId="351"/>
            <ac:cxnSpMk id="8" creationId="{F95A738B-316D-85A7-D132-4F82268C01C7}"/>
          </ac:cxnSpMkLst>
        </pc:cxnChg>
        <pc:cxnChg chg="mod">
          <ac:chgData name="Lucie Fontaine" userId="2c6b0298-177f-4237-a83e-8637e19304d5" providerId="ADAL" clId="{38FDF7CA-A37A-44C1-A812-A8007AC22127}" dt="2026-04-23T07:28:27.907" v="18131"/>
          <ac:cxnSpMkLst>
            <pc:docMk/>
            <pc:sldMk cId="4251834512" sldId="351"/>
            <ac:cxnSpMk id="11" creationId="{B0035621-9F2C-CF8B-2FAD-68F12C4AD9A5}"/>
          </ac:cxnSpMkLst>
        </pc:cxnChg>
        <pc:cxnChg chg="mod">
          <ac:chgData name="Lucie Fontaine" userId="2c6b0298-177f-4237-a83e-8637e19304d5" providerId="ADAL" clId="{38FDF7CA-A37A-44C1-A812-A8007AC22127}" dt="2026-04-23T07:28:27.907" v="18131"/>
          <ac:cxnSpMkLst>
            <pc:docMk/>
            <pc:sldMk cId="4251834512" sldId="351"/>
            <ac:cxnSpMk id="13" creationId="{521EF41E-3B24-FFF5-8422-D1B5B9CB152F}"/>
          </ac:cxnSpMkLst>
        </pc:cxnChg>
        <pc:cxnChg chg="mod">
          <ac:chgData name="Lucie Fontaine" userId="2c6b0298-177f-4237-a83e-8637e19304d5" providerId="ADAL" clId="{38FDF7CA-A37A-44C1-A812-A8007AC22127}" dt="2026-04-23T07:28:27.907" v="18131"/>
          <ac:cxnSpMkLst>
            <pc:docMk/>
            <pc:sldMk cId="4251834512" sldId="351"/>
            <ac:cxnSpMk id="15" creationId="{D60C6C5A-26C5-EB64-2392-D596D2BA5C85}"/>
          </ac:cxnSpMkLst>
        </pc:cxnChg>
        <pc:cxnChg chg="mod">
          <ac:chgData name="Lucie Fontaine" userId="2c6b0298-177f-4237-a83e-8637e19304d5" providerId="ADAL" clId="{38FDF7CA-A37A-44C1-A812-A8007AC22127}" dt="2026-04-23T07:28:27.907" v="18131"/>
          <ac:cxnSpMkLst>
            <pc:docMk/>
            <pc:sldMk cId="4251834512" sldId="351"/>
            <ac:cxnSpMk id="17" creationId="{FDD0C04F-D378-2CE5-387B-2EDE09EDB7E6}"/>
          </ac:cxnSpMkLst>
        </pc:cxnChg>
        <pc:cxnChg chg="mod">
          <ac:chgData name="Lucie Fontaine" userId="2c6b0298-177f-4237-a83e-8637e19304d5" providerId="ADAL" clId="{38FDF7CA-A37A-44C1-A812-A8007AC22127}" dt="2026-04-23T07:28:27.907" v="18131"/>
          <ac:cxnSpMkLst>
            <pc:docMk/>
            <pc:sldMk cId="4251834512" sldId="351"/>
            <ac:cxnSpMk id="18" creationId="{4F4A7578-BE9A-386E-393B-DCED42E60AE0}"/>
          </ac:cxnSpMkLst>
        </pc:cxnChg>
        <pc:cxnChg chg="mod">
          <ac:chgData name="Lucie Fontaine" userId="2c6b0298-177f-4237-a83e-8637e19304d5" providerId="ADAL" clId="{38FDF7CA-A37A-44C1-A812-A8007AC22127}" dt="2026-04-23T07:28:27.907" v="18131"/>
          <ac:cxnSpMkLst>
            <pc:docMk/>
            <pc:sldMk cId="4251834512" sldId="351"/>
            <ac:cxnSpMk id="25" creationId="{B39C76CF-A4B3-A184-F0FC-F9EC3D048EF5}"/>
          </ac:cxnSpMkLst>
        </pc:cxnChg>
        <pc:cxnChg chg="mod">
          <ac:chgData name="Lucie Fontaine" userId="2c6b0298-177f-4237-a83e-8637e19304d5" providerId="ADAL" clId="{38FDF7CA-A37A-44C1-A812-A8007AC22127}" dt="2026-04-23T07:28:27.907" v="18131"/>
          <ac:cxnSpMkLst>
            <pc:docMk/>
            <pc:sldMk cId="4251834512" sldId="351"/>
            <ac:cxnSpMk id="26" creationId="{25F71CD2-A551-9477-DA9F-3DCD1037A7D4}"/>
          </ac:cxnSpMkLst>
        </pc:cxnChg>
        <pc:cxnChg chg="mod">
          <ac:chgData name="Lucie Fontaine" userId="2c6b0298-177f-4237-a83e-8637e19304d5" providerId="ADAL" clId="{38FDF7CA-A37A-44C1-A812-A8007AC22127}" dt="2026-04-23T07:28:27.907" v="18131"/>
          <ac:cxnSpMkLst>
            <pc:docMk/>
            <pc:sldMk cId="4251834512" sldId="351"/>
            <ac:cxnSpMk id="27" creationId="{16E1AEF2-3473-9CD1-3FFA-767D9E6BADE5}"/>
          </ac:cxnSpMkLst>
        </pc:cxnChg>
        <pc:cxnChg chg="mod">
          <ac:chgData name="Lucie Fontaine" userId="2c6b0298-177f-4237-a83e-8637e19304d5" providerId="ADAL" clId="{38FDF7CA-A37A-44C1-A812-A8007AC22127}" dt="2026-04-22T12:45:01.382" v="16378" actId="478"/>
          <ac:cxnSpMkLst>
            <pc:docMk/>
            <pc:sldMk cId="4251834512" sldId="351"/>
            <ac:cxnSpMk id="27" creationId="{D1108C45-3EC1-6A34-A8CE-524F197619DE}"/>
          </ac:cxnSpMkLst>
        </pc:cxnChg>
        <pc:cxnChg chg="mod">
          <ac:chgData name="Lucie Fontaine" userId="2c6b0298-177f-4237-a83e-8637e19304d5" providerId="ADAL" clId="{38FDF7CA-A37A-44C1-A812-A8007AC22127}" dt="2026-04-23T07:28:27.907" v="18131"/>
          <ac:cxnSpMkLst>
            <pc:docMk/>
            <pc:sldMk cId="4251834512" sldId="351"/>
            <ac:cxnSpMk id="28" creationId="{2293FDA3-308A-323E-7692-A61E317EB58F}"/>
          </ac:cxnSpMkLst>
        </pc:cxnChg>
        <pc:cxnChg chg="mod">
          <ac:chgData name="Lucie Fontaine" userId="2c6b0298-177f-4237-a83e-8637e19304d5" providerId="ADAL" clId="{38FDF7CA-A37A-44C1-A812-A8007AC22127}" dt="2026-04-22T12:45:01.382" v="16378" actId="478"/>
          <ac:cxnSpMkLst>
            <pc:docMk/>
            <pc:sldMk cId="4251834512" sldId="351"/>
            <ac:cxnSpMk id="28" creationId="{38984D60-2AA4-F941-D65A-A8F8B217432A}"/>
          </ac:cxnSpMkLst>
        </pc:cxnChg>
        <pc:cxnChg chg="mod">
          <ac:chgData name="Lucie Fontaine" userId="2c6b0298-177f-4237-a83e-8637e19304d5" providerId="ADAL" clId="{38FDF7CA-A37A-44C1-A812-A8007AC22127}" dt="2026-04-23T07:28:27.907" v="18131"/>
          <ac:cxnSpMkLst>
            <pc:docMk/>
            <pc:sldMk cId="4251834512" sldId="351"/>
            <ac:cxnSpMk id="29" creationId="{8FCB1AC8-3983-0D54-AB1E-CF2053445962}"/>
          </ac:cxnSpMkLst>
        </pc:cxnChg>
        <pc:cxnChg chg="mod">
          <ac:chgData name="Lucie Fontaine" userId="2c6b0298-177f-4237-a83e-8637e19304d5" providerId="ADAL" clId="{38FDF7CA-A37A-44C1-A812-A8007AC22127}" dt="2026-04-22T12:45:01.382" v="16378" actId="478"/>
          <ac:cxnSpMkLst>
            <pc:docMk/>
            <pc:sldMk cId="4251834512" sldId="351"/>
            <ac:cxnSpMk id="29" creationId="{D1094522-B335-0474-6007-40B586EAD1F8}"/>
          </ac:cxnSpMkLst>
        </pc:cxnChg>
        <pc:cxnChg chg="mod">
          <ac:chgData name="Lucie Fontaine" userId="2c6b0298-177f-4237-a83e-8637e19304d5" providerId="ADAL" clId="{38FDF7CA-A37A-44C1-A812-A8007AC22127}" dt="2026-04-22T12:45:01.382" v="16378" actId="478"/>
          <ac:cxnSpMkLst>
            <pc:docMk/>
            <pc:sldMk cId="4251834512" sldId="351"/>
            <ac:cxnSpMk id="30" creationId="{38F62075-0701-BF02-B806-E5E0C3389D33}"/>
          </ac:cxnSpMkLst>
        </pc:cxnChg>
        <pc:cxnChg chg="mod">
          <ac:chgData name="Lucie Fontaine" userId="2c6b0298-177f-4237-a83e-8637e19304d5" providerId="ADAL" clId="{38FDF7CA-A37A-44C1-A812-A8007AC22127}" dt="2026-04-23T07:28:27.907" v="18131"/>
          <ac:cxnSpMkLst>
            <pc:docMk/>
            <pc:sldMk cId="4251834512" sldId="351"/>
            <ac:cxnSpMk id="30" creationId="{D677938B-04EE-FE89-9C3E-01CDBB623D7F}"/>
          </ac:cxnSpMkLst>
        </pc:cxnChg>
        <pc:cxnChg chg="mod">
          <ac:chgData name="Lucie Fontaine" userId="2c6b0298-177f-4237-a83e-8637e19304d5" providerId="ADAL" clId="{38FDF7CA-A37A-44C1-A812-A8007AC22127}" dt="2026-04-22T12:45:01.382" v="16378" actId="478"/>
          <ac:cxnSpMkLst>
            <pc:docMk/>
            <pc:sldMk cId="4251834512" sldId="351"/>
            <ac:cxnSpMk id="31" creationId="{2E5FE19E-89C8-67B0-3376-B6E7A87FA264}"/>
          </ac:cxnSpMkLst>
        </pc:cxnChg>
        <pc:cxnChg chg="mod">
          <ac:chgData name="Lucie Fontaine" userId="2c6b0298-177f-4237-a83e-8637e19304d5" providerId="ADAL" clId="{38FDF7CA-A37A-44C1-A812-A8007AC22127}" dt="2026-04-23T07:28:27.907" v="18131"/>
          <ac:cxnSpMkLst>
            <pc:docMk/>
            <pc:sldMk cId="4251834512" sldId="351"/>
            <ac:cxnSpMk id="31" creationId="{5C5396AC-8D88-4EE6-8B07-6AC2BCBCBF20}"/>
          </ac:cxnSpMkLst>
        </pc:cxnChg>
        <pc:cxnChg chg="mod">
          <ac:chgData name="Lucie Fontaine" userId="2c6b0298-177f-4237-a83e-8637e19304d5" providerId="ADAL" clId="{38FDF7CA-A37A-44C1-A812-A8007AC22127}" dt="2026-04-23T08:07:31.705" v="18558" actId="692"/>
          <ac:cxnSpMkLst>
            <pc:docMk/>
            <pc:sldMk cId="4251834512" sldId="351"/>
            <ac:cxnSpMk id="32" creationId="{C4D68E6B-8077-ACC9-7021-2A2C90B6CA89}"/>
          </ac:cxnSpMkLst>
        </pc:cxnChg>
        <pc:cxnChg chg="mod">
          <ac:chgData name="Lucie Fontaine" userId="2c6b0298-177f-4237-a83e-8637e19304d5" providerId="ADAL" clId="{38FDF7CA-A37A-44C1-A812-A8007AC22127}" dt="2026-04-22T12:45:01.382" v="16378" actId="478"/>
          <ac:cxnSpMkLst>
            <pc:docMk/>
            <pc:sldMk cId="4251834512" sldId="351"/>
            <ac:cxnSpMk id="32" creationId="{EE60DB91-91A2-9967-86A3-6A8EF54299D5}"/>
          </ac:cxnSpMkLst>
        </pc:cxnChg>
        <pc:cxnChg chg="mod">
          <ac:chgData name="Lucie Fontaine" userId="2c6b0298-177f-4237-a83e-8637e19304d5" providerId="ADAL" clId="{38FDF7CA-A37A-44C1-A812-A8007AC22127}" dt="2026-04-22T12:45:01.382" v="16378" actId="478"/>
          <ac:cxnSpMkLst>
            <pc:docMk/>
            <pc:sldMk cId="4251834512" sldId="351"/>
            <ac:cxnSpMk id="33" creationId="{74B44395-5411-ACB5-F57A-0B9A6C71F9CF}"/>
          </ac:cxnSpMkLst>
        </pc:cxnChg>
        <pc:cxnChg chg="mod">
          <ac:chgData name="Lucie Fontaine" userId="2c6b0298-177f-4237-a83e-8637e19304d5" providerId="ADAL" clId="{38FDF7CA-A37A-44C1-A812-A8007AC22127}" dt="2026-04-22T12:45:01.382" v="16378" actId="478"/>
          <ac:cxnSpMkLst>
            <pc:docMk/>
            <pc:sldMk cId="4251834512" sldId="351"/>
            <ac:cxnSpMk id="34" creationId="{A5723BEA-1521-55DF-AC6F-D782D856F1B3}"/>
          </ac:cxnSpMkLst>
        </pc:cxnChg>
        <pc:cxnChg chg="mod">
          <ac:chgData name="Lucie Fontaine" userId="2c6b0298-177f-4237-a83e-8637e19304d5" providerId="ADAL" clId="{38FDF7CA-A37A-44C1-A812-A8007AC22127}" dt="2026-04-22T12:45:01.382" v="16378" actId="478"/>
          <ac:cxnSpMkLst>
            <pc:docMk/>
            <pc:sldMk cId="4251834512" sldId="351"/>
            <ac:cxnSpMk id="41" creationId="{2C02CAF6-4F28-9F24-67D0-84FD1DC07071}"/>
          </ac:cxnSpMkLst>
        </pc:cxnChg>
        <pc:cxnChg chg="add mod">
          <ac:chgData name="Lucie Fontaine" userId="2c6b0298-177f-4237-a83e-8637e19304d5" providerId="ADAL" clId="{38FDF7CA-A37A-44C1-A812-A8007AC22127}" dt="2026-04-23T08:07:08.422" v="18527" actId="692"/>
          <ac:cxnSpMkLst>
            <pc:docMk/>
            <pc:sldMk cId="4251834512" sldId="351"/>
            <ac:cxnSpMk id="41" creationId="{80E777EC-43FC-5F5D-4AD4-44086A80EFFE}"/>
          </ac:cxnSpMkLst>
        </pc:cxnChg>
        <pc:cxnChg chg="mod">
          <ac:chgData name="Lucie Fontaine" userId="2c6b0298-177f-4237-a83e-8637e19304d5" providerId="ADAL" clId="{38FDF7CA-A37A-44C1-A812-A8007AC22127}" dt="2026-04-22T12:45:01.382" v="16378" actId="478"/>
          <ac:cxnSpMkLst>
            <pc:docMk/>
            <pc:sldMk cId="4251834512" sldId="351"/>
            <ac:cxnSpMk id="42" creationId="{99EF2B6C-D196-5AFB-F2A0-A2C83B2D069D}"/>
          </ac:cxnSpMkLst>
        </pc:cxnChg>
        <pc:cxnChg chg="mod">
          <ac:chgData name="Lucie Fontaine" userId="2c6b0298-177f-4237-a83e-8637e19304d5" providerId="ADAL" clId="{38FDF7CA-A37A-44C1-A812-A8007AC22127}" dt="2026-04-22T12:45:01.382" v="16378" actId="478"/>
          <ac:cxnSpMkLst>
            <pc:docMk/>
            <pc:sldMk cId="4251834512" sldId="351"/>
            <ac:cxnSpMk id="43" creationId="{FE911332-B8CA-05FC-A71B-9414112922CE}"/>
          </ac:cxnSpMkLst>
        </pc:cxnChg>
        <pc:cxnChg chg="mod">
          <ac:chgData name="Lucie Fontaine" userId="2c6b0298-177f-4237-a83e-8637e19304d5" providerId="ADAL" clId="{38FDF7CA-A37A-44C1-A812-A8007AC22127}" dt="2026-04-22T12:45:01.382" v="16378" actId="478"/>
          <ac:cxnSpMkLst>
            <pc:docMk/>
            <pc:sldMk cId="4251834512" sldId="351"/>
            <ac:cxnSpMk id="44" creationId="{3C03A2CF-AF39-135E-E7FF-9C5C8877E81C}"/>
          </ac:cxnSpMkLst>
        </pc:cxnChg>
        <pc:cxnChg chg="mod">
          <ac:chgData name="Lucie Fontaine" userId="2c6b0298-177f-4237-a83e-8637e19304d5" providerId="ADAL" clId="{38FDF7CA-A37A-44C1-A812-A8007AC22127}" dt="2026-04-22T12:45:01.382" v="16378" actId="478"/>
          <ac:cxnSpMkLst>
            <pc:docMk/>
            <pc:sldMk cId="4251834512" sldId="351"/>
            <ac:cxnSpMk id="45" creationId="{5136B78C-DF6A-39F0-4CD7-242447F64D92}"/>
          </ac:cxnSpMkLst>
        </pc:cxnChg>
        <pc:cxnChg chg="mod">
          <ac:chgData name="Lucie Fontaine" userId="2c6b0298-177f-4237-a83e-8637e19304d5" providerId="ADAL" clId="{38FDF7CA-A37A-44C1-A812-A8007AC22127}" dt="2026-04-22T12:45:01.382" v="16378" actId="478"/>
          <ac:cxnSpMkLst>
            <pc:docMk/>
            <pc:sldMk cId="4251834512" sldId="351"/>
            <ac:cxnSpMk id="46" creationId="{882B6118-C2DC-3DEA-069C-CA2773D5143B}"/>
          </ac:cxnSpMkLst>
        </pc:cxnChg>
        <pc:cxnChg chg="mod">
          <ac:chgData name="Lucie Fontaine" userId="2c6b0298-177f-4237-a83e-8637e19304d5" providerId="ADAL" clId="{38FDF7CA-A37A-44C1-A812-A8007AC22127}" dt="2026-04-22T12:45:01.382" v="16378" actId="478"/>
          <ac:cxnSpMkLst>
            <pc:docMk/>
            <pc:sldMk cId="4251834512" sldId="351"/>
            <ac:cxnSpMk id="47" creationId="{76D97DA5-DBBB-C9E8-0834-E8872EFEFDDC}"/>
          </ac:cxnSpMkLst>
        </pc:cxnChg>
        <pc:cxnChg chg="mod">
          <ac:chgData name="Lucie Fontaine" userId="2c6b0298-177f-4237-a83e-8637e19304d5" providerId="ADAL" clId="{38FDF7CA-A37A-44C1-A812-A8007AC22127}" dt="2026-04-22T12:45:01.382" v="16378" actId="478"/>
          <ac:cxnSpMkLst>
            <pc:docMk/>
            <pc:sldMk cId="4251834512" sldId="351"/>
            <ac:cxnSpMk id="48" creationId="{4225E837-0EA5-73B1-E1C4-B43F12E61382}"/>
          </ac:cxnSpMkLst>
        </pc:cxnChg>
      </pc:sldChg>
      <pc:sldChg chg="modSp add del mod">
        <pc:chgData name="Lucie Fontaine" userId="2c6b0298-177f-4237-a83e-8637e19304d5" providerId="ADAL" clId="{38FDF7CA-A37A-44C1-A812-A8007AC22127}" dt="2026-04-22T13:31:56.205" v="16756" actId="2696"/>
        <pc:sldMkLst>
          <pc:docMk/>
          <pc:sldMk cId="2061369443" sldId="352"/>
        </pc:sldMkLst>
        <pc:spChg chg="mod">
          <ac:chgData name="Lucie Fontaine" userId="2c6b0298-177f-4237-a83e-8637e19304d5" providerId="ADAL" clId="{38FDF7CA-A37A-44C1-A812-A8007AC22127}" dt="2026-04-22T12:49:34.018" v="16433" actId="20577"/>
          <ac:spMkLst>
            <pc:docMk/>
            <pc:sldMk cId="2061369443" sldId="352"/>
            <ac:spMk id="2" creationId="{36A1B1CD-9497-FCE5-D306-1649357986A7}"/>
          </ac:spMkLst>
        </pc:spChg>
      </pc:sldChg>
      <pc:sldChg chg="addSp delSp modSp add mod ord">
        <pc:chgData name="Lucie Fontaine" userId="2c6b0298-177f-4237-a83e-8637e19304d5" providerId="ADAL" clId="{38FDF7CA-A37A-44C1-A812-A8007AC22127}" dt="2026-04-24T08:11:11.541" v="22053"/>
        <pc:sldMkLst>
          <pc:docMk/>
          <pc:sldMk cId="2786998861" sldId="353"/>
        </pc:sldMkLst>
        <pc:spChg chg="mod">
          <ac:chgData name="Lucie Fontaine" userId="2c6b0298-177f-4237-a83e-8637e19304d5" providerId="ADAL" clId="{38FDF7CA-A37A-44C1-A812-A8007AC22127}" dt="2026-04-22T12:53:23.445" v="16466" actId="20577"/>
          <ac:spMkLst>
            <pc:docMk/>
            <pc:sldMk cId="2786998861" sldId="353"/>
            <ac:spMk id="2" creationId="{36A1B1CD-9497-FCE5-D306-1649357986A7}"/>
          </ac:spMkLst>
        </pc:spChg>
        <pc:spChg chg="del topLvl">
          <ac:chgData name="Lucie Fontaine" userId="2c6b0298-177f-4237-a83e-8637e19304d5" providerId="ADAL" clId="{38FDF7CA-A37A-44C1-A812-A8007AC22127}" dt="2026-04-22T13:16:57.377" v="16527" actId="478"/>
          <ac:spMkLst>
            <pc:docMk/>
            <pc:sldMk cId="2786998861" sldId="353"/>
            <ac:spMk id="3" creationId="{BE1173F9-8505-E5C0-6846-828C40AA7784}"/>
          </ac:spMkLst>
        </pc:spChg>
        <pc:spChg chg="mod">
          <ac:chgData name="Lucie Fontaine" userId="2c6b0298-177f-4237-a83e-8637e19304d5" providerId="ADAL" clId="{38FDF7CA-A37A-44C1-A812-A8007AC22127}" dt="2026-04-22T13:17:09.992" v="16531" actId="20577"/>
          <ac:spMkLst>
            <pc:docMk/>
            <pc:sldMk cId="2786998861" sldId="353"/>
            <ac:spMk id="5" creationId="{6D8B57DE-AB20-FDDB-A0F4-5B11D422F934}"/>
          </ac:spMkLst>
        </pc:spChg>
        <pc:spChg chg="add mod">
          <ac:chgData name="Lucie Fontaine" userId="2c6b0298-177f-4237-a83e-8637e19304d5" providerId="ADAL" clId="{38FDF7CA-A37A-44C1-A812-A8007AC22127}" dt="2026-04-24T08:11:11.541" v="22053"/>
          <ac:spMkLst>
            <pc:docMk/>
            <pc:sldMk cId="2786998861" sldId="353"/>
            <ac:spMk id="12" creationId="{A7144FF0-2ED7-7CAC-6DF3-4998B903E7DF}"/>
          </ac:spMkLst>
        </pc:spChg>
        <pc:spChg chg="del">
          <ac:chgData name="Lucie Fontaine" userId="2c6b0298-177f-4237-a83e-8637e19304d5" providerId="ADAL" clId="{38FDF7CA-A37A-44C1-A812-A8007AC22127}" dt="2026-04-22T13:17:38.513" v="16534" actId="478"/>
          <ac:spMkLst>
            <pc:docMk/>
            <pc:sldMk cId="2786998861" sldId="353"/>
            <ac:spMk id="12" creationId="{F5E5C54B-6FCC-E8A3-B090-4F23A889149F}"/>
          </ac:spMkLst>
        </pc:spChg>
        <pc:spChg chg="add mod">
          <ac:chgData name="Lucie Fontaine" userId="2c6b0298-177f-4237-a83e-8637e19304d5" providerId="ADAL" clId="{38FDF7CA-A37A-44C1-A812-A8007AC22127}" dt="2026-04-22T13:16:57.831" v="16528"/>
          <ac:spMkLst>
            <pc:docMk/>
            <pc:sldMk cId="2786998861" sldId="353"/>
            <ac:spMk id="19" creationId="{03454678-6C68-C929-465C-DD33C2A0E5F3}"/>
          </ac:spMkLst>
        </pc:spChg>
        <pc:spChg chg="add mod">
          <ac:chgData name="Lucie Fontaine" userId="2c6b0298-177f-4237-a83e-8637e19304d5" providerId="ADAL" clId="{38FDF7CA-A37A-44C1-A812-A8007AC22127}" dt="2026-04-22T13:16:57.831" v="16528"/>
          <ac:spMkLst>
            <pc:docMk/>
            <pc:sldMk cId="2786998861" sldId="353"/>
            <ac:spMk id="20" creationId="{5AD43454-32CA-5917-8BF9-14EC6655FC10}"/>
          </ac:spMkLst>
        </pc:spChg>
        <pc:spChg chg="add mod">
          <ac:chgData name="Lucie Fontaine" userId="2c6b0298-177f-4237-a83e-8637e19304d5" providerId="ADAL" clId="{38FDF7CA-A37A-44C1-A812-A8007AC22127}" dt="2026-04-22T13:22:13.023" v="16663" actId="1076"/>
          <ac:spMkLst>
            <pc:docMk/>
            <pc:sldMk cId="2786998861" sldId="353"/>
            <ac:spMk id="22" creationId="{18D4ED10-9EC6-F982-CDB5-E27E9CB23B84}"/>
          </ac:spMkLst>
        </pc:spChg>
        <pc:spChg chg="add mod">
          <ac:chgData name="Lucie Fontaine" userId="2c6b0298-177f-4237-a83e-8637e19304d5" providerId="ADAL" clId="{38FDF7CA-A37A-44C1-A812-A8007AC22127}" dt="2026-04-22T13:22:16.254" v="16664" actId="1076"/>
          <ac:spMkLst>
            <pc:docMk/>
            <pc:sldMk cId="2786998861" sldId="353"/>
            <ac:spMk id="23" creationId="{3809B597-E448-463D-7134-AA725D01753A}"/>
          </ac:spMkLst>
        </pc:spChg>
        <pc:spChg chg="add del mod">
          <ac:chgData name="Lucie Fontaine" userId="2c6b0298-177f-4237-a83e-8637e19304d5" providerId="ADAL" clId="{38FDF7CA-A37A-44C1-A812-A8007AC22127}" dt="2026-04-22T14:03:55.832" v="17126" actId="478"/>
          <ac:spMkLst>
            <pc:docMk/>
            <pc:sldMk cId="2786998861" sldId="353"/>
            <ac:spMk id="49" creationId="{091A2296-98A8-4959-0484-408298F1016F}"/>
          </ac:spMkLst>
        </pc:spChg>
        <pc:spChg chg="add mod">
          <ac:chgData name="Lucie Fontaine" userId="2c6b0298-177f-4237-a83e-8637e19304d5" providerId="ADAL" clId="{38FDF7CA-A37A-44C1-A812-A8007AC22127}" dt="2026-04-22T13:17:38.840" v="16535"/>
          <ac:spMkLst>
            <pc:docMk/>
            <pc:sldMk cId="2786998861" sldId="353"/>
            <ac:spMk id="50" creationId="{019E98D7-5788-319C-2212-7D2891102171}"/>
          </ac:spMkLst>
        </pc:spChg>
        <pc:spChg chg="add mod">
          <ac:chgData name="Lucie Fontaine" userId="2c6b0298-177f-4237-a83e-8637e19304d5" providerId="ADAL" clId="{38FDF7CA-A37A-44C1-A812-A8007AC22127}" dt="2026-04-22T14:03:56.645" v="17127"/>
          <ac:spMkLst>
            <pc:docMk/>
            <pc:sldMk cId="2786998861" sldId="353"/>
            <ac:spMk id="57" creationId="{D2E7A266-51E5-CFF6-5293-AE36487FB9FE}"/>
          </ac:spMkLst>
        </pc:spChg>
        <pc:spChg chg="add mod">
          <ac:chgData name="Lucie Fontaine" userId="2c6b0298-177f-4237-a83e-8637e19304d5" providerId="ADAL" clId="{38FDF7CA-A37A-44C1-A812-A8007AC22127}" dt="2026-04-22T14:03:56.645" v="17127"/>
          <ac:spMkLst>
            <pc:docMk/>
            <pc:sldMk cId="2786998861" sldId="353"/>
            <ac:spMk id="58" creationId="{16AD8E92-B6C6-C233-386C-70B79F266E71}"/>
          </ac:spMkLst>
        </pc:spChg>
        <pc:spChg chg="add del mod">
          <ac:chgData name="Lucie Fontaine" userId="2c6b0298-177f-4237-a83e-8637e19304d5" providerId="ADAL" clId="{38FDF7CA-A37A-44C1-A812-A8007AC22127}" dt="2026-04-22T14:04:22.780" v="17130" actId="478"/>
          <ac:spMkLst>
            <pc:docMk/>
            <pc:sldMk cId="2786998861" sldId="353"/>
            <ac:spMk id="59" creationId="{387AA800-B601-A5CB-AA5F-DA6D3C359208}"/>
          </ac:spMkLst>
        </pc:spChg>
        <pc:spChg chg="add mod">
          <ac:chgData name="Lucie Fontaine" userId="2c6b0298-177f-4237-a83e-8637e19304d5" providerId="ADAL" clId="{38FDF7CA-A37A-44C1-A812-A8007AC22127}" dt="2026-04-22T14:04:04.710" v="17128"/>
          <ac:spMkLst>
            <pc:docMk/>
            <pc:sldMk cId="2786998861" sldId="353"/>
            <ac:spMk id="60" creationId="{7F3233A3-0189-1B24-FF4E-4A51CA8B9C05}"/>
          </ac:spMkLst>
        </pc:spChg>
        <pc:spChg chg="add mod">
          <ac:chgData name="Lucie Fontaine" userId="2c6b0298-177f-4237-a83e-8637e19304d5" providerId="ADAL" clId="{38FDF7CA-A37A-44C1-A812-A8007AC22127}" dt="2026-04-22T14:04:23.621" v="17131"/>
          <ac:spMkLst>
            <pc:docMk/>
            <pc:sldMk cId="2786998861" sldId="353"/>
            <ac:spMk id="61" creationId="{1A5991AC-C7B5-B15A-FC23-874ABF058803}"/>
          </ac:spMkLst>
        </pc:spChg>
        <pc:grpChg chg="del">
          <ac:chgData name="Lucie Fontaine" userId="2c6b0298-177f-4237-a83e-8637e19304d5" providerId="ADAL" clId="{38FDF7CA-A37A-44C1-A812-A8007AC22127}" dt="2026-04-22T13:17:07.061" v="16529" actId="478"/>
          <ac:grpSpMkLst>
            <pc:docMk/>
            <pc:sldMk cId="2786998861" sldId="353"/>
            <ac:grpSpMk id="13" creationId="{6447F07B-FDE6-847E-F0B4-F76562851663}"/>
          </ac:grpSpMkLst>
        </pc:grpChg>
        <pc:grpChg chg="topLvl">
          <ac:chgData name="Lucie Fontaine" userId="2c6b0298-177f-4237-a83e-8637e19304d5" providerId="ADAL" clId="{38FDF7CA-A37A-44C1-A812-A8007AC22127}" dt="2026-04-22T13:16:57.377" v="16527" actId="478"/>
          <ac:grpSpMkLst>
            <pc:docMk/>
            <pc:sldMk cId="2786998861" sldId="353"/>
            <ac:grpSpMk id="14" creationId="{3CCF3462-8E08-FD8D-E115-AC53B5C249C8}"/>
          </ac:grpSpMkLst>
        </pc:grpChg>
        <pc:grpChg chg="del">
          <ac:chgData name="Lucie Fontaine" userId="2c6b0298-177f-4237-a83e-8637e19304d5" providerId="ADAL" clId="{38FDF7CA-A37A-44C1-A812-A8007AC22127}" dt="2026-04-22T13:16:57.377" v="16527" actId="478"/>
          <ac:grpSpMkLst>
            <pc:docMk/>
            <pc:sldMk cId="2786998861" sldId="353"/>
            <ac:grpSpMk id="15" creationId="{634E3E86-58BB-2014-50DE-BCE910802E62}"/>
          </ac:grpSpMkLst>
        </pc:grpChg>
        <pc:picChg chg="add del mod modCrop">
          <ac:chgData name="Lucie Fontaine" userId="2c6b0298-177f-4237-a83e-8637e19304d5" providerId="ADAL" clId="{38FDF7CA-A37A-44C1-A812-A8007AC22127}" dt="2026-04-23T12:38:11.242" v="19716" actId="1035"/>
          <ac:picMkLst>
            <pc:docMk/>
            <pc:sldMk cId="2786998861" sldId="353"/>
            <ac:picMk id="13" creationId="{7676F3D3-1F68-241A-132B-DDFA7076D96F}"/>
          </ac:picMkLst>
        </pc:picChg>
        <pc:picChg chg="add del mod modCrop">
          <ac:chgData name="Lucie Fontaine" userId="2c6b0298-177f-4237-a83e-8637e19304d5" providerId="ADAL" clId="{38FDF7CA-A37A-44C1-A812-A8007AC22127}" dt="2026-04-23T12:37:54.976" v="19687" actId="478"/>
          <ac:picMkLst>
            <pc:docMk/>
            <pc:sldMk cId="2786998861" sldId="353"/>
            <ac:picMk id="52" creationId="{78B0B788-69A3-7D73-9C32-D005F132F356}"/>
          </ac:picMkLst>
        </pc:picChg>
        <pc:picChg chg="add del mod modCrop">
          <ac:chgData name="Lucie Fontaine" userId="2c6b0298-177f-4237-a83e-8637e19304d5" providerId="ADAL" clId="{38FDF7CA-A37A-44C1-A812-A8007AC22127}" dt="2026-04-23T12:37:54.976" v="19687" actId="478"/>
          <ac:picMkLst>
            <pc:docMk/>
            <pc:sldMk cId="2786998861" sldId="353"/>
            <ac:picMk id="54" creationId="{F088E64E-5B41-07B2-3326-23A1A27F74F7}"/>
          </ac:picMkLst>
        </pc:picChg>
        <pc:picChg chg="add del mod modCrop">
          <ac:chgData name="Lucie Fontaine" userId="2c6b0298-177f-4237-a83e-8637e19304d5" providerId="ADAL" clId="{38FDF7CA-A37A-44C1-A812-A8007AC22127}" dt="2026-04-22T13:21:45.374" v="16648" actId="478"/>
          <ac:picMkLst>
            <pc:docMk/>
            <pc:sldMk cId="2786998861" sldId="353"/>
            <ac:picMk id="56" creationId="{DEB9C530-D2AE-A8EA-DA86-2A8B7E026D7D}"/>
          </ac:picMkLst>
        </pc:picChg>
        <pc:cxnChg chg="mod">
          <ac:chgData name="Lucie Fontaine" userId="2c6b0298-177f-4237-a83e-8637e19304d5" providerId="ADAL" clId="{38FDF7CA-A37A-44C1-A812-A8007AC22127}" dt="2026-04-23T07:29:52.736" v="18143" actId="1582"/>
          <ac:cxnSpMkLst>
            <pc:docMk/>
            <pc:sldMk cId="2786998861" sldId="353"/>
            <ac:cxnSpMk id="6" creationId="{B05EA1DF-CC81-8CE4-482A-7080521B846C}"/>
          </ac:cxnSpMkLst>
        </pc:cxnChg>
        <pc:cxnChg chg="mod">
          <ac:chgData name="Lucie Fontaine" userId="2c6b0298-177f-4237-a83e-8637e19304d5" providerId="ADAL" clId="{38FDF7CA-A37A-44C1-A812-A8007AC22127}" dt="2026-04-22T13:17:07.061" v="16529" actId="478"/>
          <ac:cxnSpMkLst>
            <pc:docMk/>
            <pc:sldMk cId="2786998861" sldId="353"/>
            <ac:cxnSpMk id="27" creationId="{D1108C45-3EC1-6A34-A8CE-524F197619DE}"/>
          </ac:cxnSpMkLst>
        </pc:cxnChg>
        <pc:cxnChg chg="mod">
          <ac:chgData name="Lucie Fontaine" userId="2c6b0298-177f-4237-a83e-8637e19304d5" providerId="ADAL" clId="{38FDF7CA-A37A-44C1-A812-A8007AC22127}" dt="2026-04-22T13:17:07.061" v="16529" actId="478"/>
          <ac:cxnSpMkLst>
            <pc:docMk/>
            <pc:sldMk cId="2786998861" sldId="353"/>
            <ac:cxnSpMk id="28" creationId="{38984D60-2AA4-F941-D65A-A8F8B217432A}"/>
          </ac:cxnSpMkLst>
        </pc:cxnChg>
        <pc:cxnChg chg="mod">
          <ac:chgData name="Lucie Fontaine" userId="2c6b0298-177f-4237-a83e-8637e19304d5" providerId="ADAL" clId="{38FDF7CA-A37A-44C1-A812-A8007AC22127}" dt="2026-04-22T13:17:07.061" v="16529" actId="478"/>
          <ac:cxnSpMkLst>
            <pc:docMk/>
            <pc:sldMk cId="2786998861" sldId="353"/>
            <ac:cxnSpMk id="29" creationId="{D1094522-B335-0474-6007-40B586EAD1F8}"/>
          </ac:cxnSpMkLst>
        </pc:cxnChg>
        <pc:cxnChg chg="mod">
          <ac:chgData name="Lucie Fontaine" userId="2c6b0298-177f-4237-a83e-8637e19304d5" providerId="ADAL" clId="{38FDF7CA-A37A-44C1-A812-A8007AC22127}" dt="2026-04-22T13:17:07.061" v="16529" actId="478"/>
          <ac:cxnSpMkLst>
            <pc:docMk/>
            <pc:sldMk cId="2786998861" sldId="353"/>
            <ac:cxnSpMk id="30" creationId="{38F62075-0701-BF02-B806-E5E0C3389D33}"/>
          </ac:cxnSpMkLst>
        </pc:cxnChg>
        <pc:cxnChg chg="mod">
          <ac:chgData name="Lucie Fontaine" userId="2c6b0298-177f-4237-a83e-8637e19304d5" providerId="ADAL" clId="{38FDF7CA-A37A-44C1-A812-A8007AC22127}" dt="2026-04-22T13:17:07.061" v="16529" actId="478"/>
          <ac:cxnSpMkLst>
            <pc:docMk/>
            <pc:sldMk cId="2786998861" sldId="353"/>
            <ac:cxnSpMk id="31" creationId="{2E5FE19E-89C8-67B0-3376-B6E7A87FA264}"/>
          </ac:cxnSpMkLst>
        </pc:cxnChg>
        <pc:cxnChg chg="mod">
          <ac:chgData name="Lucie Fontaine" userId="2c6b0298-177f-4237-a83e-8637e19304d5" providerId="ADAL" clId="{38FDF7CA-A37A-44C1-A812-A8007AC22127}" dt="2026-04-22T13:17:07.061" v="16529" actId="478"/>
          <ac:cxnSpMkLst>
            <pc:docMk/>
            <pc:sldMk cId="2786998861" sldId="353"/>
            <ac:cxnSpMk id="32" creationId="{EE60DB91-91A2-9967-86A3-6A8EF54299D5}"/>
          </ac:cxnSpMkLst>
        </pc:cxnChg>
        <pc:cxnChg chg="mod">
          <ac:chgData name="Lucie Fontaine" userId="2c6b0298-177f-4237-a83e-8637e19304d5" providerId="ADAL" clId="{38FDF7CA-A37A-44C1-A812-A8007AC22127}" dt="2026-04-22T13:17:07.061" v="16529" actId="478"/>
          <ac:cxnSpMkLst>
            <pc:docMk/>
            <pc:sldMk cId="2786998861" sldId="353"/>
            <ac:cxnSpMk id="33" creationId="{74B44395-5411-ACB5-F57A-0B9A6C71F9CF}"/>
          </ac:cxnSpMkLst>
        </pc:cxnChg>
        <pc:cxnChg chg="mod">
          <ac:chgData name="Lucie Fontaine" userId="2c6b0298-177f-4237-a83e-8637e19304d5" providerId="ADAL" clId="{38FDF7CA-A37A-44C1-A812-A8007AC22127}" dt="2026-04-22T13:17:07.061" v="16529" actId="478"/>
          <ac:cxnSpMkLst>
            <pc:docMk/>
            <pc:sldMk cId="2786998861" sldId="353"/>
            <ac:cxnSpMk id="34" creationId="{A5723BEA-1521-55DF-AC6F-D782D856F1B3}"/>
          </ac:cxnSpMkLst>
        </pc:cxnChg>
        <pc:cxnChg chg="mod">
          <ac:chgData name="Lucie Fontaine" userId="2c6b0298-177f-4237-a83e-8637e19304d5" providerId="ADAL" clId="{38FDF7CA-A37A-44C1-A812-A8007AC22127}" dt="2026-04-22T13:17:07.061" v="16529" actId="478"/>
          <ac:cxnSpMkLst>
            <pc:docMk/>
            <pc:sldMk cId="2786998861" sldId="353"/>
            <ac:cxnSpMk id="41" creationId="{2C02CAF6-4F28-9F24-67D0-84FD1DC07071}"/>
          </ac:cxnSpMkLst>
        </pc:cxnChg>
        <pc:cxnChg chg="mod">
          <ac:chgData name="Lucie Fontaine" userId="2c6b0298-177f-4237-a83e-8637e19304d5" providerId="ADAL" clId="{38FDF7CA-A37A-44C1-A812-A8007AC22127}" dt="2026-04-22T13:17:07.061" v="16529" actId="478"/>
          <ac:cxnSpMkLst>
            <pc:docMk/>
            <pc:sldMk cId="2786998861" sldId="353"/>
            <ac:cxnSpMk id="42" creationId="{99EF2B6C-D196-5AFB-F2A0-A2C83B2D069D}"/>
          </ac:cxnSpMkLst>
        </pc:cxnChg>
        <pc:cxnChg chg="mod">
          <ac:chgData name="Lucie Fontaine" userId="2c6b0298-177f-4237-a83e-8637e19304d5" providerId="ADAL" clId="{38FDF7CA-A37A-44C1-A812-A8007AC22127}" dt="2026-04-22T13:17:07.061" v="16529" actId="478"/>
          <ac:cxnSpMkLst>
            <pc:docMk/>
            <pc:sldMk cId="2786998861" sldId="353"/>
            <ac:cxnSpMk id="43" creationId="{FE911332-B8CA-05FC-A71B-9414112922CE}"/>
          </ac:cxnSpMkLst>
        </pc:cxnChg>
        <pc:cxnChg chg="mod">
          <ac:chgData name="Lucie Fontaine" userId="2c6b0298-177f-4237-a83e-8637e19304d5" providerId="ADAL" clId="{38FDF7CA-A37A-44C1-A812-A8007AC22127}" dt="2026-04-22T13:17:07.061" v="16529" actId="478"/>
          <ac:cxnSpMkLst>
            <pc:docMk/>
            <pc:sldMk cId="2786998861" sldId="353"/>
            <ac:cxnSpMk id="44" creationId="{3C03A2CF-AF39-135E-E7FF-9C5C8877E81C}"/>
          </ac:cxnSpMkLst>
        </pc:cxnChg>
        <pc:cxnChg chg="mod">
          <ac:chgData name="Lucie Fontaine" userId="2c6b0298-177f-4237-a83e-8637e19304d5" providerId="ADAL" clId="{38FDF7CA-A37A-44C1-A812-A8007AC22127}" dt="2026-04-22T13:17:07.061" v="16529" actId="478"/>
          <ac:cxnSpMkLst>
            <pc:docMk/>
            <pc:sldMk cId="2786998861" sldId="353"/>
            <ac:cxnSpMk id="45" creationId="{5136B78C-DF6A-39F0-4CD7-242447F64D92}"/>
          </ac:cxnSpMkLst>
        </pc:cxnChg>
        <pc:cxnChg chg="mod">
          <ac:chgData name="Lucie Fontaine" userId="2c6b0298-177f-4237-a83e-8637e19304d5" providerId="ADAL" clId="{38FDF7CA-A37A-44C1-A812-A8007AC22127}" dt="2026-04-22T13:17:07.061" v="16529" actId="478"/>
          <ac:cxnSpMkLst>
            <pc:docMk/>
            <pc:sldMk cId="2786998861" sldId="353"/>
            <ac:cxnSpMk id="46" creationId="{882B6118-C2DC-3DEA-069C-CA2773D5143B}"/>
          </ac:cxnSpMkLst>
        </pc:cxnChg>
        <pc:cxnChg chg="mod">
          <ac:chgData name="Lucie Fontaine" userId="2c6b0298-177f-4237-a83e-8637e19304d5" providerId="ADAL" clId="{38FDF7CA-A37A-44C1-A812-A8007AC22127}" dt="2026-04-22T13:17:07.061" v="16529" actId="478"/>
          <ac:cxnSpMkLst>
            <pc:docMk/>
            <pc:sldMk cId="2786998861" sldId="353"/>
            <ac:cxnSpMk id="47" creationId="{76D97DA5-DBBB-C9E8-0834-E8872EFEFDDC}"/>
          </ac:cxnSpMkLst>
        </pc:cxnChg>
        <pc:cxnChg chg="mod">
          <ac:chgData name="Lucie Fontaine" userId="2c6b0298-177f-4237-a83e-8637e19304d5" providerId="ADAL" clId="{38FDF7CA-A37A-44C1-A812-A8007AC22127}" dt="2026-04-22T13:17:07.061" v="16529" actId="478"/>
          <ac:cxnSpMkLst>
            <pc:docMk/>
            <pc:sldMk cId="2786998861" sldId="353"/>
            <ac:cxnSpMk id="48" creationId="{4225E837-0EA5-73B1-E1C4-B43F12E61382}"/>
          </ac:cxnSpMkLst>
        </pc:cxnChg>
      </pc:sldChg>
      <pc:sldChg chg="addSp delSp modSp add del mod">
        <pc:chgData name="Lucie Fontaine" userId="2c6b0298-177f-4237-a83e-8637e19304d5" providerId="ADAL" clId="{38FDF7CA-A37A-44C1-A812-A8007AC22127}" dt="2026-04-23T07:55:59.203" v="18482" actId="2696"/>
        <pc:sldMkLst>
          <pc:docMk/>
          <pc:sldMk cId="1855369485" sldId="354"/>
        </pc:sldMkLst>
        <pc:spChg chg="add mod">
          <ac:chgData name="Lucie Fontaine" userId="2c6b0298-177f-4237-a83e-8637e19304d5" providerId="ADAL" clId="{38FDF7CA-A37A-44C1-A812-A8007AC22127}" dt="2026-04-22T13:26:57.191" v="16728" actId="1037"/>
          <ac:spMkLst>
            <pc:docMk/>
            <pc:sldMk cId="1855369485" sldId="354"/>
            <ac:spMk id="3" creationId="{CD45672A-4527-BF6D-7CB5-0928FD390D8B}"/>
          </ac:spMkLst>
        </pc:spChg>
        <pc:spChg chg="add mod">
          <ac:chgData name="Lucie Fontaine" userId="2c6b0298-177f-4237-a83e-8637e19304d5" providerId="ADAL" clId="{38FDF7CA-A37A-44C1-A812-A8007AC22127}" dt="2026-04-22T13:26:07.197" v="16710" actId="113"/>
          <ac:spMkLst>
            <pc:docMk/>
            <pc:sldMk cId="1855369485" sldId="354"/>
            <ac:spMk id="12" creationId="{E8631ED5-2153-B687-376F-618B3FB6E2E1}"/>
          </ac:spMkLst>
        </pc:spChg>
        <pc:spChg chg="add mod">
          <ac:chgData name="Lucie Fontaine" userId="2c6b0298-177f-4237-a83e-8637e19304d5" providerId="ADAL" clId="{38FDF7CA-A37A-44C1-A812-A8007AC22127}" dt="2026-04-22T13:26:42.900" v="16716" actId="1076"/>
          <ac:spMkLst>
            <pc:docMk/>
            <pc:sldMk cId="1855369485" sldId="354"/>
            <ac:spMk id="13" creationId="{878F7E72-E9BF-EAC9-2548-2C63E9E5B6B7}"/>
          </ac:spMkLst>
        </pc:spChg>
        <pc:spChg chg="del">
          <ac:chgData name="Lucie Fontaine" userId="2c6b0298-177f-4237-a83e-8637e19304d5" providerId="ADAL" clId="{38FDF7CA-A37A-44C1-A812-A8007AC22127}" dt="2026-04-22T13:23:16.870" v="16667" actId="478"/>
          <ac:spMkLst>
            <pc:docMk/>
            <pc:sldMk cId="1855369485" sldId="354"/>
            <ac:spMk id="22" creationId="{18D4ED10-9EC6-F982-CDB5-E27E9CB23B84}"/>
          </ac:spMkLst>
        </pc:spChg>
        <pc:spChg chg="del">
          <ac:chgData name="Lucie Fontaine" userId="2c6b0298-177f-4237-a83e-8637e19304d5" providerId="ADAL" clId="{38FDF7CA-A37A-44C1-A812-A8007AC22127}" dt="2026-04-22T13:23:16.870" v="16667" actId="478"/>
          <ac:spMkLst>
            <pc:docMk/>
            <pc:sldMk cId="1855369485" sldId="354"/>
            <ac:spMk id="23" creationId="{3809B597-E448-463D-7134-AA725D01753A}"/>
          </ac:spMkLst>
        </pc:spChg>
        <pc:spChg chg="add mod">
          <ac:chgData name="Lucie Fontaine" userId="2c6b0298-177f-4237-a83e-8637e19304d5" providerId="ADAL" clId="{38FDF7CA-A37A-44C1-A812-A8007AC22127}" dt="2026-04-22T14:04:28.911" v="17132"/>
          <ac:spMkLst>
            <pc:docMk/>
            <pc:sldMk cId="1855369485" sldId="354"/>
            <ac:spMk id="29" creationId="{D9F1B588-B2A9-3E88-39E1-3E12041A7930}"/>
          </ac:spMkLst>
        </pc:spChg>
        <pc:spChg chg="del">
          <ac:chgData name="Lucie Fontaine" userId="2c6b0298-177f-4237-a83e-8637e19304d5" providerId="ADAL" clId="{38FDF7CA-A37A-44C1-A812-A8007AC22127}" dt="2026-04-22T14:04:30.523" v="17133" actId="478"/>
          <ac:spMkLst>
            <pc:docMk/>
            <pc:sldMk cId="1855369485" sldId="354"/>
            <ac:spMk id="49" creationId="{091A2296-98A8-4959-0484-408298F1016F}"/>
          </ac:spMkLst>
        </pc:spChg>
        <pc:picChg chg="del">
          <ac:chgData name="Lucie Fontaine" userId="2c6b0298-177f-4237-a83e-8637e19304d5" providerId="ADAL" clId="{38FDF7CA-A37A-44C1-A812-A8007AC22127}" dt="2026-04-22T13:23:12.417" v="16666" actId="478"/>
          <ac:picMkLst>
            <pc:docMk/>
            <pc:sldMk cId="1855369485" sldId="354"/>
            <ac:picMk id="52" creationId="{78B0B788-69A3-7D73-9C32-D005F132F356}"/>
          </ac:picMkLst>
        </pc:picChg>
        <pc:picChg chg="mod">
          <ac:chgData name="Lucie Fontaine" userId="2c6b0298-177f-4237-a83e-8637e19304d5" providerId="ADAL" clId="{38FDF7CA-A37A-44C1-A812-A8007AC22127}" dt="2026-04-22T13:23:27.935" v="16669" actId="1076"/>
          <ac:picMkLst>
            <pc:docMk/>
            <pc:sldMk cId="1855369485" sldId="354"/>
            <ac:picMk id="54" creationId="{F088E64E-5B41-07B2-3326-23A1A27F74F7}"/>
          </ac:picMkLst>
        </pc:picChg>
        <pc:picChg chg="mod">
          <ac:chgData name="Lucie Fontaine" userId="2c6b0298-177f-4237-a83e-8637e19304d5" providerId="ADAL" clId="{38FDF7CA-A37A-44C1-A812-A8007AC22127}" dt="2026-04-22T13:23:31.576" v="16670" actId="1076"/>
          <ac:picMkLst>
            <pc:docMk/>
            <pc:sldMk cId="1855369485" sldId="354"/>
            <ac:picMk id="56" creationId="{DEB9C530-D2AE-A8EA-DA86-2A8B7E026D7D}"/>
          </ac:picMkLst>
        </pc:picChg>
        <pc:cxnChg chg="mod">
          <ac:chgData name="Lucie Fontaine" userId="2c6b0298-177f-4237-a83e-8637e19304d5" providerId="ADAL" clId="{38FDF7CA-A37A-44C1-A812-A8007AC22127}" dt="2026-04-23T07:30:01.440" v="18144" actId="1582"/>
          <ac:cxnSpMkLst>
            <pc:docMk/>
            <pc:sldMk cId="1855369485" sldId="354"/>
            <ac:cxnSpMk id="6" creationId="{B05EA1DF-CC81-8CE4-482A-7080521B846C}"/>
          </ac:cxnSpMkLst>
        </pc:cxnChg>
        <pc:cxnChg chg="add mod">
          <ac:chgData name="Lucie Fontaine" userId="2c6b0298-177f-4237-a83e-8637e19304d5" providerId="ADAL" clId="{38FDF7CA-A37A-44C1-A812-A8007AC22127}" dt="2026-04-22T13:31:24.868" v="16755" actId="208"/>
          <ac:cxnSpMkLst>
            <pc:docMk/>
            <pc:sldMk cId="1855369485" sldId="354"/>
            <ac:cxnSpMk id="16" creationId="{0D13E130-62B8-8F23-E6CE-15FA933CB358}"/>
          </ac:cxnSpMkLst>
        </pc:cxnChg>
        <pc:cxnChg chg="add mod">
          <ac:chgData name="Lucie Fontaine" userId="2c6b0298-177f-4237-a83e-8637e19304d5" providerId="ADAL" clId="{38FDF7CA-A37A-44C1-A812-A8007AC22127}" dt="2026-04-22T13:31:24.868" v="16755" actId="208"/>
          <ac:cxnSpMkLst>
            <pc:docMk/>
            <pc:sldMk cId="1855369485" sldId="354"/>
            <ac:cxnSpMk id="18" creationId="{3811706D-D987-5E2C-04AB-F3874869A58D}"/>
          </ac:cxnSpMkLst>
        </pc:cxnChg>
        <pc:cxnChg chg="add mod">
          <ac:chgData name="Lucie Fontaine" userId="2c6b0298-177f-4237-a83e-8637e19304d5" providerId="ADAL" clId="{38FDF7CA-A37A-44C1-A812-A8007AC22127}" dt="2026-04-22T13:31:24.868" v="16755" actId="208"/>
          <ac:cxnSpMkLst>
            <pc:docMk/>
            <pc:sldMk cId="1855369485" sldId="354"/>
            <ac:cxnSpMk id="20" creationId="{FE303590-EA73-7397-7BD5-E343DF9BDFB9}"/>
          </ac:cxnSpMkLst>
        </pc:cxnChg>
        <pc:cxnChg chg="add mod">
          <ac:chgData name="Lucie Fontaine" userId="2c6b0298-177f-4237-a83e-8637e19304d5" providerId="ADAL" clId="{38FDF7CA-A37A-44C1-A812-A8007AC22127}" dt="2026-04-22T13:31:24.868" v="16755" actId="208"/>
          <ac:cxnSpMkLst>
            <pc:docMk/>
            <pc:sldMk cId="1855369485" sldId="354"/>
            <ac:cxnSpMk id="24" creationId="{559A5206-7BF5-9E8E-BB9B-26B953ECA984}"/>
          </ac:cxnSpMkLst>
        </pc:cxnChg>
      </pc:sldChg>
      <pc:sldChg chg="addSp delSp modSp add mod ord">
        <pc:chgData name="Lucie Fontaine" userId="2c6b0298-177f-4237-a83e-8637e19304d5" providerId="ADAL" clId="{38FDF7CA-A37A-44C1-A812-A8007AC22127}" dt="2026-04-28T10:04:45.105" v="22866"/>
        <pc:sldMkLst>
          <pc:docMk/>
          <pc:sldMk cId="1245318991" sldId="355"/>
        </pc:sldMkLst>
        <pc:spChg chg="mod">
          <ac:chgData name="Lucie Fontaine" userId="2c6b0298-177f-4237-a83e-8637e19304d5" providerId="ADAL" clId="{38FDF7CA-A37A-44C1-A812-A8007AC22127}" dt="2026-04-22T13:32:34.025" v="16795" actId="20577"/>
          <ac:spMkLst>
            <pc:docMk/>
            <pc:sldMk cId="1245318991" sldId="355"/>
            <ac:spMk id="2" creationId="{36A1B1CD-9497-FCE5-D306-1649357986A7}"/>
          </ac:spMkLst>
        </pc:spChg>
        <pc:spChg chg="mod">
          <ac:chgData name="Lucie Fontaine" userId="2c6b0298-177f-4237-a83e-8637e19304d5" providerId="ADAL" clId="{38FDF7CA-A37A-44C1-A812-A8007AC22127}" dt="2026-04-22T13:33:12.322" v="16890" actId="14100"/>
          <ac:spMkLst>
            <pc:docMk/>
            <pc:sldMk cId="1245318991" sldId="355"/>
            <ac:spMk id="3" creationId="{BE1173F9-8505-E5C0-6846-828C40AA7784}"/>
          </ac:spMkLst>
        </pc:spChg>
        <pc:spChg chg="del">
          <ac:chgData name="Lucie Fontaine" userId="2c6b0298-177f-4237-a83e-8637e19304d5" providerId="ADAL" clId="{38FDF7CA-A37A-44C1-A812-A8007AC22127}" dt="2026-04-22T14:01:27.877" v="17091" actId="478"/>
          <ac:spMkLst>
            <pc:docMk/>
            <pc:sldMk cId="1245318991" sldId="355"/>
            <ac:spMk id="4" creationId="{5C4FF451-34CE-575F-F52A-5A9DD6BBE107}"/>
          </ac:spMkLst>
        </pc:spChg>
        <pc:spChg chg="mod">
          <ac:chgData name="Lucie Fontaine" userId="2c6b0298-177f-4237-a83e-8637e19304d5" providerId="ADAL" clId="{38FDF7CA-A37A-44C1-A812-A8007AC22127}" dt="2026-04-22T13:37:04.086" v="16892" actId="20577"/>
          <ac:spMkLst>
            <pc:docMk/>
            <pc:sldMk cId="1245318991" sldId="355"/>
            <ac:spMk id="5" creationId="{6D8B57DE-AB20-FDDB-A0F4-5B11D422F934}"/>
          </ac:spMkLst>
        </pc:spChg>
        <pc:spChg chg="del mod">
          <ac:chgData name="Lucie Fontaine" userId="2c6b0298-177f-4237-a83e-8637e19304d5" providerId="ADAL" clId="{38FDF7CA-A37A-44C1-A812-A8007AC22127}" dt="2026-04-22T13:57:28.355" v="17048" actId="478"/>
          <ac:spMkLst>
            <pc:docMk/>
            <pc:sldMk cId="1245318991" sldId="355"/>
            <ac:spMk id="12" creationId="{F5E5C54B-6FCC-E8A3-B090-4F23A889149F}"/>
          </ac:spMkLst>
        </pc:spChg>
        <pc:spChg chg="add mod">
          <ac:chgData name="Lucie Fontaine" userId="2c6b0298-177f-4237-a83e-8637e19304d5" providerId="ADAL" clId="{38FDF7CA-A37A-44C1-A812-A8007AC22127}" dt="2026-04-22T13:37:06.455" v="16893"/>
          <ac:spMkLst>
            <pc:docMk/>
            <pc:sldMk cId="1245318991" sldId="355"/>
            <ac:spMk id="20" creationId="{8DD015B1-FD20-156B-865D-B380959B6EE8}"/>
          </ac:spMkLst>
        </pc:spChg>
        <pc:spChg chg="add mod">
          <ac:chgData name="Lucie Fontaine" userId="2c6b0298-177f-4237-a83e-8637e19304d5" providerId="ADAL" clId="{38FDF7CA-A37A-44C1-A812-A8007AC22127}" dt="2026-04-22T13:37:06.455" v="16893"/>
          <ac:spMkLst>
            <pc:docMk/>
            <pc:sldMk cId="1245318991" sldId="355"/>
            <ac:spMk id="22" creationId="{8B2EC354-0BFE-E0DE-F17D-BCFE69E55D4E}"/>
          </ac:spMkLst>
        </pc:spChg>
        <pc:spChg chg="add mod">
          <ac:chgData name="Lucie Fontaine" userId="2c6b0298-177f-4237-a83e-8637e19304d5" providerId="ADAL" clId="{38FDF7CA-A37A-44C1-A812-A8007AC22127}" dt="2026-04-22T13:37:06.455" v="16893"/>
          <ac:spMkLst>
            <pc:docMk/>
            <pc:sldMk cId="1245318991" sldId="355"/>
            <ac:spMk id="49" creationId="{CD74D3B1-C36F-05DA-210B-E337919129F5}"/>
          </ac:spMkLst>
        </pc:spChg>
        <pc:spChg chg="add mod">
          <ac:chgData name="Lucie Fontaine" userId="2c6b0298-177f-4237-a83e-8637e19304d5" providerId="ADAL" clId="{38FDF7CA-A37A-44C1-A812-A8007AC22127}" dt="2026-04-22T13:37:06.455" v="16893"/>
          <ac:spMkLst>
            <pc:docMk/>
            <pc:sldMk cId="1245318991" sldId="355"/>
            <ac:spMk id="50" creationId="{02EB3FFB-5142-C10A-3A4D-A1DB58AB8091}"/>
          </ac:spMkLst>
        </pc:spChg>
        <pc:spChg chg="add mod">
          <ac:chgData name="Lucie Fontaine" userId="2c6b0298-177f-4237-a83e-8637e19304d5" providerId="ADAL" clId="{38FDF7CA-A37A-44C1-A812-A8007AC22127}" dt="2026-04-22T13:37:06.455" v="16893"/>
          <ac:spMkLst>
            <pc:docMk/>
            <pc:sldMk cId="1245318991" sldId="355"/>
            <ac:spMk id="51" creationId="{1304A4DD-7463-D1FC-F66A-B6E104FAEE47}"/>
          </ac:spMkLst>
        </pc:spChg>
        <pc:spChg chg="add mod">
          <ac:chgData name="Lucie Fontaine" userId="2c6b0298-177f-4237-a83e-8637e19304d5" providerId="ADAL" clId="{38FDF7CA-A37A-44C1-A812-A8007AC22127}" dt="2026-04-22T13:37:06.455" v="16893"/>
          <ac:spMkLst>
            <pc:docMk/>
            <pc:sldMk cId="1245318991" sldId="355"/>
            <ac:spMk id="52" creationId="{4F58F520-37C1-A67B-E86F-CE028B832CE9}"/>
          </ac:spMkLst>
        </pc:spChg>
        <pc:spChg chg="add mod">
          <ac:chgData name="Lucie Fontaine" userId="2c6b0298-177f-4237-a83e-8637e19304d5" providerId="ADAL" clId="{38FDF7CA-A37A-44C1-A812-A8007AC22127}" dt="2026-04-22T13:37:06.455" v="16893"/>
          <ac:spMkLst>
            <pc:docMk/>
            <pc:sldMk cId="1245318991" sldId="355"/>
            <ac:spMk id="61" creationId="{7D9F9F46-7BE3-889A-0DDB-C1657B3F083C}"/>
          </ac:spMkLst>
        </pc:spChg>
        <pc:spChg chg="mod">
          <ac:chgData name="Lucie Fontaine" userId="2c6b0298-177f-4237-a83e-8637e19304d5" providerId="ADAL" clId="{38FDF7CA-A37A-44C1-A812-A8007AC22127}" dt="2026-04-22T13:52:39.256" v="16952" actId="1076"/>
          <ac:spMkLst>
            <pc:docMk/>
            <pc:sldMk cId="1245318991" sldId="355"/>
            <ac:spMk id="66" creationId="{2DC8D992-0341-7163-57C2-7AD3752C2EA7}"/>
          </ac:spMkLst>
        </pc:spChg>
        <pc:spChg chg="mod">
          <ac:chgData name="Lucie Fontaine" userId="2c6b0298-177f-4237-a83e-8637e19304d5" providerId="ADAL" clId="{38FDF7CA-A37A-44C1-A812-A8007AC22127}" dt="2026-04-22T13:52:12.696" v="16949" actId="1076"/>
          <ac:spMkLst>
            <pc:docMk/>
            <pc:sldMk cId="1245318991" sldId="355"/>
            <ac:spMk id="67" creationId="{10B83897-F2CD-A164-EC82-46D8D0FF2EF7}"/>
          </ac:spMkLst>
        </pc:spChg>
        <pc:spChg chg="mod">
          <ac:chgData name="Lucie Fontaine" userId="2c6b0298-177f-4237-a83e-8637e19304d5" providerId="ADAL" clId="{38FDF7CA-A37A-44C1-A812-A8007AC22127}" dt="2026-04-22T13:53:22.464" v="16956" actId="1076"/>
          <ac:spMkLst>
            <pc:docMk/>
            <pc:sldMk cId="1245318991" sldId="355"/>
            <ac:spMk id="68" creationId="{6AFD58FD-375F-4A1E-3A5C-5059C809B31D}"/>
          </ac:spMkLst>
        </pc:spChg>
        <pc:spChg chg="mod">
          <ac:chgData name="Lucie Fontaine" userId="2c6b0298-177f-4237-a83e-8637e19304d5" providerId="ADAL" clId="{38FDF7CA-A37A-44C1-A812-A8007AC22127}" dt="2026-04-22T13:52:42.642" v="16953" actId="1076"/>
          <ac:spMkLst>
            <pc:docMk/>
            <pc:sldMk cId="1245318991" sldId="355"/>
            <ac:spMk id="93" creationId="{D6E68049-C382-D954-2A7B-A269B54A404D}"/>
          </ac:spMkLst>
        </pc:spChg>
        <pc:spChg chg="del mod">
          <ac:chgData name="Lucie Fontaine" userId="2c6b0298-177f-4237-a83e-8637e19304d5" providerId="ADAL" clId="{38FDF7CA-A37A-44C1-A812-A8007AC22127}" dt="2026-04-22T13:50:07.291" v="16934" actId="478"/>
          <ac:spMkLst>
            <pc:docMk/>
            <pc:sldMk cId="1245318991" sldId="355"/>
            <ac:spMk id="94" creationId="{B489E452-1DC9-521C-C061-B050C8661004}"/>
          </ac:spMkLst>
        </pc:spChg>
        <pc:spChg chg="mod">
          <ac:chgData name="Lucie Fontaine" userId="2c6b0298-177f-4237-a83e-8637e19304d5" providerId="ADAL" clId="{38FDF7CA-A37A-44C1-A812-A8007AC22127}" dt="2026-04-22T13:51:39.263" v="16944" actId="113"/>
          <ac:spMkLst>
            <pc:docMk/>
            <pc:sldMk cId="1245318991" sldId="355"/>
            <ac:spMk id="95" creationId="{DA02D4B0-8E73-8599-6626-C07DD522DB10}"/>
          </ac:spMkLst>
        </pc:spChg>
        <pc:spChg chg="mod">
          <ac:chgData name="Lucie Fontaine" userId="2c6b0298-177f-4237-a83e-8637e19304d5" providerId="ADAL" clId="{38FDF7CA-A37A-44C1-A812-A8007AC22127}" dt="2026-04-22T13:53:29.560" v="16983" actId="1036"/>
          <ac:spMkLst>
            <pc:docMk/>
            <pc:sldMk cId="1245318991" sldId="355"/>
            <ac:spMk id="96" creationId="{B5C1921F-DC11-DDBD-707B-D127F253663C}"/>
          </ac:spMkLst>
        </pc:spChg>
        <pc:spChg chg="add mod">
          <ac:chgData name="Lucie Fontaine" userId="2c6b0298-177f-4237-a83e-8637e19304d5" providerId="ADAL" clId="{38FDF7CA-A37A-44C1-A812-A8007AC22127}" dt="2026-04-22T13:53:54.781" v="17044" actId="1037"/>
          <ac:spMkLst>
            <pc:docMk/>
            <pc:sldMk cId="1245318991" sldId="355"/>
            <ac:spMk id="116" creationId="{AD223C81-BF9D-5B3B-6503-C96D20E147D2}"/>
          </ac:spMkLst>
        </pc:spChg>
        <pc:spChg chg="add mod">
          <ac:chgData name="Lucie Fontaine" userId="2c6b0298-177f-4237-a83e-8637e19304d5" providerId="ADAL" clId="{38FDF7CA-A37A-44C1-A812-A8007AC22127}" dt="2026-04-22T14:02:51.585" v="17096" actId="20577"/>
          <ac:spMkLst>
            <pc:docMk/>
            <pc:sldMk cId="1245318991" sldId="355"/>
            <ac:spMk id="117" creationId="{AEB017AB-6F93-BB54-1042-D9064FBE6DF7}"/>
          </ac:spMkLst>
        </pc:spChg>
        <pc:spChg chg="add del mod">
          <ac:chgData name="Lucie Fontaine" userId="2c6b0298-177f-4237-a83e-8637e19304d5" providerId="ADAL" clId="{38FDF7CA-A37A-44C1-A812-A8007AC22127}" dt="2026-04-22T14:02:47.566" v="17095" actId="478"/>
          <ac:spMkLst>
            <pc:docMk/>
            <pc:sldMk cId="1245318991" sldId="355"/>
            <ac:spMk id="118" creationId="{806B550F-2723-6D36-DE6D-75A907CBF8F3}"/>
          </ac:spMkLst>
        </pc:spChg>
        <pc:spChg chg="mod">
          <ac:chgData name="Lucie Fontaine" userId="2c6b0298-177f-4237-a83e-8637e19304d5" providerId="ADAL" clId="{38FDF7CA-A37A-44C1-A812-A8007AC22127}" dt="2026-04-22T13:59:37.134" v="17064" actId="1076"/>
          <ac:spMkLst>
            <pc:docMk/>
            <pc:sldMk cId="1245318991" sldId="355"/>
            <ac:spMk id="120" creationId="{19728544-3B35-9643-AB07-DCBF3CB08996}"/>
          </ac:spMkLst>
        </pc:spChg>
        <pc:spChg chg="mod">
          <ac:chgData name="Lucie Fontaine" userId="2c6b0298-177f-4237-a83e-8637e19304d5" providerId="ADAL" clId="{38FDF7CA-A37A-44C1-A812-A8007AC22127}" dt="2026-04-22T13:59:29.703" v="17063" actId="1076"/>
          <ac:spMkLst>
            <pc:docMk/>
            <pc:sldMk cId="1245318991" sldId="355"/>
            <ac:spMk id="121" creationId="{EDC53E91-2877-55FC-9BFF-2A1517AD6559}"/>
          </ac:spMkLst>
        </pc:spChg>
        <pc:spChg chg="mod">
          <ac:chgData name="Lucie Fontaine" userId="2c6b0298-177f-4237-a83e-8637e19304d5" providerId="ADAL" clId="{38FDF7CA-A37A-44C1-A812-A8007AC22127}" dt="2026-04-22T13:59:29.703" v="17063" actId="1076"/>
          <ac:spMkLst>
            <pc:docMk/>
            <pc:sldMk cId="1245318991" sldId="355"/>
            <ac:spMk id="122" creationId="{6ED8F47C-8376-568A-AA2C-71B0F3133D79}"/>
          </ac:spMkLst>
        </pc:spChg>
        <pc:spChg chg="mod">
          <ac:chgData name="Lucie Fontaine" userId="2c6b0298-177f-4237-a83e-8637e19304d5" providerId="ADAL" clId="{38FDF7CA-A37A-44C1-A812-A8007AC22127}" dt="2026-04-22T13:59:29.703" v="17063" actId="1076"/>
          <ac:spMkLst>
            <pc:docMk/>
            <pc:sldMk cId="1245318991" sldId="355"/>
            <ac:spMk id="123" creationId="{87568B99-C4C8-051F-C5CC-6204178A4520}"/>
          </ac:spMkLst>
        </pc:spChg>
        <pc:spChg chg="mod">
          <ac:chgData name="Lucie Fontaine" userId="2c6b0298-177f-4237-a83e-8637e19304d5" providerId="ADAL" clId="{38FDF7CA-A37A-44C1-A812-A8007AC22127}" dt="2026-04-22T13:57:28.915" v="17049"/>
          <ac:spMkLst>
            <pc:docMk/>
            <pc:sldMk cId="1245318991" sldId="355"/>
            <ac:spMk id="124" creationId="{B58DB685-DB3C-D9B6-8B0B-FEB5DB0A24BC}"/>
          </ac:spMkLst>
        </pc:spChg>
        <pc:spChg chg="mod">
          <ac:chgData name="Lucie Fontaine" userId="2c6b0298-177f-4237-a83e-8637e19304d5" providerId="ADAL" clId="{38FDF7CA-A37A-44C1-A812-A8007AC22127}" dt="2026-04-22T13:58:21.574" v="17054" actId="1076"/>
          <ac:spMkLst>
            <pc:docMk/>
            <pc:sldMk cId="1245318991" sldId="355"/>
            <ac:spMk id="125" creationId="{9CF5D761-3FC5-8D01-D064-49276A349DC9}"/>
          </ac:spMkLst>
        </pc:spChg>
        <pc:spChg chg="mod">
          <ac:chgData name="Lucie Fontaine" userId="2c6b0298-177f-4237-a83e-8637e19304d5" providerId="ADAL" clId="{38FDF7CA-A37A-44C1-A812-A8007AC22127}" dt="2026-04-22T14:00:47.236" v="17082" actId="1076"/>
          <ac:spMkLst>
            <pc:docMk/>
            <pc:sldMk cId="1245318991" sldId="355"/>
            <ac:spMk id="128" creationId="{5BC85328-74EC-8000-70BC-C26971BE6B0E}"/>
          </ac:spMkLst>
        </pc:spChg>
        <pc:spChg chg="mod">
          <ac:chgData name="Lucie Fontaine" userId="2c6b0298-177f-4237-a83e-8637e19304d5" providerId="ADAL" clId="{38FDF7CA-A37A-44C1-A812-A8007AC22127}" dt="2026-04-22T13:58:21.574" v="17054" actId="1076"/>
          <ac:spMkLst>
            <pc:docMk/>
            <pc:sldMk cId="1245318991" sldId="355"/>
            <ac:spMk id="129" creationId="{76D6785A-555D-A8FB-2D5B-B2D6125F36BA}"/>
          </ac:spMkLst>
        </pc:spChg>
        <pc:spChg chg="mod">
          <ac:chgData name="Lucie Fontaine" userId="2c6b0298-177f-4237-a83e-8637e19304d5" providerId="ADAL" clId="{38FDF7CA-A37A-44C1-A812-A8007AC22127}" dt="2026-04-22T14:00:51.018" v="17083" actId="1076"/>
          <ac:spMkLst>
            <pc:docMk/>
            <pc:sldMk cId="1245318991" sldId="355"/>
            <ac:spMk id="130" creationId="{04B71C13-8AD5-A8E4-8266-14544CAFE0B9}"/>
          </ac:spMkLst>
        </pc:spChg>
        <pc:spChg chg="add del mod">
          <ac:chgData name="Lucie Fontaine" userId="2c6b0298-177f-4237-a83e-8637e19304d5" providerId="ADAL" clId="{38FDF7CA-A37A-44C1-A812-A8007AC22127}" dt="2026-04-22T14:02:47.566" v="17095" actId="478"/>
          <ac:spMkLst>
            <pc:docMk/>
            <pc:sldMk cId="1245318991" sldId="355"/>
            <ac:spMk id="137" creationId="{523240B9-6814-D3C2-69AC-B6CAA0B3E6C2}"/>
          </ac:spMkLst>
        </pc:spChg>
        <pc:spChg chg="add del mod">
          <ac:chgData name="Lucie Fontaine" userId="2c6b0298-177f-4237-a83e-8637e19304d5" providerId="ADAL" clId="{38FDF7CA-A37A-44C1-A812-A8007AC22127}" dt="2026-04-22T14:02:47.566" v="17095" actId="478"/>
          <ac:spMkLst>
            <pc:docMk/>
            <pc:sldMk cId="1245318991" sldId="355"/>
            <ac:spMk id="138" creationId="{A41FCA74-ABFD-4BA0-6899-0AA9F4227FF2}"/>
          </ac:spMkLst>
        </pc:spChg>
        <pc:spChg chg="add del mod">
          <ac:chgData name="Lucie Fontaine" userId="2c6b0298-177f-4237-a83e-8637e19304d5" providerId="ADAL" clId="{38FDF7CA-A37A-44C1-A812-A8007AC22127}" dt="2026-04-22T14:01:08.751" v="17087" actId="478"/>
          <ac:spMkLst>
            <pc:docMk/>
            <pc:sldMk cId="1245318991" sldId="355"/>
            <ac:spMk id="139" creationId="{9CEF4203-5975-04D5-2E3D-C235C0F32AE1}"/>
          </ac:spMkLst>
        </pc:spChg>
        <pc:spChg chg="mod">
          <ac:chgData name="Lucie Fontaine" userId="2c6b0298-177f-4237-a83e-8637e19304d5" providerId="ADAL" clId="{38FDF7CA-A37A-44C1-A812-A8007AC22127}" dt="2026-04-22T14:02:52.870" v="17097"/>
          <ac:spMkLst>
            <pc:docMk/>
            <pc:sldMk cId="1245318991" sldId="355"/>
            <ac:spMk id="176" creationId="{75D3A0C2-6CA1-8661-198D-A250CF892716}"/>
          </ac:spMkLst>
        </pc:spChg>
        <pc:spChg chg="mod">
          <ac:chgData name="Lucie Fontaine" userId="2c6b0298-177f-4237-a83e-8637e19304d5" providerId="ADAL" clId="{38FDF7CA-A37A-44C1-A812-A8007AC22127}" dt="2026-04-22T14:02:52.870" v="17097"/>
          <ac:spMkLst>
            <pc:docMk/>
            <pc:sldMk cId="1245318991" sldId="355"/>
            <ac:spMk id="178" creationId="{850D3408-6F96-57D4-F95D-DBD397C5655E}"/>
          </ac:spMkLst>
        </pc:spChg>
        <pc:spChg chg="mod">
          <ac:chgData name="Lucie Fontaine" userId="2c6b0298-177f-4237-a83e-8637e19304d5" providerId="ADAL" clId="{38FDF7CA-A37A-44C1-A812-A8007AC22127}" dt="2026-04-22T14:02:52.870" v="17097"/>
          <ac:spMkLst>
            <pc:docMk/>
            <pc:sldMk cId="1245318991" sldId="355"/>
            <ac:spMk id="185" creationId="{58BED175-3D33-973D-989E-7D008BD3622A}"/>
          </ac:spMkLst>
        </pc:spChg>
        <pc:spChg chg="mod">
          <ac:chgData name="Lucie Fontaine" userId="2c6b0298-177f-4237-a83e-8637e19304d5" providerId="ADAL" clId="{38FDF7CA-A37A-44C1-A812-A8007AC22127}" dt="2026-04-22T14:02:52.870" v="17097"/>
          <ac:spMkLst>
            <pc:docMk/>
            <pc:sldMk cId="1245318991" sldId="355"/>
            <ac:spMk id="186" creationId="{AE71FF4D-5695-CF93-EE19-14817DDBA960}"/>
          </ac:spMkLst>
        </pc:spChg>
        <pc:spChg chg="mod">
          <ac:chgData name="Lucie Fontaine" userId="2c6b0298-177f-4237-a83e-8637e19304d5" providerId="ADAL" clId="{38FDF7CA-A37A-44C1-A812-A8007AC22127}" dt="2026-04-22T14:02:52.870" v="17097"/>
          <ac:spMkLst>
            <pc:docMk/>
            <pc:sldMk cId="1245318991" sldId="355"/>
            <ac:spMk id="187" creationId="{DC5F6554-3F9C-F5A5-212B-15B91694F77F}"/>
          </ac:spMkLst>
        </pc:spChg>
        <pc:spChg chg="mod">
          <ac:chgData name="Lucie Fontaine" userId="2c6b0298-177f-4237-a83e-8637e19304d5" providerId="ADAL" clId="{38FDF7CA-A37A-44C1-A812-A8007AC22127}" dt="2026-04-22T14:02:52.870" v="17097"/>
          <ac:spMkLst>
            <pc:docMk/>
            <pc:sldMk cId="1245318991" sldId="355"/>
            <ac:spMk id="188" creationId="{601790CA-5E93-AB96-22CD-9832AC47490A}"/>
          </ac:spMkLst>
        </pc:spChg>
        <pc:spChg chg="mod">
          <ac:chgData name="Lucie Fontaine" userId="2c6b0298-177f-4237-a83e-8637e19304d5" providerId="ADAL" clId="{38FDF7CA-A37A-44C1-A812-A8007AC22127}" dt="2026-04-22T14:02:52.870" v="17097"/>
          <ac:spMkLst>
            <pc:docMk/>
            <pc:sldMk cId="1245318991" sldId="355"/>
            <ac:spMk id="189" creationId="{A4AECFB3-3EC9-AA35-6466-B41F8DC1DED3}"/>
          </ac:spMkLst>
        </pc:spChg>
        <pc:spChg chg="mod">
          <ac:chgData name="Lucie Fontaine" userId="2c6b0298-177f-4237-a83e-8637e19304d5" providerId="ADAL" clId="{38FDF7CA-A37A-44C1-A812-A8007AC22127}" dt="2026-04-22T14:02:52.870" v="17097"/>
          <ac:spMkLst>
            <pc:docMk/>
            <pc:sldMk cId="1245318991" sldId="355"/>
            <ac:spMk id="190" creationId="{8E873CD7-7472-DBC2-B860-DD8F66D18897}"/>
          </ac:spMkLst>
        </pc:spChg>
        <pc:spChg chg="add mod">
          <ac:chgData name="Lucie Fontaine" userId="2c6b0298-177f-4237-a83e-8637e19304d5" providerId="ADAL" clId="{38FDF7CA-A37A-44C1-A812-A8007AC22127}" dt="2026-04-22T14:03:21.590" v="17123" actId="14100"/>
          <ac:spMkLst>
            <pc:docMk/>
            <pc:sldMk cId="1245318991" sldId="355"/>
            <ac:spMk id="199" creationId="{0FAE9322-12F4-05A5-DA61-8C6290CB186B}"/>
          </ac:spMkLst>
        </pc:spChg>
        <pc:spChg chg="add mod">
          <ac:chgData name="Lucie Fontaine" userId="2c6b0298-177f-4237-a83e-8637e19304d5" providerId="ADAL" clId="{38FDF7CA-A37A-44C1-A812-A8007AC22127}" dt="2026-04-22T14:03:25.370" v="17124" actId="1076"/>
          <ac:spMkLst>
            <pc:docMk/>
            <pc:sldMk cId="1245318991" sldId="355"/>
            <ac:spMk id="200" creationId="{777E4732-96D9-3D29-5680-27E4D17135E7}"/>
          </ac:spMkLst>
        </pc:spChg>
        <pc:grpChg chg="del">
          <ac:chgData name="Lucie Fontaine" userId="2c6b0298-177f-4237-a83e-8637e19304d5" providerId="ADAL" clId="{38FDF7CA-A37A-44C1-A812-A8007AC22127}" dt="2026-04-22T13:37:02.264" v="16891" actId="478"/>
          <ac:grpSpMkLst>
            <pc:docMk/>
            <pc:sldMk cId="1245318991" sldId="355"/>
            <ac:grpSpMk id="13" creationId="{6447F07B-FDE6-847E-F0B4-F76562851663}"/>
          </ac:grpSpMkLst>
        </pc:grpChg>
        <pc:grpChg chg="del">
          <ac:chgData name="Lucie Fontaine" userId="2c6b0298-177f-4237-a83e-8637e19304d5" providerId="ADAL" clId="{38FDF7CA-A37A-44C1-A812-A8007AC22127}" dt="2026-04-22T13:57:25.401" v="17047" actId="478"/>
          <ac:grpSpMkLst>
            <pc:docMk/>
            <pc:sldMk cId="1245318991" sldId="355"/>
            <ac:grpSpMk id="15" creationId="{634E3E86-58BB-2014-50DE-BCE910802E62}"/>
          </ac:grpSpMkLst>
        </pc:grpChg>
        <pc:grpChg chg="add mod">
          <ac:chgData name="Lucie Fontaine" userId="2c6b0298-177f-4237-a83e-8637e19304d5" providerId="ADAL" clId="{38FDF7CA-A37A-44C1-A812-A8007AC22127}" dt="2026-04-22T13:51:49.211" v="16946" actId="1076"/>
          <ac:grpSpMkLst>
            <pc:docMk/>
            <pc:sldMk cId="1245318991" sldId="355"/>
            <ac:grpSpMk id="62" creationId="{CEFAABEF-6466-7BBE-3DC5-B84713894890}"/>
          </ac:grpSpMkLst>
        </pc:grpChg>
        <pc:grpChg chg="mod">
          <ac:chgData name="Lucie Fontaine" userId="2c6b0298-177f-4237-a83e-8637e19304d5" providerId="ADAL" clId="{38FDF7CA-A37A-44C1-A812-A8007AC22127}" dt="2026-04-22T13:51:39.263" v="16944" actId="113"/>
          <ac:grpSpMkLst>
            <pc:docMk/>
            <pc:sldMk cId="1245318991" sldId="355"/>
            <ac:grpSpMk id="64" creationId="{B9A889E1-7672-6F99-BF3A-5EA91FDA789A}"/>
          </ac:grpSpMkLst>
        </pc:grpChg>
        <pc:grpChg chg="mod">
          <ac:chgData name="Lucie Fontaine" userId="2c6b0298-177f-4237-a83e-8637e19304d5" providerId="ADAL" clId="{38FDF7CA-A37A-44C1-A812-A8007AC22127}" dt="2026-04-22T13:51:39.263" v="16944" actId="113"/>
          <ac:grpSpMkLst>
            <pc:docMk/>
            <pc:sldMk cId="1245318991" sldId="355"/>
            <ac:grpSpMk id="65" creationId="{40B14DA3-04D2-9F2A-66D6-F1003C0B6C56}"/>
          </ac:grpSpMkLst>
        </pc:grpChg>
        <pc:grpChg chg="add del mod">
          <ac:chgData name="Lucie Fontaine" userId="2c6b0298-177f-4237-a83e-8637e19304d5" providerId="ADAL" clId="{38FDF7CA-A37A-44C1-A812-A8007AC22127}" dt="2026-04-22T14:02:47.566" v="17095" actId="478"/>
          <ac:grpSpMkLst>
            <pc:docMk/>
            <pc:sldMk cId="1245318991" sldId="355"/>
            <ac:grpSpMk id="119" creationId="{1B069219-C351-CB09-250B-88AC7702CB9D}"/>
          </ac:grpSpMkLst>
        </pc:grpChg>
        <pc:grpChg chg="add mod">
          <ac:chgData name="Lucie Fontaine" userId="2c6b0298-177f-4237-a83e-8637e19304d5" providerId="ADAL" clId="{38FDF7CA-A37A-44C1-A812-A8007AC22127}" dt="2026-04-22T14:02:52.870" v="17097"/>
          <ac:grpSpMkLst>
            <pc:docMk/>
            <pc:sldMk cId="1245318991" sldId="355"/>
            <ac:grpSpMk id="173" creationId="{EE2D8C9A-98DA-9E0C-6782-5B8A6ED2F523}"/>
          </ac:grpSpMkLst>
        </pc:grpChg>
        <pc:grpChg chg="mod">
          <ac:chgData name="Lucie Fontaine" userId="2c6b0298-177f-4237-a83e-8637e19304d5" providerId="ADAL" clId="{38FDF7CA-A37A-44C1-A812-A8007AC22127}" dt="2026-04-22T14:02:52.870" v="17097"/>
          <ac:grpSpMkLst>
            <pc:docMk/>
            <pc:sldMk cId="1245318991" sldId="355"/>
            <ac:grpSpMk id="174" creationId="{052509B7-80E5-28B6-C120-24D0E69B27C7}"/>
          </ac:grpSpMkLst>
        </pc:grpChg>
        <pc:grpChg chg="mod">
          <ac:chgData name="Lucie Fontaine" userId="2c6b0298-177f-4237-a83e-8637e19304d5" providerId="ADAL" clId="{38FDF7CA-A37A-44C1-A812-A8007AC22127}" dt="2026-04-22T14:02:52.870" v="17097"/>
          <ac:grpSpMkLst>
            <pc:docMk/>
            <pc:sldMk cId="1245318991" sldId="355"/>
            <ac:grpSpMk id="180" creationId="{B5756041-2436-0F64-AB74-8130838AFF4D}"/>
          </ac:grpSpMkLst>
        </pc:grpChg>
        <pc:grpChg chg="mod">
          <ac:chgData name="Lucie Fontaine" userId="2c6b0298-177f-4237-a83e-8637e19304d5" providerId="ADAL" clId="{38FDF7CA-A37A-44C1-A812-A8007AC22127}" dt="2026-04-22T14:02:52.870" v="17097"/>
          <ac:grpSpMkLst>
            <pc:docMk/>
            <pc:sldMk cId="1245318991" sldId="355"/>
            <ac:grpSpMk id="182" creationId="{1B6B9F86-DE88-F22E-7942-7889F63D454C}"/>
          </ac:grpSpMkLst>
        </pc:grpChg>
        <pc:picChg chg="add mod">
          <ac:chgData name="Lucie Fontaine" userId="2c6b0298-177f-4237-a83e-8637e19304d5" providerId="ADAL" clId="{38FDF7CA-A37A-44C1-A812-A8007AC22127}" dt="2026-04-22T13:37:06.455" v="16893"/>
          <ac:picMkLst>
            <pc:docMk/>
            <pc:sldMk cId="1245318991" sldId="355"/>
            <ac:picMk id="19" creationId="{7F70E2B4-2DE4-42E4-9D4A-C1969C0BB395}"/>
          </ac:picMkLst>
        </pc:picChg>
        <pc:picChg chg="add mod">
          <ac:chgData name="Lucie Fontaine" userId="2c6b0298-177f-4237-a83e-8637e19304d5" providerId="ADAL" clId="{38FDF7CA-A37A-44C1-A812-A8007AC22127}" dt="2026-04-22T13:37:06.455" v="16893"/>
          <ac:picMkLst>
            <pc:docMk/>
            <pc:sldMk cId="1245318991" sldId="355"/>
            <ac:picMk id="23" creationId="{0DF127CA-B061-25BC-0B88-1369950250BB}"/>
          </ac:picMkLst>
        </pc:picChg>
        <pc:picChg chg="mod">
          <ac:chgData name="Lucie Fontaine" userId="2c6b0298-177f-4237-a83e-8637e19304d5" providerId="ADAL" clId="{38FDF7CA-A37A-44C1-A812-A8007AC22127}" dt="2026-04-22T13:51:39.263" v="16944" actId="113"/>
          <ac:picMkLst>
            <pc:docMk/>
            <pc:sldMk cId="1245318991" sldId="355"/>
            <ac:picMk id="89" creationId="{D3632FD8-7195-D8AF-CF5A-7F271E468282}"/>
          </ac:picMkLst>
        </pc:picChg>
        <pc:picChg chg="mod">
          <ac:chgData name="Lucie Fontaine" userId="2c6b0298-177f-4237-a83e-8637e19304d5" providerId="ADAL" clId="{38FDF7CA-A37A-44C1-A812-A8007AC22127}" dt="2026-04-22T13:52:04.036" v="16948" actId="1076"/>
          <ac:picMkLst>
            <pc:docMk/>
            <pc:sldMk cId="1245318991" sldId="355"/>
            <ac:picMk id="90" creationId="{1548D4BA-128D-A8A9-F87B-96267854E972}"/>
          </ac:picMkLst>
        </pc:picChg>
        <pc:cxnChg chg="add mod">
          <ac:chgData name="Lucie Fontaine" userId="2c6b0298-177f-4237-a83e-8637e19304d5" providerId="ADAL" clId="{38FDF7CA-A37A-44C1-A812-A8007AC22127}" dt="2026-04-23T07:30:09.623" v="18145"/>
          <ac:cxnSpMkLst>
            <pc:docMk/>
            <pc:sldMk cId="1245318991" sldId="355"/>
            <ac:cxnSpMk id="3" creationId="{8E7FD925-446F-4E64-831F-44883ADD4F69}"/>
          </ac:cxnSpMkLst>
        </pc:cxnChg>
        <pc:cxnChg chg="del">
          <ac:chgData name="Lucie Fontaine" userId="2c6b0298-177f-4237-a83e-8637e19304d5" providerId="ADAL" clId="{38FDF7CA-A37A-44C1-A812-A8007AC22127}" dt="2026-04-22T13:57:28.355" v="17048" actId="478"/>
          <ac:cxnSpMkLst>
            <pc:docMk/>
            <pc:sldMk cId="1245318991" sldId="355"/>
            <ac:cxnSpMk id="6" creationId="{B05EA1DF-CC81-8CE4-482A-7080521B846C}"/>
          </ac:cxnSpMkLst>
        </pc:cxnChg>
        <pc:cxnChg chg="mod">
          <ac:chgData name="Lucie Fontaine" userId="2c6b0298-177f-4237-a83e-8637e19304d5" providerId="ADAL" clId="{38FDF7CA-A37A-44C1-A812-A8007AC22127}" dt="2026-04-22T13:37:02.264" v="16891" actId="478"/>
          <ac:cxnSpMkLst>
            <pc:docMk/>
            <pc:sldMk cId="1245318991" sldId="355"/>
            <ac:cxnSpMk id="27" creationId="{D1108C45-3EC1-6A34-A8CE-524F197619DE}"/>
          </ac:cxnSpMkLst>
        </pc:cxnChg>
        <pc:cxnChg chg="mod">
          <ac:chgData name="Lucie Fontaine" userId="2c6b0298-177f-4237-a83e-8637e19304d5" providerId="ADAL" clId="{38FDF7CA-A37A-44C1-A812-A8007AC22127}" dt="2026-04-22T13:37:02.264" v="16891" actId="478"/>
          <ac:cxnSpMkLst>
            <pc:docMk/>
            <pc:sldMk cId="1245318991" sldId="355"/>
            <ac:cxnSpMk id="28" creationId="{38984D60-2AA4-F941-D65A-A8F8B217432A}"/>
          </ac:cxnSpMkLst>
        </pc:cxnChg>
        <pc:cxnChg chg="mod">
          <ac:chgData name="Lucie Fontaine" userId="2c6b0298-177f-4237-a83e-8637e19304d5" providerId="ADAL" clId="{38FDF7CA-A37A-44C1-A812-A8007AC22127}" dt="2026-04-22T13:37:02.264" v="16891" actId="478"/>
          <ac:cxnSpMkLst>
            <pc:docMk/>
            <pc:sldMk cId="1245318991" sldId="355"/>
            <ac:cxnSpMk id="29" creationId="{D1094522-B335-0474-6007-40B586EAD1F8}"/>
          </ac:cxnSpMkLst>
        </pc:cxnChg>
        <pc:cxnChg chg="mod">
          <ac:chgData name="Lucie Fontaine" userId="2c6b0298-177f-4237-a83e-8637e19304d5" providerId="ADAL" clId="{38FDF7CA-A37A-44C1-A812-A8007AC22127}" dt="2026-04-22T13:37:02.264" v="16891" actId="478"/>
          <ac:cxnSpMkLst>
            <pc:docMk/>
            <pc:sldMk cId="1245318991" sldId="355"/>
            <ac:cxnSpMk id="30" creationId="{38F62075-0701-BF02-B806-E5E0C3389D33}"/>
          </ac:cxnSpMkLst>
        </pc:cxnChg>
        <pc:cxnChg chg="mod">
          <ac:chgData name="Lucie Fontaine" userId="2c6b0298-177f-4237-a83e-8637e19304d5" providerId="ADAL" clId="{38FDF7CA-A37A-44C1-A812-A8007AC22127}" dt="2026-04-22T13:37:02.264" v="16891" actId="478"/>
          <ac:cxnSpMkLst>
            <pc:docMk/>
            <pc:sldMk cId="1245318991" sldId="355"/>
            <ac:cxnSpMk id="31" creationId="{2E5FE19E-89C8-67B0-3376-B6E7A87FA264}"/>
          </ac:cxnSpMkLst>
        </pc:cxnChg>
        <pc:cxnChg chg="mod">
          <ac:chgData name="Lucie Fontaine" userId="2c6b0298-177f-4237-a83e-8637e19304d5" providerId="ADAL" clId="{38FDF7CA-A37A-44C1-A812-A8007AC22127}" dt="2026-04-22T13:37:02.264" v="16891" actId="478"/>
          <ac:cxnSpMkLst>
            <pc:docMk/>
            <pc:sldMk cId="1245318991" sldId="355"/>
            <ac:cxnSpMk id="32" creationId="{EE60DB91-91A2-9967-86A3-6A8EF54299D5}"/>
          </ac:cxnSpMkLst>
        </pc:cxnChg>
        <pc:cxnChg chg="mod">
          <ac:chgData name="Lucie Fontaine" userId="2c6b0298-177f-4237-a83e-8637e19304d5" providerId="ADAL" clId="{38FDF7CA-A37A-44C1-A812-A8007AC22127}" dt="2026-04-22T13:37:02.264" v="16891" actId="478"/>
          <ac:cxnSpMkLst>
            <pc:docMk/>
            <pc:sldMk cId="1245318991" sldId="355"/>
            <ac:cxnSpMk id="33" creationId="{74B44395-5411-ACB5-F57A-0B9A6C71F9CF}"/>
          </ac:cxnSpMkLst>
        </pc:cxnChg>
        <pc:cxnChg chg="mod">
          <ac:chgData name="Lucie Fontaine" userId="2c6b0298-177f-4237-a83e-8637e19304d5" providerId="ADAL" clId="{38FDF7CA-A37A-44C1-A812-A8007AC22127}" dt="2026-04-22T13:37:02.264" v="16891" actId="478"/>
          <ac:cxnSpMkLst>
            <pc:docMk/>
            <pc:sldMk cId="1245318991" sldId="355"/>
            <ac:cxnSpMk id="34" creationId="{A5723BEA-1521-55DF-AC6F-D782D856F1B3}"/>
          </ac:cxnSpMkLst>
        </pc:cxnChg>
        <pc:cxnChg chg="mod">
          <ac:chgData name="Lucie Fontaine" userId="2c6b0298-177f-4237-a83e-8637e19304d5" providerId="ADAL" clId="{38FDF7CA-A37A-44C1-A812-A8007AC22127}" dt="2026-04-22T13:37:02.264" v="16891" actId="478"/>
          <ac:cxnSpMkLst>
            <pc:docMk/>
            <pc:sldMk cId="1245318991" sldId="355"/>
            <ac:cxnSpMk id="41" creationId="{2C02CAF6-4F28-9F24-67D0-84FD1DC07071}"/>
          </ac:cxnSpMkLst>
        </pc:cxnChg>
        <pc:cxnChg chg="mod">
          <ac:chgData name="Lucie Fontaine" userId="2c6b0298-177f-4237-a83e-8637e19304d5" providerId="ADAL" clId="{38FDF7CA-A37A-44C1-A812-A8007AC22127}" dt="2026-04-22T13:37:02.264" v="16891" actId="478"/>
          <ac:cxnSpMkLst>
            <pc:docMk/>
            <pc:sldMk cId="1245318991" sldId="355"/>
            <ac:cxnSpMk id="42" creationId="{99EF2B6C-D196-5AFB-F2A0-A2C83B2D069D}"/>
          </ac:cxnSpMkLst>
        </pc:cxnChg>
        <pc:cxnChg chg="mod">
          <ac:chgData name="Lucie Fontaine" userId="2c6b0298-177f-4237-a83e-8637e19304d5" providerId="ADAL" clId="{38FDF7CA-A37A-44C1-A812-A8007AC22127}" dt="2026-04-22T13:37:02.264" v="16891" actId="478"/>
          <ac:cxnSpMkLst>
            <pc:docMk/>
            <pc:sldMk cId="1245318991" sldId="355"/>
            <ac:cxnSpMk id="43" creationId="{FE911332-B8CA-05FC-A71B-9414112922CE}"/>
          </ac:cxnSpMkLst>
        </pc:cxnChg>
        <pc:cxnChg chg="mod">
          <ac:chgData name="Lucie Fontaine" userId="2c6b0298-177f-4237-a83e-8637e19304d5" providerId="ADAL" clId="{38FDF7CA-A37A-44C1-A812-A8007AC22127}" dt="2026-04-22T13:37:02.264" v="16891" actId="478"/>
          <ac:cxnSpMkLst>
            <pc:docMk/>
            <pc:sldMk cId="1245318991" sldId="355"/>
            <ac:cxnSpMk id="44" creationId="{3C03A2CF-AF39-135E-E7FF-9C5C8877E81C}"/>
          </ac:cxnSpMkLst>
        </pc:cxnChg>
        <pc:cxnChg chg="mod">
          <ac:chgData name="Lucie Fontaine" userId="2c6b0298-177f-4237-a83e-8637e19304d5" providerId="ADAL" clId="{38FDF7CA-A37A-44C1-A812-A8007AC22127}" dt="2026-04-22T13:37:02.264" v="16891" actId="478"/>
          <ac:cxnSpMkLst>
            <pc:docMk/>
            <pc:sldMk cId="1245318991" sldId="355"/>
            <ac:cxnSpMk id="45" creationId="{5136B78C-DF6A-39F0-4CD7-242447F64D92}"/>
          </ac:cxnSpMkLst>
        </pc:cxnChg>
        <pc:cxnChg chg="mod">
          <ac:chgData name="Lucie Fontaine" userId="2c6b0298-177f-4237-a83e-8637e19304d5" providerId="ADAL" clId="{38FDF7CA-A37A-44C1-A812-A8007AC22127}" dt="2026-04-22T13:37:02.264" v="16891" actId="478"/>
          <ac:cxnSpMkLst>
            <pc:docMk/>
            <pc:sldMk cId="1245318991" sldId="355"/>
            <ac:cxnSpMk id="46" creationId="{882B6118-C2DC-3DEA-069C-CA2773D5143B}"/>
          </ac:cxnSpMkLst>
        </pc:cxnChg>
        <pc:cxnChg chg="mod">
          <ac:chgData name="Lucie Fontaine" userId="2c6b0298-177f-4237-a83e-8637e19304d5" providerId="ADAL" clId="{38FDF7CA-A37A-44C1-A812-A8007AC22127}" dt="2026-04-22T13:37:02.264" v="16891" actId="478"/>
          <ac:cxnSpMkLst>
            <pc:docMk/>
            <pc:sldMk cId="1245318991" sldId="355"/>
            <ac:cxnSpMk id="47" creationId="{76D97DA5-DBBB-C9E8-0834-E8872EFEFDDC}"/>
          </ac:cxnSpMkLst>
        </pc:cxnChg>
        <pc:cxnChg chg="mod">
          <ac:chgData name="Lucie Fontaine" userId="2c6b0298-177f-4237-a83e-8637e19304d5" providerId="ADAL" clId="{38FDF7CA-A37A-44C1-A812-A8007AC22127}" dt="2026-04-22T13:37:02.264" v="16891" actId="478"/>
          <ac:cxnSpMkLst>
            <pc:docMk/>
            <pc:sldMk cId="1245318991" sldId="355"/>
            <ac:cxnSpMk id="48" creationId="{4225E837-0EA5-73B1-E1C4-B43F12E61382}"/>
          </ac:cxnSpMkLst>
        </pc:cxnChg>
        <pc:cxnChg chg="add mod">
          <ac:chgData name="Lucie Fontaine" userId="2c6b0298-177f-4237-a83e-8637e19304d5" providerId="ADAL" clId="{38FDF7CA-A37A-44C1-A812-A8007AC22127}" dt="2026-04-22T13:37:06.455" v="16893"/>
          <ac:cxnSpMkLst>
            <pc:docMk/>
            <pc:sldMk cId="1245318991" sldId="355"/>
            <ac:cxnSpMk id="53" creationId="{46050D80-D7C3-C9B0-534D-1DF5797CDB69}"/>
          </ac:cxnSpMkLst>
        </pc:cxnChg>
        <pc:cxnChg chg="add mod">
          <ac:chgData name="Lucie Fontaine" userId="2c6b0298-177f-4237-a83e-8637e19304d5" providerId="ADAL" clId="{38FDF7CA-A37A-44C1-A812-A8007AC22127}" dt="2026-04-22T13:37:06.455" v="16893"/>
          <ac:cxnSpMkLst>
            <pc:docMk/>
            <pc:sldMk cId="1245318991" sldId="355"/>
            <ac:cxnSpMk id="54" creationId="{E7887E59-F358-9ACF-252C-0A718987AD8E}"/>
          </ac:cxnSpMkLst>
        </pc:cxnChg>
        <pc:cxnChg chg="add mod">
          <ac:chgData name="Lucie Fontaine" userId="2c6b0298-177f-4237-a83e-8637e19304d5" providerId="ADAL" clId="{38FDF7CA-A37A-44C1-A812-A8007AC22127}" dt="2026-04-22T13:37:06.455" v="16893"/>
          <ac:cxnSpMkLst>
            <pc:docMk/>
            <pc:sldMk cId="1245318991" sldId="355"/>
            <ac:cxnSpMk id="55" creationId="{437D18B2-F9C6-11C4-7C03-09459014A13B}"/>
          </ac:cxnSpMkLst>
        </pc:cxnChg>
        <pc:cxnChg chg="add mod">
          <ac:chgData name="Lucie Fontaine" userId="2c6b0298-177f-4237-a83e-8637e19304d5" providerId="ADAL" clId="{38FDF7CA-A37A-44C1-A812-A8007AC22127}" dt="2026-04-22T13:37:06.455" v="16893"/>
          <ac:cxnSpMkLst>
            <pc:docMk/>
            <pc:sldMk cId="1245318991" sldId="355"/>
            <ac:cxnSpMk id="56" creationId="{88CFC952-F50A-4B07-EFEB-6884ADBA6275}"/>
          </ac:cxnSpMkLst>
        </pc:cxnChg>
        <pc:cxnChg chg="add mod">
          <ac:chgData name="Lucie Fontaine" userId="2c6b0298-177f-4237-a83e-8637e19304d5" providerId="ADAL" clId="{38FDF7CA-A37A-44C1-A812-A8007AC22127}" dt="2026-04-22T13:37:06.455" v="16893"/>
          <ac:cxnSpMkLst>
            <pc:docMk/>
            <pc:sldMk cId="1245318991" sldId="355"/>
            <ac:cxnSpMk id="57" creationId="{31B52693-DAE6-1018-4515-31EFD4E9EE13}"/>
          </ac:cxnSpMkLst>
        </pc:cxnChg>
        <pc:cxnChg chg="add mod">
          <ac:chgData name="Lucie Fontaine" userId="2c6b0298-177f-4237-a83e-8637e19304d5" providerId="ADAL" clId="{38FDF7CA-A37A-44C1-A812-A8007AC22127}" dt="2026-04-22T13:37:06.455" v="16893"/>
          <ac:cxnSpMkLst>
            <pc:docMk/>
            <pc:sldMk cId="1245318991" sldId="355"/>
            <ac:cxnSpMk id="58" creationId="{17D132B9-DCC2-9DCC-9E6E-B45570DF3164}"/>
          </ac:cxnSpMkLst>
        </pc:cxnChg>
        <pc:cxnChg chg="add mod">
          <ac:chgData name="Lucie Fontaine" userId="2c6b0298-177f-4237-a83e-8637e19304d5" providerId="ADAL" clId="{38FDF7CA-A37A-44C1-A812-A8007AC22127}" dt="2026-04-22T13:37:06.455" v="16893"/>
          <ac:cxnSpMkLst>
            <pc:docMk/>
            <pc:sldMk cId="1245318991" sldId="355"/>
            <ac:cxnSpMk id="59" creationId="{B7A78209-7E15-0B9E-075C-4DCBFBFCB7B2}"/>
          </ac:cxnSpMkLst>
        </pc:cxnChg>
        <pc:cxnChg chg="add mod">
          <ac:chgData name="Lucie Fontaine" userId="2c6b0298-177f-4237-a83e-8637e19304d5" providerId="ADAL" clId="{38FDF7CA-A37A-44C1-A812-A8007AC22127}" dt="2026-04-22T13:37:06.455" v="16893"/>
          <ac:cxnSpMkLst>
            <pc:docMk/>
            <pc:sldMk cId="1245318991" sldId="355"/>
            <ac:cxnSpMk id="60" creationId="{5B20B5D6-C215-0C9F-9632-76858A335E73}"/>
          </ac:cxnSpMkLst>
        </pc:cxnChg>
        <pc:cxnChg chg="mod">
          <ac:chgData name="Lucie Fontaine" userId="2c6b0298-177f-4237-a83e-8637e19304d5" providerId="ADAL" clId="{38FDF7CA-A37A-44C1-A812-A8007AC22127}" dt="2026-04-22T13:52:39.256" v="16952" actId="1076"/>
          <ac:cxnSpMkLst>
            <pc:docMk/>
            <pc:sldMk cId="1245318991" sldId="355"/>
            <ac:cxnSpMk id="63" creationId="{74520EAF-93A0-D8BE-4433-0B76F29A6645}"/>
          </ac:cxnSpMkLst>
        </pc:cxnChg>
        <pc:cxnChg chg="mod">
          <ac:chgData name="Lucie Fontaine" userId="2c6b0298-177f-4237-a83e-8637e19304d5" providerId="ADAL" clId="{38FDF7CA-A37A-44C1-A812-A8007AC22127}" dt="2026-04-22T13:57:25.401" v="17047" actId="478"/>
          <ac:cxnSpMkLst>
            <pc:docMk/>
            <pc:sldMk cId="1245318991" sldId="355"/>
            <ac:cxnSpMk id="71" creationId="{BFFE29E7-6C98-6254-F675-0AD5A901FC2D}"/>
          </ac:cxnSpMkLst>
        </pc:cxnChg>
        <pc:cxnChg chg="mod">
          <ac:chgData name="Lucie Fontaine" userId="2c6b0298-177f-4237-a83e-8637e19304d5" providerId="ADAL" clId="{38FDF7CA-A37A-44C1-A812-A8007AC22127}" dt="2026-04-22T13:57:25.401" v="17047" actId="478"/>
          <ac:cxnSpMkLst>
            <pc:docMk/>
            <pc:sldMk cId="1245318991" sldId="355"/>
            <ac:cxnSpMk id="82" creationId="{4B091118-522E-FD1D-984F-E599BABA97CB}"/>
          </ac:cxnSpMkLst>
        </pc:cxnChg>
        <pc:cxnChg chg="mod">
          <ac:chgData name="Lucie Fontaine" userId="2c6b0298-177f-4237-a83e-8637e19304d5" providerId="ADAL" clId="{38FDF7CA-A37A-44C1-A812-A8007AC22127}" dt="2026-04-22T13:57:25.401" v="17047" actId="478"/>
          <ac:cxnSpMkLst>
            <pc:docMk/>
            <pc:sldMk cId="1245318991" sldId="355"/>
            <ac:cxnSpMk id="85" creationId="{E8003B4D-25DC-2C78-4DD3-38D2A34C6D7D}"/>
          </ac:cxnSpMkLst>
        </pc:cxnChg>
        <pc:cxnChg chg="mod">
          <ac:chgData name="Lucie Fontaine" userId="2c6b0298-177f-4237-a83e-8637e19304d5" providerId="ADAL" clId="{38FDF7CA-A37A-44C1-A812-A8007AC22127}" dt="2026-04-22T13:57:25.401" v="17047" actId="478"/>
          <ac:cxnSpMkLst>
            <pc:docMk/>
            <pc:sldMk cId="1245318991" sldId="355"/>
            <ac:cxnSpMk id="86" creationId="{7EE6A3C8-B8F3-F4BC-2846-7E7EFACA57DD}"/>
          </ac:cxnSpMkLst>
        </pc:cxnChg>
        <pc:cxnChg chg="mod">
          <ac:chgData name="Lucie Fontaine" userId="2c6b0298-177f-4237-a83e-8637e19304d5" providerId="ADAL" clId="{38FDF7CA-A37A-44C1-A812-A8007AC22127}" dt="2026-04-22T13:57:25.401" v="17047" actId="478"/>
          <ac:cxnSpMkLst>
            <pc:docMk/>
            <pc:sldMk cId="1245318991" sldId="355"/>
            <ac:cxnSpMk id="87" creationId="{0B43FE13-3C58-A94B-50E8-7CE91EFBEA28}"/>
          </ac:cxnSpMkLst>
        </pc:cxnChg>
        <pc:cxnChg chg="mod">
          <ac:chgData name="Lucie Fontaine" userId="2c6b0298-177f-4237-a83e-8637e19304d5" providerId="ADAL" clId="{38FDF7CA-A37A-44C1-A812-A8007AC22127}" dt="2026-04-22T13:57:25.401" v="17047" actId="478"/>
          <ac:cxnSpMkLst>
            <pc:docMk/>
            <pc:sldMk cId="1245318991" sldId="355"/>
            <ac:cxnSpMk id="88" creationId="{5DF02A83-80C1-9EC7-9639-5045EB153D28}"/>
          </ac:cxnSpMkLst>
        </pc:cxnChg>
        <pc:cxnChg chg="mod">
          <ac:chgData name="Lucie Fontaine" userId="2c6b0298-177f-4237-a83e-8637e19304d5" providerId="ADAL" clId="{38FDF7CA-A37A-44C1-A812-A8007AC22127}" dt="2026-04-22T13:52:39.256" v="16952" actId="1076"/>
          <ac:cxnSpMkLst>
            <pc:docMk/>
            <pc:sldMk cId="1245318991" sldId="355"/>
            <ac:cxnSpMk id="91" creationId="{30F634ED-CA1E-4C2E-FF64-8D68CE01C24C}"/>
          </ac:cxnSpMkLst>
        </pc:cxnChg>
        <pc:cxnChg chg="mod">
          <ac:chgData name="Lucie Fontaine" userId="2c6b0298-177f-4237-a83e-8637e19304d5" providerId="ADAL" clId="{38FDF7CA-A37A-44C1-A812-A8007AC22127}" dt="2026-04-22T13:52:54.819" v="16954" actId="14100"/>
          <ac:cxnSpMkLst>
            <pc:docMk/>
            <pc:sldMk cId="1245318991" sldId="355"/>
            <ac:cxnSpMk id="92" creationId="{E9EA7A98-4EDF-64EC-469B-49AA0C86E1BB}"/>
          </ac:cxnSpMkLst>
        </pc:cxnChg>
        <pc:cxnChg chg="add mod">
          <ac:chgData name="Lucie Fontaine" userId="2c6b0298-177f-4237-a83e-8637e19304d5" providerId="ADAL" clId="{38FDF7CA-A37A-44C1-A812-A8007AC22127}" dt="2026-04-22T13:52:57.565" v="16955" actId="14100"/>
          <ac:cxnSpMkLst>
            <pc:docMk/>
            <pc:sldMk cId="1245318991" sldId="355"/>
            <ac:cxnSpMk id="98" creationId="{5C1288D5-9656-F36E-D736-6575BC894FB1}"/>
          </ac:cxnSpMkLst>
        </pc:cxnChg>
        <pc:cxnChg chg="mod">
          <ac:chgData name="Lucie Fontaine" userId="2c6b0298-177f-4237-a83e-8637e19304d5" providerId="ADAL" clId="{38FDF7CA-A37A-44C1-A812-A8007AC22127}" dt="2026-04-22T14:02:47.566" v="17095" actId="478"/>
          <ac:cxnSpMkLst>
            <pc:docMk/>
            <pc:sldMk cId="1245318991" sldId="355"/>
            <ac:cxnSpMk id="126" creationId="{3E7AC746-D5EF-4580-16AE-E5B0EA0B5D06}"/>
          </ac:cxnSpMkLst>
        </pc:cxnChg>
        <pc:cxnChg chg="del mod">
          <ac:chgData name="Lucie Fontaine" userId="2c6b0298-177f-4237-a83e-8637e19304d5" providerId="ADAL" clId="{38FDF7CA-A37A-44C1-A812-A8007AC22127}" dt="2026-04-22T13:59:42.365" v="17065" actId="478"/>
          <ac:cxnSpMkLst>
            <pc:docMk/>
            <pc:sldMk cId="1245318991" sldId="355"/>
            <ac:cxnSpMk id="127" creationId="{6EE28DC8-570D-A8CA-4DC0-9F6C6DC48948}"/>
          </ac:cxnSpMkLst>
        </pc:cxnChg>
        <pc:cxnChg chg="mod">
          <ac:chgData name="Lucie Fontaine" userId="2c6b0298-177f-4237-a83e-8637e19304d5" providerId="ADAL" clId="{38FDF7CA-A37A-44C1-A812-A8007AC22127}" dt="2026-04-22T14:02:47.566" v="17095" actId="478"/>
          <ac:cxnSpMkLst>
            <pc:docMk/>
            <pc:sldMk cId="1245318991" sldId="355"/>
            <ac:cxnSpMk id="131" creationId="{1A62EF12-C097-3F9D-6F23-D9EB896F1BAC}"/>
          </ac:cxnSpMkLst>
        </pc:cxnChg>
        <pc:cxnChg chg="mod">
          <ac:chgData name="Lucie Fontaine" userId="2c6b0298-177f-4237-a83e-8637e19304d5" providerId="ADAL" clId="{38FDF7CA-A37A-44C1-A812-A8007AC22127}" dt="2026-04-22T14:02:47.566" v="17095" actId="478"/>
          <ac:cxnSpMkLst>
            <pc:docMk/>
            <pc:sldMk cId="1245318991" sldId="355"/>
            <ac:cxnSpMk id="132" creationId="{392CE155-A304-C0E4-4DFE-F7FE2405917D}"/>
          </ac:cxnSpMkLst>
        </pc:cxnChg>
        <pc:cxnChg chg="mod">
          <ac:chgData name="Lucie Fontaine" userId="2c6b0298-177f-4237-a83e-8637e19304d5" providerId="ADAL" clId="{38FDF7CA-A37A-44C1-A812-A8007AC22127}" dt="2026-04-22T14:02:47.566" v="17095" actId="478"/>
          <ac:cxnSpMkLst>
            <pc:docMk/>
            <pc:sldMk cId="1245318991" sldId="355"/>
            <ac:cxnSpMk id="133" creationId="{F6AB776B-D661-CAD5-AF60-1504EA012771}"/>
          </ac:cxnSpMkLst>
        </pc:cxnChg>
        <pc:cxnChg chg="mod">
          <ac:chgData name="Lucie Fontaine" userId="2c6b0298-177f-4237-a83e-8637e19304d5" providerId="ADAL" clId="{38FDF7CA-A37A-44C1-A812-A8007AC22127}" dt="2026-04-22T14:02:47.566" v="17095" actId="478"/>
          <ac:cxnSpMkLst>
            <pc:docMk/>
            <pc:sldMk cId="1245318991" sldId="355"/>
            <ac:cxnSpMk id="134" creationId="{6F0F05D4-5AE8-4BEA-13FC-80E52DB6E059}"/>
          </ac:cxnSpMkLst>
        </pc:cxnChg>
        <pc:cxnChg chg="mod">
          <ac:chgData name="Lucie Fontaine" userId="2c6b0298-177f-4237-a83e-8637e19304d5" providerId="ADAL" clId="{38FDF7CA-A37A-44C1-A812-A8007AC22127}" dt="2026-04-22T14:02:47.566" v="17095" actId="478"/>
          <ac:cxnSpMkLst>
            <pc:docMk/>
            <pc:sldMk cId="1245318991" sldId="355"/>
            <ac:cxnSpMk id="135" creationId="{E5968BDD-AC34-9899-1BFF-5808FCC57EF9}"/>
          </ac:cxnSpMkLst>
        </pc:cxnChg>
        <pc:cxnChg chg="mod">
          <ac:chgData name="Lucie Fontaine" userId="2c6b0298-177f-4237-a83e-8637e19304d5" providerId="ADAL" clId="{38FDF7CA-A37A-44C1-A812-A8007AC22127}" dt="2026-04-22T14:02:47.566" v="17095" actId="478"/>
          <ac:cxnSpMkLst>
            <pc:docMk/>
            <pc:sldMk cId="1245318991" sldId="355"/>
            <ac:cxnSpMk id="136" creationId="{1F37C06C-F7AE-9268-6A70-2E2EA3AF2703}"/>
          </ac:cxnSpMkLst>
        </pc:cxnChg>
        <pc:cxnChg chg="mod">
          <ac:chgData name="Lucie Fontaine" userId="2c6b0298-177f-4237-a83e-8637e19304d5" providerId="ADAL" clId="{38FDF7CA-A37A-44C1-A812-A8007AC22127}" dt="2026-04-22T14:02:52.870" v="17097"/>
          <ac:cxnSpMkLst>
            <pc:docMk/>
            <pc:sldMk cId="1245318991" sldId="355"/>
            <ac:cxnSpMk id="175" creationId="{EA6C98EB-B6D0-5956-516F-9B0A3EDBDEC8}"/>
          </ac:cxnSpMkLst>
        </pc:cxnChg>
        <pc:cxnChg chg="mod">
          <ac:chgData name="Lucie Fontaine" userId="2c6b0298-177f-4237-a83e-8637e19304d5" providerId="ADAL" clId="{38FDF7CA-A37A-44C1-A812-A8007AC22127}" dt="2026-04-22T14:02:52.870" v="17097"/>
          <ac:cxnSpMkLst>
            <pc:docMk/>
            <pc:sldMk cId="1245318991" sldId="355"/>
            <ac:cxnSpMk id="177" creationId="{ADB1BE31-BF04-95FB-46AE-E1718356463E}"/>
          </ac:cxnSpMkLst>
        </pc:cxnChg>
        <pc:cxnChg chg="mod">
          <ac:chgData name="Lucie Fontaine" userId="2c6b0298-177f-4237-a83e-8637e19304d5" providerId="ADAL" clId="{38FDF7CA-A37A-44C1-A812-A8007AC22127}" dt="2026-04-22T14:02:52.870" v="17097"/>
          <ac:cxnSpMkLst>
            <pc:docMk/>
            <pc:sldMk cId="1245318991" sldId="355"/>
            <ac:cxnSpMk id="179" creationId="{209B0131-5F2D-CE52-AAF1-D1187C911489}"/>
          </ac:cxnSpMkLst>
        </pc:cxnChg>
        <pc:cxnChg chg="mod">
          <ac:chgData name="Lucie Fontaine" userId="2c6b0298-177f-4237-a83e-8637e19304d5" providerId="ADAL" clId="{38FDF7CA-A37A-44C1-A812-A8007AC22127}" dt="2026-04-22T14:02:52.870" v="17097"/>
          <ac:cxnSpMkLst>
            <pc:docMk/>
            <pc:sldMk cId="1245318991" sldId="355"/>
            <ac:cxnSpMk id="181" creationId="{1398505A-DB05-A14D-F084-A51896951B07}"/>
          </ac:cxnSpMkLst>
        </pc:cxnChg>
        <pc:cxnChg chg="mod">
          <ac:chgData name="Lucie Fontaine" userId="2c6b0298-177f-4237-a83e-8637e19304d5" providerId="ADAL" clId="{38FDF7CA-A37A-44C1-A812-A8007AC22127}" dt="2026-04-22T14:02:52.870" v="17097"/>
          <ac:cxnSpMkLst>
            <pc:docMk/>
            <pc:sldMk cId="1245318991" sldId="355"/>
            <ac:cxnSpMk id="183" creationId="{71A32813-8262-B816-8822-5083C2ECDD18}"/>
          </ac:cxnSpMkLst>
        </pc:cxnChg>
        <pc:cxnChg chg="mod">
          <ac:chgData name="Lucie Fontaine" userId="2c6b0298-177f-4237-a83e-8637e19304d5" providerId="ADAL" clId="{38FDF7CA-A37A-44C1-A812-A8007AC22127}" dt="2026-04-22T14:02:52.870" v="17097"/>
          <ac:cxnSpMkLst>
            <pc:docMk/>
            <pc:sldMk cId="1245318991" sldId="355"/>
            <ac:cxnSpMk id="184" creationId="{00BA2CB0-993B-9E55-D8A6-EFF692E0F2F9}"/>
          </ac:cxnSpMkLst>
        </pc:cxnChg>
        <pc:cxnChg chg="mod">
          <ac:chgData name="Lucie Fontaine" userId="2c6b0298-177f-4237-a83e-8637e19304d5" providerId="ADAL" clId="{38FDF7CA-A37A-44C1-A812-A8007AC22127}" dt="2026-04-22T14:02:52.870" v="17097"/>
          <ac:cxnSpMkLst>
            <pc:docMk/>
            <pc:sldMk cId="1245318991" sldId="355"/>
            <ac:cxnSpMk id="191" creationId="{45599C6D-5B3E-47A5-B59B-4C59C048207D}"/>
          </ac:cxnSpMkLst>
        </pc:cxnChg>
        <pc:cxnChg chg="mod">
          <ac:chgData name="Lucie Fontaine" userId="2c6b0298-177f-4237-a83e-8637e19304d5" providerId="ADAL" clId="{38FDF7CA-A37A-44C1-A812-A8007AC22127}" dt="2026-04-22T14:02:52.870" v="17097"/>
          <ac:cxnSpMkLst>
            <pc:docMk/>
            <pc:sldMk cId="1245318991" sldId="355"/>
            <ac:cxnSpMk id="192" creationId="{AA47350B-DF6C-CAA7-B449-A9159E91E692}"/>
          </ac:cxnSpMkLst>
        </pc:cxnChg>
        <pc:cxnChg chg="mod">
          <ac:chgData name="Lucie Fontaine" userId="2c6b0298-177f-4237-a83e-8637e19304d5" providerId="ADAL" clId="{38FDF7CA-A37A-44C1-A812-A8007AC22127}" dt="2026-04-22T14:02:52.870" v="17097"/>
          <ac:cxnSpMkLst>
            <pc:docMk/>
            <pc:sldMk cId="1245318991" sldId="355"/>
            <ac:cxnSpMk id="193" creationId="{05F80522-99F3-B0A7-5D91-F95ADC5A1D1F}"/>
          </ac:cxnSpMkLst>
        </pc:cxnChg>
        <pc:cxnChg chg="mod">
          <ac:chgData name="Lucie Fontaine" userId="2c6b0298-177f-4237-a83e-8637e19304d5" providerId="ADAL" clId="{38FDF7CA-A37A-44C1-A812-A8007AC22127}" dt="2026-04-22T14:02:52.870" v="17097"/>
          <ac:cxnSpMkLst>
            <pc:docMk/>
            <pc:sldMk cId="1245318991" sldId="355"/>
            <ac:cxnSpMk id="194" creationId="{038E52F5-F8BD-2D5A-71FC-D3F37859A1B4}"/>
          </ac:cxnSpMkLst>
        </pc:cxnChg>
        <pc:cxnChg chg="mod">
          <ac:chgData name="Lucie Fontaine" userId="2c6b0298-177f-4237-a83e-8637e19304d5" providerId="ADAL" clId="{38FDF7CA-A37A-44C1-A812-A8007AC22127}" dt="2026-04-22T14:02:52.870" v="17097"/>
          <ac:cxnSpMkLst>
            <pc:docMk/>
            <pc:sldMk cId="1245318991" sldId="355"/>
            <ac:cxnSpMk id="195" creationId="{F630F206-EF08-4834-CEEB-2A93E1DB2B61}"/>
          </ac:cxnSpMkLst>
        </pc:cxnChg>
        <pc:cxnChg chg="mod">
          <ac:chgData name="Lucie Fontaine" userId="2c6b0298-177f-4237-a83e-8637e19304d5" providerId="ADAL" clId="{38FDF7CA-A37A-44C1-A812-A8007AC22127}" dt="2026-04-22T14:02:52.870" v="17097"/>
          <ac:cxnSpMkLst>
            <pc:docMk/>
            <pc:sldMk cId="1245318991" sldId="355"/>
            <ac:cxnSpMk id="196" creationId="{BFC5A111-6763-0018-3B5B-E6764637B0B9}"/>
          </ac:cxnSpMkLst>
        </pc:cxnChg>
        <pc:cxnChg chg="mod">
          <ac:chgData name="Lucie Fontaine" userId="2c6b0298-177f-4237-a83e-8637e19304d5" providerId="ADAL" clId="{38FDF7CA-A37A-44C1-A812-A8007AC22127}" dt="2026-04-22T14:02:52.870" v="17097"/>
          <ac:cxnSpMkLst>
            <pc:docMk/>
            <pc:sldMk cId="1245318991" sldId="355"/>
            <ac:cxnSpMk id="197" creationId="{43B87EE6-2C72-E43C-6C23-A48A6C10766A}"/>
          </ac:cxnSpMkLst>
        </pc:cxnChg>
        <pc:cxnChg chg="mod">
          <ac:chgData name="Lucie Fontaine" userId="2c6b0298-177f-4237-a83e-8637e19304d5" providerId="ADAL" clId="{38FDF7CA-A37A-44C1-A812-A8007AC22127}" dt="2026-04-22T14:02:52.870" v="17097"/>
          <ac:cxnSpMkLst>
            <pc:docMk/>
            <pc:sldMk cId="1245318991" sldId="355"/>
            <ac:cxnSpMk id="198" creationId="{A867AB7A-FBB5-4875-C0C7-71048F66394E}"/>
          </ac:cxnSpMkLst>
        </pc:cxnChg>
      </pc:sldChg>
      <pc:sldChg chg="addSp delSp modSp add mod">
        <pc:chgData name="Lucie Fontaine" userId="2c6b0298-177f-4237-a83e-8637e19304d5" providerId="ADAL" clId="{38FDF7CA-A37A-44C1-A812-A8007AC22127}" dt="2026-04-23T12:40:26.904" v="19770" actId="14100"/>
        <pc:sldMkLst>
          <pc:docMk/>
          <pc:sldMk cId="2979716703" sldId="356"/>
        </pc:sldMkLst>
        <pc:spChg chg="mod">
          <ac:chgData name="Lucie Fontaine" userId="2c6b0298-177f-4237-a83e-8637e19304d5" providerId="ADAL" clId="{38FDF7CA-A37A-44C1-A812-A8007AC22127}" dt="2026-04-22T14:06:44.605" v="17172" actId="113"/>
          <ac:spMkLst>
            <pc:docMk/>
            <pc:sldMk cId="2979716703" sldId="356"/>
            <ac:spMk id="117" creationId="{AEB017AB-6F93-BB54-1042-D9064FBE6DF7}"/>
          </ac:spMkLst>
        </pc:spChg>
        <pc:spChg chg="mod">
          <ac:chgData name="Lucie Fontaine" userId="2c6b0298-177f-4237-a83e-8637e19304d5" providerId="ADAL" clId="{38FDF7CA-A37A-44C1-A812-A8007AC22127}" dt="2026-04-22T14:05:22.420" v="17135" actId="1037"/>
          <ac:spMkLst>
            <pc:docMk/>
            <pc:sldMk cId="2979716703" sldId="356"/>
            <ac:spMk id="137" creationId="{523240B9-6814-D3C2-69AC-B6CAA0B3E6C2}"/>
          </ac:spMkLst>
        </pc:spChg>
        <pc:picChg chg="add mod">
          <ac:chgData name="Lucie Fontaine" userId="2c6b0298-177f-4237-a83e-8637e19304d5" providerId="ADAL" clId="{38FDF7CA-A37A-44C1-A812-A8007AC22127}" dt="2026-04-23T12:40:07.265" v="19765" actId="1076"/>
          <ac:picMkLst>
            <pc:docMk/>
            <pc:sldMk cId="2979716703" sldId="356"/>
            <ac:picMk id="4" creationId="{4D7D97B4-D1BB-5EA8-D826-3CF83626026A}"/>
          </ac:picMkLst>
        </pc:picChg>
        <pc:picChg chg="add mod">
          <ac:chgData name="Lucie Fontaine" userId="2c6b0298-177f-4237-a83e-8637e19304d5" providerId="ADAL" clId="{38FDF7CA-A37A-44C1-A812-A8007AC22127}" dt="2026-04-23T12:40:16.913" v="19768" actId="1076"/>
          <ac:picMkLst>
            <pc:docMk/>
            <pc:sldMk cId="2979716703" sldId="356"/>
            <ac:picMk id="6" creationId="{CCEA2CEF-C8C2-171D-95AC-74AC09660BA5}"/>
          </ac:picMkLst>
        </pc:picChg>
        <pc:picChg chg="del">
          <ac:chgData name="Lucie Fontaine" userId="2c6b0298-177f-4237-a83e-8637e19304d5" providerId="ADAL" clId="{38FDF7CA-A37A-44C1-A812-A8007AC22127}" dt="2026-04-23T12:40:04.975" v="19764" actId="478"/>
          <ac:picMkLst>
            <pc:docMk/>
            <pc:sldMk cId="2979716703" sldId="356"/>
            <ac:picMk id="89" creationId="{D3632FD8-7195-D8AF-CF5A-7F271E468282}"/>
          </ac:picMkLst>
        </pc:picChg>
        <pc:picChg chg="del">
          <ac:chgData name="Lucie Fontaine" userId="2c6b0298-177f-4237-a83e-8637e19304d5" providerId="ADAL" clId="{38FDF7CA-A37A-44C1-A812-A8007AC22127}" dt="2026-04-23T12:40:12.785" v="19767" actId="478"/>
          <ac:picMkLst>
            <pc:docMk/>
            <pc:sldMk cId="2979716703" sldId="356"/>
            <ac:picMk id="90" creationId="{1548D4BA-128D-A8A9-F87B-96267854E972}"/>
          </ac:picMkLst>
        </pc:picChg>
        <pc:cxnChg chg="mod">
          <ac:chgData name="Lucie Fontaine" userId="2c6b0298-177f-4237-a83e-8637e19304d5" providerId="ADAL" clId="{38FDF7CA-A37A-44C1-A812-A8007AC22127}" dt="2026-04-23T12:40:10.383" v="19766" actId="14100"/>
          <ac:cxnSpMkLst>
            <pc:docMk/>
            <pc:sldMk cId="2979716703" sldId="356"/>
            <ac:cxnSpMk id="63" creationId="{74520EAF-93A0-D8BE-4433-0B76F29A6645}"/>
          </ac:cxnSpMkLst>
        </pc:cxnChg>
        <pc:cxnChg chg="mod">
          <ac:chgData name="Lucie Fontaine" userId="2c6b0298-177f-4237-a83e-8637e19304d5" providerId="ADAL" clId="{38FDF7CA-A37A-44C1-A812-A8007AC22127}" dt="2026-04-23T12:40:20.498" v="19769" actId="14100"/>
          <ac:cxnSpMkLst>
            <pc:docMk/>
            <pc:sldMk cId="2979716703" sldId="356"/>
            <ac:cxnSpMk id="91" creationId="{30F634ED-CA1E-4C2E-FF64-8D68CE01C24C}"/>
          </ac:cxnSpMkLst>
        </pc:cxnChg>
        <pc:cxnChg chg="mod">
          <ac:chgData name="Lucie Fontaine" userId="2c6b0298-177f-4237-a83e-8637e19304d5" providerId="ADAL" clId="{38FDF7CA-A37A-44C1-A812-A8007AC22127}" dt="2026-04-23T12:40:26.904" v="19770" actId="14100"/>
          <ac:cxnSpMkLst>
            <pc:docMk/>
            <pc:sldMk cId="2979716703" sldId="356"/>
            <ac:cxnSpMk id="92" creationId="{E9EA7A98-4EDF-64EC-469B-49AA0C86E1BB}"/>
          </ac:cxnSpMkLst>
        </pc:cxnChg>
      </pc:sldChg>
      <pc:sldChg chg="add del">
        <pc:chgData name="Lucie Fontaine" userId="2c6b0298-177f-4237-a83e-8637e19304d5" providerId="ADAL" clId="{38FDF7CA-A37A-44C1-A812-A8007AC22127}" dt="2026-04-22T14:58:14.501" v="17553" actId="2696"/>
        <pc:sldMkLst>
          <pc:docMk/>
          <pc:sldMk cId="549029944" sldId="357"/>
        </pc:sldMkLst>
      </pc:sldChg>
      <pc:sldChg chg="addSp delSp modSp add del mod">
        <pc:chgData name="Lucie Fontaine" userId="2c6b0298-177f-4237-a83e-8637e19304d5" providerId="ADAL" clId="{38FDF7CA-A37A-44C1-A812-A8007AC22127}" dt="2026-04-22T15:14:23.703" v="17673" actId="2696"/>
        <pc:sldMkLst>
          <pc:docMk/>
          <pc:sldMk cId="2147694599" sldId="358"/>
        </pc:sldMkLst>
        <pc:spChg chg="add mod">
          <ac:chgData name="Lucie Fontaine" userId="2c6b0298-177f-4237-a83e-8637e19304d5" providerId="ADAL" clId="{38FDF7CA-A37A-44C1-A812-A8007AC22127}" dt="2026-04-22T15:07:09.225" v="17606" actId="1076"/>
          <ac:spMkLst>
            <pc:docMk/>
            <pc:sldMk cId="2147694599" sldId="358"/>
            <ac:spMk id="5" creationId="{31713D49-1711-C56D-051C-869CB522D6FE}"/>
          </ac:spMkLst>
        </pc:spChg>
        <pc:spChg chg="mod">
          <ac:chgData name="Lucie Fontaine" userId="2c6b0298-177f-4237-a83e-8637e19304d5" providerId="ADAL" clId="{38FDF7CA-A37A-44C1-A812-A8007AC22127}" dt="2026-04-22T14:58:35.572" v="17560" actId="113"/>
          <ac:spMkLst>
            <pc:docMk/>
            <pc:sldMk cId="2147694599" sldId="358"/>
            <ac:spMk id="6" creationId="{D6520D71-14E4-9B0F-6937-17D2F71EDEA8}"/>
          </ac:spMkLst>
        </pc:spChg>
        <pc:spChg chg="mod">
          <ac:chgData name="Lucie Fontaine" userId="2c6b0298-177f-4237-a83e-8637e19304d5" providerId="ADAL" clId="{38FDF7CA-A37A-44C1-A812-A8007AC22127}" dt="2026-04-22T15:07:02.989" v="17597"/>
          <ac:spMkLst>
            <pc:docMk/>
            <pc:sldMk cId="2147694599" sldId="358"/>
            <ac:spMk id="13" creationId="{567DE1DB-04B5-0621-50F2-3A1893EA42DD}"/>
          </ac:spMkLst>
        </pc:spChg>
        <pc:spChg chg="mod">
          <ac:chgData name="Lucie Fontaine" userId="2c6b0298-177f-4237-a83e-8637e19304d5" providerId="ADAL" clId="{38FDF7CA-A37A-44C1-A812-A8007AC22127}" dt="2026-04-22T15:07:03.168" v="17598"/>
          <ac:spMkLst>
            <pc:docMk/>
            <pc:sldMk cId="2147694599" sldId="358"/>
            <ac:spMk id="18" creationId="{7FF9746E-4B30-125E-7E49-156878756DAD}"/>
          </ac:spMkLst>
        </pc:spChg>
        <pc:spChg chg="mod">
          <ac:chgData name="Lucie Fontaine" userId="2c6b0298-177f-4237-a83e-8637e19304d5" providerId="ADAL" clId="{38FDF7CA-A37A-44C1-A812-A8007AC22127}" dt="2026-04-22T15:07:03.331" v="17599"/>
          <ac:spMkLst>
            <pc:docMk/>
            <pc:sldMk cId="2147694599" sldId="358"/>
            <ac:spMk id="19" creationId="{73B140B9-A1DA-4F5A-F8D5-5CF4692C2D99}"/>
          </ac:spMkLst>
        </pc:spChg>
        <pc:spChg chg="add mod">
          <ac:chgData name="Lucie Fontaine" userId="2c6b0298-177f-4237-a83e-8637e19304d5" providerId="ADAL" clId="{38FDF7CA-A37A-44C1-A812-A8007AC22127}" dt="2026-04-22T15:07:09.225" v="17606" actId="1076"/>
          <ac:spMkLst>
            <pc:docMk/>
            <pc:sldMk cId="2147694599" sldId="358"/>
            <ac:spMk id="20" creationId="{8163AA9D-BD01-7E05-4EF0-AD397522F2AC}"/>
          </ac:spMkLst>
        </pc:spChg>
        <pc:spChg chg="add mod">
          <ac:chgData name="Lucie Fontaine" userId="2c6b0298-177f-4237-a83e-8637e19304d5" providerId="ADAL" clId="{38FDF7CA-A37A-44C1-A812-A8007AC22127}" dt="2026-04-22T15:07:09.225" v="17606" actId="1076"/>
          <ac:spMkLst>
            <pc:docMk/>
            <pc:sldMk cId="2147694599" sldId="358"/>
            <ac:spMk id="22" creationId="{25F0AEE6-005B-BAC6-6B7F-5BEDF1831E68}"/>
          </ac:spMkLst>
        </pc:spChg>
        <pc:spChg chg="add mod">
          <ac:chgData name="Lucie Fontaine" userId="2c6b0298-177f-4237-a83e-8637e19304d5" providerId="ADAL" clId="{38FDF7CA-A37A-44C1-A812-A8007AC22127}" dt="2026-04-22T15:07:09.225" v="17606" actId="1076"/>
          <ac:spMkLst>
            <pc:docMk/>
            <pc:sldMk cId="2147694599" sldId="358"/>
            <ac:spMk id="24" creationId="{0633D380-DB71-57F0-C128-5727C134AE53}"/>
          </ac:spMkLst>
        </pc:spChg>
        <pc:spChg chg="add del">
          <ac:chgData name="Lucie Fontaine" userId="2c6b0298-177f-4237-a83e-8637e19304d5" providerId="ADAL" clId="{38FDF7CA-A37A-44C1-A812-A8007AC22127}" dt="2026-04-22T15:07:09.876" v="17607" actId="478"/>
          <ac:spMkLst>
            <pc:docMk/>
            <pc:sldMk cId="2147694599" sldId="358"/>
            <ac:spMk id="38" creationId="{FA96511C-3F1D-533B-858F-06A65F156AB2}"/>
          </ac:spMkLst>
        </pc:spChg>
        <pc:spChg chg="mod">
          <ac:chgData name="Lucie Fontaine" userId="2c6b0298-177f-4237-a83e-8637e19304d5" providerId="ADAL" clId="{38FDF7CA-A37A-44C1-A812-A8007AC22127}" dt="2026-04-22T15:07:04.275" v="17601" actId="20577"/>
          <ac:spMkLst>
            <pc:docMk/>
            <pc:sldMk cId="2147694599" sldId="358"/>
            <ac:spMk id="41" creationId="{03EB0F85-20F9-FD48-C78A-6FDA4C7366A9}"/>
          </ac:spMkLst>
        </pc:spChg>
        <pc:spChg chg="mod">
          <ac:chgData name="Lucie Fontaine" userId="2c6b0298-177f-4237-a83e-8637e19304d5" providerId="ADAL" clId="{38FDF7CA-A37A-44C1-A812-A8007AC22127}" dt="2026-04-22T15:07:04.650" v="17602"/>
          <ac:spMkLst>
            <pc:docMk/>
            <pc:sldMk cId="2147694599" sldId="358"/>
            <ac:spMk id="42" creationId="{72361DD9-8AB0-CFFD-9376-2347B68AA88E}"/>
          </ac:spMkLst>
        </pc:spChg>
        <pc:spChg chg="mod">
          <ac:chgData name="Lucie Fontaine" userId="2c6b0298-177f-4237-a83e-8637e19304d5" providerId="ADAL" clId="{38FDF7CA-A37A-44C1-A812-A8007AC22127}" dt="2026-04-22T15:07:04.847" v="17603"/>
          <ac:spMkLst>
            <pc:docMk/>
            <pc:sldMk cId="2147694599" sldId="358"/>
            <ac:spMk id="43" creationId="{8AD56854-BE48-BCF7-3D88-7545FC88A19D}"/>
          </ac:spMkLst>
        </pc:spChg>
        <pc:spChg chg="mod">
          <ac:chgData name="Lucie Fontaine" userId="2c6b0298-177f-4237-a83e-8637e19304d5" providerId="ADAL" clId="{38FDF7CA-A37A-44C1-A812-A8007AC22127}" dt="2026-04-22T15:07:05.042" v="17604"/>
          <ac:spMkLst>
            <pc:docMk/>
            <pc:sldMk cId="2147694599" sldId="358"/>
            <ac:spMk id="44" creationId="{879FA111-094B-E405-AC75-76F88D4EE8E1}"/>
          </ac:spMkLst>
        </pc:spChg>
        <pc:picChg chg="add del">
          <ac:chgData name="Lucie Fontaine" userId="2c6b0298-177f-4237-a83e-8637e19304d5" providerId="ADAL" clId="{38FDF7CA-A37A-44C1-A812-A8007AC22127}" dt="2026-04-22T15:07:09.876" v="17607" actId="478"/>
          <ac:picMkLst>
            <pc:docMk/>
            <pc:sldMk cId="2147694599" sldId="358"/>
            <ac:picMk id="37" creationId="{B5965F33-EC33-8B94-DB4C-1A34565DF414}"/>
          </ac:picMkLst>
        </pc:picChg>
        <pc:cxnChg chg="add del mod">
          <ac:chgData name="Lucie Fontaine" userId="2c6b0298-177f-4237-a83e-8637e19304d5" providerId="ADAL" clId="{38FDF7CA-A37A-44C1-A812-A8007AC22127}" dt="2026-04-22T15:07:09.876" v="17607" actId="478"/>
          <ac:cxnSpMkLst>
            <pc:docMk/>
            <pc:sldMk cId="2147694599" sldId="358"/>
            <ac:cxnSpMk id="21" creationId="{92859E41-DC6F-DF1D-742C-A89B203B9F9F}"/>
          </ac:cxnSpMkLst>
        </pc:cxnChg>
        <pc:cxnChg chg="add del mod">
          <ac:chgData name="Lucie Fontaine" userId="2c6b0298-177f-4237-a83e-8637e19304d5" providerId="ADAL" clId="{38FDF7CA-A37A-44C1-A812-A8007AC22127}" dt="2026-04-22T15:07:09.876" v="17607" actId="478"/>
          <ac:cxnSpMkLst>
            <pc:docMk/>
            <pc:sldMk cId="2147694599" sldId="358"/>
            <ac:cxnSpMk id="23" creationId="{2106AF1D-2D97-DFA6-CF3F-060038F02147}"/>
          </ac:cxnSpMkLst>
        </pc:cxnChg>
        <pc:cxnChg chg="add del mod">
          <ac:chgData name="Lucie Fontaine" userId="2c6b0298-177f-4237-a83e-8637e19304d5" providerId="ADAL" clId="{38FDF7CA-A37A-44C1-A812-A8007AC22127}" dt="2026-04-22T15:07:09.876" v="17607" actId="478"/>
          <ac:cxnSpMkLst>
            <pc:docMk/>
            <pc:sldMk cId="2147694599" sldId="358"/>
            <ac:cxnSpMk id="25" creationId="{D86270E5-89D4-9B85-A262-87BF51837A8D}"/>
          </ac:cxnSpMkLst>
        </pc:cxnChg>
        <pc:cxnChg chg="add del mod">
          <ac:chgData name="Lucie Fontaine" userId="2c6b0298-177f-4237-a83e-8637e19304d5" providerId="ADAL" clId="{38FDF7CA-A37A-44C1-A812-A8007AC22127}" dt="2026-04-22T15:07:09.876" v="17607" actId="478"/>
          <ac:cxnSpMkLst>
            <pc:docMk/>
            <pc:sldMk cId="2147694599" sldId="358"/>
            <ac:cxnSpMk id="27" creationId="{758375D2-D148-81C1-2B0F-89ED55CB6A12}"/>
          </ac:cxnSpMkLst>
        </pc:cxnChg>
        <pc:cxnChg chg="mod">
          <ac:chgData name="Lucie Fontaine" userId="2c6b0298-177f-4237-a83e-8637e19304d5" providerId="ADAL" clId="{38FDF7CA-A37A-44C1-A812-A8007AC22127}" dt="2026-04-22T14:58:33.032" v="17559" actId="20577"/>
          <ac:cxnSpMkLst>
            <pc:docMk/>
            <pc:sldMk cId="2147694599" sldId="358"/>
            <ac:cxnSpMk id="29" creationId="{0C436589-8EBA-7B3F-B39F-911DAD70A354}"/>
          </ac:cxnSpMkLst>
        </pc:cxnChg>
        <pc:cxnChg chg="mod">
          <ac:chgData name="Lucie Fontaine" userId="2c6b0298-177f-4237-a83e-8637e19304d5" providerId="ADAL" clId="{38FDF7CA-A37A-44C1-A812-A8007AC22127}" dt="2026-04-22T15:07:02.989" v="17597"/>
          <ac:cxnSpMkLst>
            <pc:docMk/>
            <pc:sldMk cId="2147694599" sldId="358"/>
            <ac:cxnSpMk id="31" creationId="{AEF1D232-7E14-8A89-F971-4131D53A2E3B}"/>
          </ac:cxnSpMkLst>
        </pc:cxnChg>
        <pc:cxnChg chg="mod">
          <ac:chgData name="Lucie Fontaine" userId="2c6b0298-177f-4237-a83e-8637e19304d5" providerId="ADAL" clId="{38FDF7CA-A37A-44C1-A812-A8007AC22127}" dt="2026-04-22T15:07:03.168" v="17598"/>
          <ac:cxnSpMkLst>
            <pc:docMk/>
            <pc:sldMk cId="2147694599" sldId="358"/>
            <ac:cxnSpMk id="33" creationId="{1A4D0442-D4FE-BB5B-FA93-14AF282DE42E}"/>
          </ac:cxnSpMkLst>
        </pc:cxnChg>
        <pc:cxnChg chg="mod">
          <ac:chgData name="Lucie Fontaine" userId="2c6b0298-177f-4237-a83e-8637e19304d5" providerId="ADAL" clId="{38FDF7CA-A37A-44C1-A812-A8007AC22127}" dt="2026-04-22T15:07:03.331" v="17599"/>
          <ac:cxnSpMkLst>
            <pc:docMk/>
            <pc:sldMk cId="2147694599" sldId="358"/>
            <ac:cxnSpMk id="35" creationId="{4DB7A52A-33CF-CD88-F252-A96CEEDC80EA}"/>
          </ac:cxnSpMkLst>
        </pc:cxnChg>
        <pc:cxnChg chg="mod">
          <ac:chgData name="Lucie Fontaine" userId="2c6b0298-177f-4237-a83e-8637e19304d5" providerId="ADAL" clId="{38FDF7CA-A37A-44C1-A812-A8007AC22127}" dt="2026-04-22T15:07:04.275" v="17601" actId="20577"/>
          <ac:cxnSpMkLst>
            <pc:docMk/>
            <pc:sldMk cId="2147694599" sldId="358"/>
            <ac:cxnSpMk id="46" creationId="{77033882-D65E-4DD3-8901-38C627CBF3F0}"/>
          </ac:cxnSpMkLst>
        </pc:cxnChg>
        <pc:cxnChg chg="mod">
          <ac:chgData name="Lucie Fontaine" userId="2c6b0298-177f-4237-a83e-8637e19304d5" providerId="ADAL" clId="{38FDF7CA-A37A-44C1-A812-A8007AC22127}" dt="2026-04-22T15:07:04.650" v="17602"/>
          <ac:cxnSpMkLst>
            <pc:docMk/>
            <pc:sldMk cId="2147694599" sldId="358"/>
            <ac:cxnSpMk id="50" creationId="{46BD2CA6-32E3-5217-9370-1A99B83C84B1}"/>
          </ac:cxnSpMkLst>
        </pc:cxnChg>
        <pc:cxnChg chg="mod">
          <ac:chgData name="Lucie Fontaine" userId="2c6b0298-177f-4237-a83e-8637e19304d5" providerId="ADAL" clId="{38FDF7CA-A37A-44C1-A812-A8007AC22127}" dt="2026-04-22T15:07:04.847" v="17603"/>
          <ac:cxnSpMkLst>
            <pc:docMk/>
            <pc:sldMk cId="2147694599" sldId="358"/>
            <ac:cxnSpMk id="53" creationId="{2135648F-6E58-1782-40F8-29E6E16DD981}"/>
          </ac:cxnSpMkLst>
        </pc:cxnChg>
        <pc:cxnChg chg="mod">
          <ac:chgData name="Lucie Fontaine" userId="2c6b0298-177f-4237-a83e-8637e19304d5" providerId="ADAL" clId="{38FDF7CA-A37A-44C1-A812-A8007AC22127}" dt="2026-04-22T15:07:05.042" v="17604"/>
          <ac:cxnSpMkLst>
            <pc:docMk/>
            <pc:sldMk cId="2147694599" sldId="358"/>
            <ac:cxnSpMk id="55" creationId="{E39D140B-2266-908D-1FD2-9839DDB24205}"/>
          </ac:cxnSpMkLst>
        </pc:cxnChg>
      </pc:sldChg>
      <pc:sldChg chg="addSp delSp modSp add mod modNotesTx">
        <pc:chgData name="Lucie Fontaine" userId="2c6b0298-177f-4237-a83e-8637e19304d5" providerId="ADAL" clId="{38FDF7CA-A37A-44C1-A812-A8007AC22127}" dt="2026-04-28T14:30:19.145" v="22917" actId="20577"/>
        <pc:sldMkLst>
          <pc:docMk/>
          <pc:sldMk cId="4012027323" sldId="359"/>
        </pc:sldMkLst>
        <pc:spChg chg="del">
          <ac:chgData name="Lucie Fontaine" userId="2c6b0298-177f-4237-a83e-8637e19304d5" providerId="ADAL" clId="{38FDF7CA-A37A-44C1-A812-A8007AC22127}" dt="2026-04-23T09:50:22.795" v="19600" actId="478"/>
          <ac:spMkLst>
            <pc:docMk/>
            <pc:sldMk cId="4012027323" sldId="359"/>
            <ac:spMk id="5" creationId="{6D8B57DE-AB20-FDDB-A0F4-5B11D422F934}"/>
          </ac:spMkLst>
        </pc:spChg>
        <pc:spChg chg="add mod">
          <ac:chgData name="Lucie Fontaine" userId="2c6b0298-177f-4237-a83e-8637e19304d5" providerId="ADAL" clId="{38FDF7CA-A37A-44C1-A812-A8007AC22127}" dt="2026-04-22T15:14:13.383" v="17671" actId="20577"/>
          <ac:spMkLst>
            <pc:docMk/>
            <pc:sldMk cId="4012027323" sldId="359"/>
            <ac:spMk id="6" creationId="{CDF6F2FD-7065-720C-6CA8-A91269567197}"/>
          </ac:spMkLst>
        </pc:spChg>
        <pc:picChg chg="add mod ord">
          <ac:chgData name="Lucie Fontaine" userId="2c6b0298-177f-4237-a83e-8637e19304d5" providerId="ADAL" clId="{38FDF7CA-A37A-44C1-A812-A8007AC22127}" dt="2026-04-23T09:50:18.400" v="19598" actId="167"/>
          <ac:picMkLst>
            <pc:docMk/>
            <pc:sldMk cId="4012027323" sldId="359"/>
            <ac:picMk id="18" creationId="{BBE2C938-9F35-C4A4-E6F4-39D86BEEDD04}"/>
          </ac:picMkLst>
        </pc:picChg>
        <pc:picChg chg="del">
          <ac:chgData name="Lucie Fontaine" userId="2c6b0298-177f-4237-a83e-8637e19304d5" providerId="ADAL" clId="{38FDF7CA-A37A-44C1-A812-A8007AC22127}" dt="2026-04-23T09:50:19.860" v="19599" actId="478"/>
          <ac:picMkLst>
            <pc:docMk/>
            <pc:sldMk cId="4012027323" sldId="359"/>
            <ac:picMk id="40" creationId="{3B50789A-8C1F-AF4A-1CAF-5D1636279955}"/>
          </ac:picMkLst>
        </pc:picChg>
      </pc:sldChg>
      <pc:sldChg chg="addSp delSp modSp new mod">
        <pc:chgData name="Lucie Fontaine" userId="2c6b0298-177f-4237-a83e-8637e19304d5" providerId="ADAL" clId="{38FDF7CA-A37A-44C1-A812-A8007AC22127}" dt="2026-04-23T12:53:17.466" v="20033"/>
        <pc:sldMkLst>
          <pc:docMk/>
          <pc:sldMk cId="2418301785" sldId="360"/>
        </pc:sldMkLst>
        <pc:spChg chg="mod">
          <ac:chgData name="Lucie Fontaine" userId="2c6b0298-177f-4237-a83e-8637e19304d5" providerId="ADAL" clId="{38FDF7CA-A37A-44C1-A812-A8007AC22127}" dt="2026-04-23T07:44:55.790" v="18407"/>
          <ac:spMkLst>
            <pc:docMk/>
            <pc:sldMk cId="2418301785" sldId="360"/>
            <ac:spMk id="2" creationId="{55B292EC-33D4-22A1-C057-A36E10823610}"/>
          </ac:spMkLst>
        </pc:spChg>
        <pc:spChg chg="mod">
          <ac:chgData name="Lucie Fontaine" userId="2c6b0298-177f-4237-a83e-8637e19304d5" providerId="ADAL" clId="{38FDF7CA-A37A-44C1-A812-A8007AC22127}" dt="2026-04-23T07:26:50.148" v="18126" actId="5793"/>
          <ac:spMkLst>
            <pc:docMk/>
            <pc:sldMk cId="2418301785" sldId="360"/>
            <ac:spMk id="3" creationId="{BFE3CDB5-D4C4-E4CC-797B-F745BD1D0B09}"/>
          </ac:spMkLst>
        </pc:spChg>
        <pc:spChg chg="del mod">
          <ac:chgData name="Lucie Fontaine" userId="2c6b0298-177f-4237-a83e-8637e19304d5" providerId="ADAL" clId="{38FDF7CA-A37A-44C1-A812-A8007AC22127}" dt="2026-04-23T07:32:54.945" v="18150" actId="22"/>
          <ac:spMkLst>
            <pc:docMk/>
            <pc:sldMk cId="2418301785" sldId="360"/>
            <ac:spMk id="4" creationId="{4601C5A5-9F1B-D9B2-C52E-AB3F15A22001}"/>
          </ac:spMkLst>
        </pc:spChg>
        <pc:spChg chg="mod">
          <ac:chgData name="Lucie Fontaine" userId="2c6b0298-177f-4237-a83e-8637e19304d5" providerId="ADAL" clId="{38FDF7CA-A37A-44C1-A812-A8007AC22127}" dt="2026-04-23T07:26:50.324" v="18127"/>
          <ac:spMkLst>
            <pc:docMk/>
            <pc:sldMk cId="2418301785" sldId="360"/>
            <ac:spMk id="6" creationId="{0219BB19-4ED0-3FBB-9C25-073E3C989D34}"/>
          </ac:spMkLst>
        </pc:spChg>
        <pc:spChg chg="mod">
          <ac:chgData name="Lucie Fontaine" userId="2c6b0298-177f-4237-a83e-8637e19304d5" providerId="ADAL" clId="{38FDF7CA-A37A-44C1-A812-A8007AC22127}" dt="2026-04-23T07:26:50.324" v="18127"/>
          <ac:spMkLst>
            <pc:docMk/>
            <pc:sldMk cId="2418301785" sldId="360"/>
            <ac:spMk id="10" creationId="{EF81E35A-FA7D-2189-8154-6505CA473848}"/>
          </ac:spMkLst>
        </pc:spChg>
        <pc:spChg chg="mod">
          <ac:chgData name="Lucie Fontaine" userId="2c6b0298-177f-4237-a83e-8637e19304d5" providerId="ADAL" clId="{38FDF7CA-A37A-44C1-A812-A8007AC22127}" dt="2026-04-23T07:26:50.324" v="18127"/>
          <ac:spMkLst>
            <pc:docMk/>
            <pc:sldMk cId="2418301785" sldId="360"/>
            <ac:spMk id="12" creationId="{00F277FB-AAD2-2F03-2078-E63401F2EC40}"/>
          </ac:spMkLst>
        </pc:spChg>
        <pc:spChg chg="mod">
          <ac:chgData name="Lucie Fontaine" userId="2c6b0298-177f-4237-a83e-8637e19304d5" providerId="ADAL" clId="{38FDF7CA-A37A-44C1-A812-A8007AC22127}" dt="2026-04-23T07:26:50.324" v="18127"/>
          <ac:spMkLst>
            <pc:docMk/>
            <pc:sldMk cId="2418301785" sldId="360"/>
            <ac:spMk id="19" creationId="{F0C71389-4F0D-11D3-85EB-BB588E2C6CC3}"/>
          </ac:spMkLst>
        </pc:spChg>
        <pc:spChg chg="mod">
          <ac:chgData name="Lucie Fontaine" userId="2c6b0298-177f-4237-a83e-8637e19304d5" providerId="ADAL" clId="{38FDF7CA-A37A-44C1-A812-A8007AC22127}" dt="2026-04-23T07:26:50.324" v="18127"/>
          <ac:spMkLst>
            <pc:docMk/>
            <pc:sldMk cId="2418301785" sldId="360"/>
            <ac:spMk id="20" creationId="{1F493D36-A6E2-BD27-6852-8CE4EFEC6E1D}"/>
          </ac:spMkLst>
        </pc:spChg>
        <pc:spChg chg="mod">
          <ac:chgData name="Lucie Fontaine" userId="2c6b0298-177f-4237-a83e-8637e19304d5" providerId="ADAL" clId="{38FDF7CA-A37A-44C1-A812-A8007AC22127}" dt="2026-04-23T07:26:50.324" v="18127"/>
          <ac:spMkLst>
            <pc:docMk/>
            <pc:sldMk cId="2418301785" sldId="360"/>
            <ac:spMk id="21" creationId="{05B4E14E-6BB5-835B-5C1B-6352BBF8A661}"/>
          </ac:spMkLst>
        </pc:spChg>
        <pc:spChg chg="mod">
          <ac:chgData name="Lucie Fontaine" userId="2c6b0298-177f-4237-a83e-8637e19304d5" providerId="ADAL" clId="{38FDF7CA-A37A-44C1-A812-A8007AC22127}" dt="2026-04-23T07:26:50.324" v="18127"/>
          <ac:spMkLst>
            <pc:docMk/>
            <pc:sldMk cId="2418301785" sldId="360"/>
            <ac:spMk id="22" creationId="{998D4806-1DF9-167B-5637-C9599D1A4DEE}"/>
          </ac:spMkLst>
        </pc:spChg>
        <pc:spChg chg="mod">
          <ac:chgData name="Lucie Fontaine" userId="2c6b0298-177f-4237-a83e-8637e19304d5" providerId="ADAL" clId="{38FDF7CA-A37A-44C1-A812-A8007AC22127}" dt="2026-04-23T07:26:50.324" v="18127"/>
          <ac:spMkLst>
            <pc:docMk/>
            <pc:sldMk cId="2418301785" sldId="360"/>
            <ac:spMk id="23" creationId="{A211F023-606D-6E74-E754-3882458EB6D0}"/>
          </ac:spMkLst>
        </pc:spChg>
        <pc:spChg chg="mod">
          <ac:chgData name="Lucie Fontaine" userId="2c6b0298-177f-4237-a83e-8637e19304d5" providerId="ADAL" clId="{38FDF7CA-A37A-44C1-A812-A8007AC22127}" dt="2026-04-23T07:26:50.324" v="18127"/>
          <ac:spMkLst>
            <pc:docMk/>
            <pc:sldMk cId="2418301785" sldId="360"/>
            <ac:spMk id="24" creationId="{CDC560A5-B961-C185-D720-8D85CAA97A5D}"/>
          </ac:spMkLst>
        </pc:spChg>
        <pc:spChg chg="add mod">
          <ac:chgData name="Lucie Fontaine" userId="2c6b0298-177f-4237-a83e-8637e19304d5" providerId="ADAL" clId="{38FDF7CA-A37A-44C1-A812-A8007AC22127}" dt="2026-04-23T07:26:50.324" v="18127"/>
          <ac:spMkLst>
            <pc:docMk/>
            <pc:sldMk cId="2418301785" sldId="360"/>
            <ac:spMk id="33" creationId="{6911F928-9A6E-14E6-6459-6099EAE05E83}"/>
          </ac:spMkLst>
        </pc:spChg>
        <pc:spChg chg="add del mod">
          <ac:chgData name="Lucie Fontaine" userId="2c6b0298-177f-4237-a83e-8637e19304d5" providerId="ADAL" clId="{38FDF7CA-A37A-44C1-A812-A8007AC22127}" dt="2026-04-23T08:15:50.461" v="18564" actId="22"/>
          <ac:spMkLst>
            <pc:docMk/>
            <pc:sldMk cId="2418301785" sldId="360"/>
            <ac:spMk id="39" creationId="{58A82E59-0BFB-A52A-28F3-B9647955E5A7}"/>
          </ac:spMkLst>
        </pc:spChg>
        <pc:spChg chg="add del mod">
          <ac:chgData name="Lucie Fontaine" userId="2c6b0298-177f-4237-a83e-8637e19304d5" providerId="ADAL" clId="{38FDF7CA-A37A-44C1-A812-A8007AC22127}" dt="2026-04-23T12:53:17.466" v="20033"/>
          <ac:spMkLst>
            <pc:docMk/>
            <pc:sldMk cId="2418301785" sldId="360"/>
            <ac:spMk id="48" creationId="{69A7467F-3B6E-B796-954E-916CF5C77846}"/>
          </ac:spMkLst>
        </pc:spChg>
        <pc:grpChg chg="add mod">
          <ac:chgData name="Lucie Fontaine" userId="2c6b0298-177f-4237-a83e-8637e19304d5" providerId="ADAL" clId="{38FDF7CA-A37A-44C1-A812-A8007AC22127}" dt="2026-04-23T07:26:50.324" v="18127"/>
          <ac:grpSpMkLst>
            <pc:docMk/>
            <pc:sldMk cId="2418301785" sldId="360"/>
            <ac:grpSpMk id="5" creationId="{CDA0F422-E09D-02E8-50DB-11ED0297B419}"/>
          </ac:grpSpMkLst>
        </pc:grpChg>
        <pc:grpChg chg="mod">
          <ac:chgData name="Lucie Fontaine" userId="2c6b0298-177f-4237-a83e-8637e19304d5" providerId="ADAL" clId="{38FDF7CA-A37A-44C1-A812-A8007AC22127}" dt="2026-04-23T07:26:50.324" v="18127"/>
          <ac:grpSpMkLst>
            <pc:docMk/>
            <pc:sldMk cId="2418301785" sldId="360"/>
            <ac:grpSpMk id="7" creationId="{8BA85741-924E-B6D0-75D4-1FF110125DE4}"/>
          </ac:grpSpMkLst>
        </pc:grpChg>
        <pc:grpChg chg="mod">
          <ac:chgData name="Lucie Fontaine" userId="2c6b0298-177f-4237-a83e-8637e19304d5" providerId="ADAL" clId="{38FDF7CA-A37A-44C1-A812-A8007AC22127}" dt="2026-04-23T07:26:50.324" v="18127"/>
          <ac:grpSpMkLst>
            <pc:docMk/>
            <pc:sldMk cId="2418301785" sldId="360"/>
            <ac:grpSpMk id="8" creationId="{425AFBF1-2551-3879-7292-3CFF72903CE4}"/>
          </ac:grpSpMkLst>
        </pc:grpChg>
        <pc:grpChg chg="mod">
          <ac:chgData name="Lucie Fontaine" userId="2c6b0298-177f-4237-a83e-8637e19304d5" providerId="ADAL" clId="{38FDF7CA-A37A-44C1-A812-A8007AC22127}" dt="2026-04-23T07:26:50.324" v="18127"/>
          <ac:grpSpMkLst>
            <pc:docMk/>
            <pc:sldMk cId="2418301785" sldId="360"/>
            <ac:grpSpMk id="14" creationId="{146772D0-4720-8144-EF60-E00B3DFE2E7F}"/>
          </ac:grpSpMkLst>
        </pc:grpChg>
        <pc:grpChg chg="mod">
          <ac:chgData name="Lucie Fontaine" userId="2c6b0298-177f-4237-a83e-8637e19304d5" providerId="ADAL" clId="{38FDF7CA-A37A-44C1-A812-A8007AC22127}" dt="2026-04-23T07:26:50.324" v="18127"/>
          <ac:grpSpMkLst>
            <pc:docMk/>
            <pc:sldMk cId="2418301785" sldId="360"/>
            <ac:grpSpMk id="16" creationId="{9688AD90-0AAD-97B0-69B4-06C710A4D2DA}"/>
          </ac:grpSpMkLst>
        </pc:grpChg>
        <pc:picChg chg="add del mod ord">
          <ac:chgData name="Lucie Fontaine" userId="2c6b0298-177f-4237-a83e-8637e19304d5" providerId="ADAL" clId="{38FDF7CA-A37A-44C1-A812-A8007AC22127}" dt="2026-04-23T08:15:47.648" v="18560" actId="478"/>
          <ac:picMkLst>
            <pc:docMk/>
            <pc:sldMk cId="2418301785" sldId="360"/>
            <ac:picMk id="37" creationId="{EFA18D12-395B-3ABD-0CFC-73A6930BB0E9}"/>
          </ac:picMkLst>
        </pc:picChg>
        <pc:picChg chg="add del">
          <ac:chgData name="Lucie Fontaine" userId="2c6b0298-177f-4237-a83e-8637e19304d5" providerId="ADAL" clId="{38FDF7CA-A37A-44C1-A812-A8007AC22127}" dt="2026-04-23T08:15:49.123" v="18562" actId="22"/>
          <ac:picMkLst>
            <pc:docMk/>
            <pc:sldMk cId="2418301785" sldId="360"/>
            <ac:picMk id="41" creationId="{1F134C9E-7EB7-BBC4-2720-86FB36B9B2EE}"/>
          </ac:picMkLst>
        </pc:picChg>
        <pc:picChg chg="add del mod ord">
          <ac:chgData name="Lucie Fontaine" userId="2c6b0298-177f-4237-a83e-8637e19304d5" providerId="ADAL" clId="{38FDF7CA-A37A-44C1-A812-A8007AC22127}" dt="2026-04-23T12:53:15.366" v="20031" actId="478"/>
          <ac:picMkLst>
            <pc:docMk/>
            <pc:sldMk cId="2418301785" sldId="360"/>
            <ac:picMk id="43" creationId="{30DB5971-3239-1CD9-6FCD-2A824981D73C}"/>
          </ac:picMkLst>
        </pc:picChg>
        <pc:picChg chg="add del mod ord">
          <ac:chgData name="Lucie Fontaine" userId="2c6b0298-177f-4237-a83e-8637e19304d5" providerId="ADAL" clId="{38FDF7CA-A37A-44C1-A812-A8007AC22127}" dt="2026-04-23T12:53:16.841" v="20032" actId="21"/>
          <ac:picMkLst>
            <pc:docMk/>
            <pc:sldMk cId="2418301785" sldId="360"/>
            <ac:picMk id="46" creationId="{89910790-8D46-9E69-94B5-142F7143C452}"/>
          </ac:picMkLst>
        </pc:picChg>
        <pc:picChg chg="add mod">
          <ac:chgData name="Lucie Fontaine" userId="2c6b0298-177f-4237-a83e-8637e19304d5" providerId="ADAL" clId="{38FDF7CA-A37A-44C1-A812-A8007AC22127}" dt="2026-04-23T12:53:17.466" v="20033"/>
          <ac:picMkLst>
            <pc:docMk/>
            <pc:sldMk cId="2418301785" sldId="360"/>
            <ac:picMk id="49" creationId="{89910790-8D46-9E69-94B5-142F7143C452}"/>
          </ac:picMkLst>
        </pc:picChg>
        <pc:cxnChg chg="mod">
          <ac:chgData name="Lucie Fontaine" userId="2c6b0298-177f-4237-a83e-8637e19304d5" providerId="ADAL" clId="{38FDF7CA-A37A-44C1-A812-A8007AC22127}" dt="2026-04-23T07:26:50.324" v="18127"/>
          <ac:cxnSpMkLst>
            <pc:docMk/>
            <pc:sldMk cId="2418301785" sldId="360"/>
            <ac:cxnSpMk id="9" creationId="{9AAA69B1-4CFB-E780-030B-BE810F00C263}"/>
          </ac:cxnSpMkLst>
        </pc:cxnChg>
        <pc:cxnChg chg="mod">
          <ac:chgData name="Lucie Fontaine" userId="2c6b0298-177f-4237-a83e-8637e19304d5" providerId="ADAL" clId="{38FDF7CA-A37A-44C1-A812-A8007AC22127}" dt="2026-04-23T07:26:50.324" v="18127"/>
          <ac:cxnSpMkLst>
            <pc:docMk/>
            <pc:sldMk cId="2418301785" sldId="360"/>
            <ac:cxnSpMk id="11" creationId="{68EE3FEF-5454-36C9-EB39-40A74168D2E8}"/>
          </ac:cxnSpMkLst>
        </pc:cxnChg>
        <pc:cxnChg chg="mod">
          <ac:chgData name="Lucie Fontaine" userId="2c6b0298-177f-4237-a83e-8637e19304d5" providerId="ADAL" clId="{38FDF7CA-A37A-44C1-A812-A8007AC22127}" dt="2026-04-23T07:26:50.324" v="18127"/>
          <ac:cxnSpMkLst>
            <pc:docMk/>
            <pc:sldMk cId="2418301785" sldId="360"/>
            <ac:cxnSpMk id="13" creationId="{6A66DCC6-515A-832A-1FB7-4C66F215ED1B}"/>
          </ac:cxnSpMkLst>
        </pc:cxnChg>
        <pc:cxnChg chg="mod">
          <ac:chgData name="Lucie Fontaine" userId="2c6b0298-177f-4237-a83e-8637e19304d5" providerId="ADAL" clId="{38FDF7CA-A37A-44C1-A812-A8007AC22127}" dt="2026-04-23T07:26:50.324" v="18127"/>
          <ac:cxnSpMkLst>
            <pc:docMk/>
            <pc:sldMk cId="2418301785" sldId="360"/>
            <ac:cxnSpMk id="15" creationId="{3533A774-5DBE-B838-B3CE-FB4E9E98EE4D}"/>
          </ac:cxnSpMkLst>
        </pc:cxnChg>
        <pc:cxnChg chg="mod">
          <ac:chgData name="Lucie Fontaine" userId="2c6b0298-177f-4237-a83e-8637e19304d5" providerId="ADAL" clId="{38FDF7CA-A37A-44C1-A812-A8007AC22127}" dt="2026-04-23T07:26:50.324" v="18127"/>
          <ac:cxnSpMkLst>
            <pc:docMk/>
            <pc:sldMk cId="2418301785" sldId="360"/>
            <ac:cxnSpMk id="17" creationId="{6FE5C2A5-C0BF-17D7-7CC6-B6CDC1EE6A78}"/>
          </ac:cxnSpMkLst>
        </pc:cxnChg>
        <pc:cxnChg chg="mod">
          <ac:chgData name="Lucie Fontaine" userId="2c6b0298-177f-4237-a83e-8637e19304d5" providerId="ADAL" clId="{38FDF7CA-A37A-44C1-A812-A8007AC22127}" dt="2026-04-23T07:26:50.324" v="18127"/>
          <ac:cxnSpMkLst>
            <pc:docMk/>
            <pc:sldMk cId="2418301785" sldId="360"/>
            <ac:cxnSpMk id="18" creationId="{9DF29915-8104-55B0-FC7E-96570F11D692}"/>
          </ac:cxnSpMkLst>
        </pc:cxnChg>
        <pc:cxnChg chg="mod">
          <ac:chgData name="Lucie Fontaine" userId="2c6b0298-177f-4237-a83e-8637e19304d5" providerId="ADAL" clId="{38FDF7CA-A37A-44C1-A812-A8007AC22127}" dt="2026-04-23T07:26:50.324" v="18127"/>
          <ac:cxnSpMkLst>
            <pc:docMk/>
            <pc:sldMk cId="2418301785" sldId="360"/>
            <ac:cxnSpMk id="25" creationId="{CEEAC67F-2EF8-CE62-365D-D4273489072B}"/>
          </ac:cxnSpMkLst>
        </pc:cxnChg>
        <pc:cxnChg chg="mod">
          <ac:chgData name="Lucie Fontaine" userId="2c6b0298-177f-4237-a83e-8637e19304d5" providerId="ADAL" clId="{38FDF7CA-A37A-44C1-A812-A8007AC22127}" dt="2026-04-23T07:26:50.324" v="18127"/>
          <ac:cxnSpMkLst>
            <pc:docMk/>
            <pc:sldMk cId="2418301785" sldId="360"/>
            <ac:cxnSpMk id="26" creationId="{6E38E80E-1D69-808D-8DD7-9522DDDDF842}"/>
          </ac:cxnSpMkLst>
        </pc:cxnChg>
        <pc:cxnChg chg="mod">
          <ac:chgData name="Lucie Fontaine" userId="2c6b0298-177f-4237-a83e-8637e19304d5" providerId="ADAL" clId="{38FDF7CA-A37A-44C1-A812-A8007AC22127}" dt="2026-04-23T07:26:50.324" v="18127"/>
          <ac:cxnSpMkLst>
            <pc:docMk/>
            <pc:sldMk cId="2418301785" sldId="360"/>
            <ac:cxnSpMk id="27" creationId="{E6685F4E-6A19-377E-500C-B56AD3CAEDAC}"/>
          </ac:cxnSpMkLst>
        </pc:cxnChg>
        <pc:cxnChg chg="mod">
          <ac:chgData name="Lucie Fontaine" userId="2c6b0298-177f-4237-a83e-8637e19304d5" providerId="ADAL" clId="{38FDF7CA-A37A-44C1-A812-A8007AC22127}" dt="2026-04-23T07:26:50.324" v="18127"/>
          <ac:cxnSpMkLst>
            <pc:docMk/>
            <pc:sldMk cId="2418301785" sldId="360"/>
            <ac:cxnSpMk id="28" creationId="{273A2ABB-22EA-9A69-0A17-E18DA63FC775}"/>
          </ac:cxnSpMkLst>
        </pc:cxnChg>
        <pc:cxnChg chg="mod">
          <ac:chgData name="Lucie Fontaine" userId="2c6b0298-177f-4237-a83e-8637e19304d5" providerId="ADAL" clId="{38FDF7CA-A37A-44C1-A812-A8007AC22127}" dt="2026-04-23T07:26:50.324" v="18127"/>
          <ac:cxnSpMkLst>
            <pc:docMk/>
            <pc:sldMk cId="2418301785" sldId="360"/>
            <ac:cxnSpMk id="29" creationId="{427C1C1A-A4F9-CF8A-EDA2-506AF8403410}"/>
          </ac:cxnSpMkLst>
        </pc:cxnChg>
        <pc:cxnChg chg="mod">
          <ac:chgData name="Lucie Fontaine" userId="2c6b0298-177f-4237-a83e-8637e19304d5" providerId="ADAL" clId="{38FDF7CA-A37A-44C1-A812-A8007AC22127}" dt="2026-04-23T07:26:50.324" v="18127"/>
          <ac:cxnSpMkLst>
            <pc:docMk/>
            <pc:sldMk cId="2418301785" sldId="360"/>
            <ac:cxnSpMk id="30" creationId="{3F907AF0-F5BF-5692-BF37-B54F9D0C19E7}"/>
          </ac:cxnSpMkLst>
        </pc:cxnChg>
        <pc:cxnChg chg="mod">
          <ac:chgData name="Lucie Fontaine" userId="2c6b0298-177f-4237-a83e-8637e19304d5" providerId="ADAL" clId="{38FDF7CA-A37A-44C1-A812-A8007AC22127}" dt="2026-04-23T07:26:50.324" v="18127"/>
          <ac:cxnSpMkLst>
            <pc:docMk/>
            <pc:sldMk cId="2418301785" sldId="360"/>
            <ac:cxnSpMk id="31" creationId="{E5581CAE-ED29-C4E2-4B52-94ECA35C94CD}"/>
          </ac:cxnSpMkLst>
        </pc:cxnChg>
        <pc:cxnChg chg="mod">
          <ac:chgData name="Lucie Fontaine" userId="2c6b0298-177f-4237-a83e-8637e19304d5" providerId="ADAL" clId="{38FDF7CA-A37A-44C1-A812-A8007AC22127}" dt="2026-04-23T07:26:50.324" v="18127"/>
          <ac:cxnSpMkLst>
            <pc:docMk/>
            <pc:sldMk cId="2418301785" sldId="360"/>
            <ac:cxnSpMk id="32" creationId="{6EEC0A2B-735E-203F-AD45-11DB5295C19C}"/>
          </ac:cxnSpMkLst>
        </pc:cxnChg>
        <pc:cxnChg chg="add del mod">
          <ac:chgData name="Lucie Fontaine" userId="2c6b0298-177f-4237-a83e-8637e19304d5" providerId="ADAL" clId="{38FDF7CA-A37A-44C1-A812-A8007AC22127}" dt="2026-04-23T07:30:18.800" v="18146" actId="478"/>
          <ac:cxnSpMkLst>
            <pc:docMk/>
            <pc:sldMk cId="2418301785" sldId="360"/>
            <ac:cxnSpMk id="34" creationId="{A3A13D9C-41F9-3BBF-E9DF-0B636EAEDE01}"/>
          </ac:cxnSpMkLst>
        </pc:cxnChg>
        <pc:cxnChg chg="add mod">
          <ac:chgData name="Lucie Fontaine" userId="2c6b0298-177f-4237-a83e-8637e19304d5" providerId="ADAL" clId="{38FDF7CA-A37A-44C1-A812-A8007AC22127}" dt="2026-04-23T07:30:27.119" v="18148" actId="692"/>
          <ac:cxnSpMkLst>
            <pc:docMk/>
            <pc:sldMk cId="2418301785" sldId="360"/>
            <ac:cxnSpMk id="35" creationId="{4B7DA3E5-7619-F50F-78AD-B72F1058E2A5}"/>
          </ac:cxnSpMkLst>
        </pc:cxnChg>
      </pc:sldChg>
      <pc:sldChg chg="addSp modSp add">
        <pc:chgData name="Lucie Fontaine" userId="2c6b0298-177f-4237-a83e-8637e19304d5" providerId="ADAL" clId="{38FDF7CA-A37A-44C1-A812-A8007AC22127}" dt="2026-04-23T07:29:36.513" v="18142"/>
        <pc:sldMkLst>
          <pc:docMk/>
          <pc:sldMk cId="59904662" sldId="361"/>
        </pc:sldMkLst>
        <pc:cxnChg chg="add mod">
          <ac:chgData name="Lucie Fontaine" userId="2c6b0298-177f-4237-a83e-8637e19304d5" providerId="ADAL" clId="{38FDF7CA-A37A-44C1-A812-A8007AC22127}" dt="2026-04-23T07:29:36.513" v="18142"/>
          <ac:cxnSpMkLst>
            <pc:docMk/>
            <pc:sldMk cId="59904662" sldId="361"/>
            <ac:cxnSpMk id="7" creationId="{283BFFA7-50F4-72D4-3BE0-E9EA24EF4277}"/>
          </ac:cxnSpMkLst>
        </pc:cxnChg>
      </pc:sldChg>
      <pc:sldChg chg="addSp delSp modSp new mod modClrScheme chgLayout modNotesTx">
        <pc:chgData name="Lucie Fontaine" userId="2c6b0298-177f-4237-a83e-8637e19304d5" providerId="ADAL" clId="{38FDF7CA-A37A-44C1-A812-A8007AC22127}" dt="2026-04-28T14:37:49.300" v="23006" actId="5793"/>
        <pc:sldMkLst>
          <pc:docMk/>
          <pc:sldMk cId="2359984214" sldId="362"/>
        </pc:sldMkLst>
        <pc:spChg chg="mod ord">
          <ac:chgData name="Lucie Fontaine" userId="2c6b0298-177f-4237-a83e-8637e19304d5" providerId="ADAL" clId="{38FDF7CA-A37A-44C1-A812-A8007AC22127}" dt="2026-04-23T08:39:37.571" v="18933" actId="700"/>
          <ac:spMkLst>
            <pc:docMk/>
            <pc:sldMk cId="2359984214" sldId="362"/>
            <ac:spMk id="2" creationId="{20D377FE-4CF7-DBE6-BEF9-0BFF2093335F}"/>
          </ac:spMkLst>
        </pc:spChg>
        <pc:spChg chg="del mod ord">
          <ac:chgData name="Lucie Fontaine" userId="2c6b0298-177f-4237-a83e-8637e19304d5" providerId="ADAL" clId="{38FDF7CA-A37A-44C1-A812-A8007AC22127}" dt="2026-04-23T07:34:23.065" v="18166" actId="700"/>
          <ac:spMkLst>
            <pc:docMk/>
            <pc:sldMk cId="2359984214" sldId="362"/>
            <ac:spMk id="3" creationId="{6825F91A-B1A7-595B-B59F-1AF9D5092C6F}"/>
          </ac:spMkLst>
        </pc:spChg>
        <pc:spChg chg="del">
          <ac:chgData name="Lucie Fontaine" userId="2c6b0298-177f-4237-a83e-8637e19304d5" providerId="ADAL" clId="{38FDF7CA-A37A-44C1-A812-A8007AC22127}" dt="2026-04-23T07:34:23.065" v="18166" actId="700"/>
          <ac:spMkLst>
            <pc:docMk/>
            <pc:sldMk cId="2359984214" sldId="362"/>
            <ac:spMk id="4" creationId="{9CDFC26A-8C23-8FFB-058C-92807FD5EFD0}"/>
          </ac:spMkLst>
        </pc:spChg>
        <pc:spChg chg="add mod ord">
          <ac:chgData name="Lucie Fontaine" userId="2c6b0298-177f-4237-a83e-8637e19304d5" providerId="ADAL" clId="{38FDF7CA-A37A-44C1-A812-A8007AC22127}" dt="2026-04-24T06:49:06.657" v="21732" actId="20577"/>
          <ac:spMkLst>
            <pc:docMk/>
            <pc:sldMk cId="2359984214" sldId="362"/>
            <ac:spMk id="5" creationId="{C8B593EE-7713-47FB-CB76-1AD19149F2FE}"/>
          </ac:spMkLst>
        </pc:spChg>
        <pc:spChg chg="mod ord">
          <ac:chgData name="Lucie Fontaine" userId="2c6b0298-177f-4237-a83e-8637e19304d5" providerId="ADAL" clId="{38FDF7CA-A37A-44C1-A812-A8007AC22127}" dt="2026-04-23T08:39:37.571" v="18933" actId="700"/>
          <ac:spMkLst>
            <pc:docMk/>
            <pc:sldMk cId="2359984214" sldId="362"/>
            <ac:spMk id="6" creationId="{B6D65D60-545E-2DC9-FDC0-59824FF4471B}"/>
          </ac:spMkLst>
        </pc:spChg>
        <pc:spChg chg="add mod ord">
          <ac:chgData name="Lucie Fontaine" userId="2c6b0298-177f-4237-a83e-8637e19304d5" providerId="ADAL" clId="{38FDF7CA-A37A-44C1-A812-A8007AC22127}" dt="2026-04-23T14:14:17.705" v="20573" actId="27636"/>
          <ac:spMkLst>
            <pc:docMk/>
            <pc:sldMk cId="2359984214" sldId="362"/>
            <ac:spMk id="7" creationId="{69A21C6F-C67F-CD1C-182A-DABEB765CD21}"/>
          </ac:spMkLst>
        </pc:spChg>
        <pc:spChg chg="mod">
          <ac:chgData name="Lucie Fontaine" userId="2c6b0298-177f-4237-a83e-8637e19304d5" providerId="ADAL" clId="{38FDF7CA-A37A-44C1-A812-A8007AC22127}" dt="2026-04-23T08:39:40.126" v="18937"/>
          <ac:spMkLst>
            <pc:docMk/>
            <pc:sldMk cId="2359984214" sldId="362"/>
            <ac:spMk id="13" creationId="{BA784C42-ADD0-1DAD-DD59-70C52652D7F3}"/>
          </ac:spMkLst>
        </pc:spChg>
        <pc:spChg chg="mod">
          <ac:chgData name="Lucie Fontaine" userId="2c6b0298-177f-4237-a83e-8637e19304d5" providerId="ADAL" clId="{38FDF7CA-A37A-44C1-A812-A8007AC22127}" dt="2026-04-23T08:39:40.126" v="18937"/>
          <ac:spMkLst>
            <pc:docMk/>
            <pc:sldMk cId="2359984214" sldId="362"/>
            <ac:spMk id="14" creationId="{587A5F4C-E386-DC05-AFBA-E4F98A5309B2}"/>
          </ac:spMkLst>
        </pc:spChg>
        <pc:spChg chg="mod">
          <ac:chgData name="Lucie Fontaine" userId="2c6b0298-177f-4237-a83e-8637e19304d5" providerId="ADAL" clId="{38FDF7CA-A37A-44C1-A812-A8007AC22127}" dt="2026-04-23T08:39:40.126" v="18937"/>
          <ac:spMkLst>
            <pc:docMk/>
            <pc:sldMk cId="2359984214" sldId="362"/>
            <ac:spMk id="15" creationId="{54C8DFCF-FF53-52CC-545A-8D688B5828BA}"/>
          </ac:spMkLst>
        </pc:spChg>
        <pc:spChg chg="mod">
          <ac:chgData name="Lucie Fontaine" userId="2c6b0298-177f-4237-a83e-8637e19304d5" providerId="ADAL" clId="{38FDF7CA-A37A-44C1-A812-A8007AC22127}" dt="2026-04-23T08:39:40.126" v="18937"/>
          <ac:spMkLst>
            <pc:docMk/>
            <pc:sldMk cId="2359984214" sldId="362"/>
            <ac:spMk id="16" creationId="{B26AA2BF-F1A2-F43B-6496-150D484C61C2}"/>
          </ac:spMkLst>
        </pc:spChg>
        <pc:spChg chg="mod">
          <ac:chgData name="Lucie Fontaine" userId="2c6b0298-177f-4237-a83e-8637e19304d5" providerId="ADAL" clId="{38FDF7CA-A37A-44C1-A812-A8007AC22127}" dt="2026-04-23T08:39:40.126" v="18937"/>
          <ac:spMkLst>
            <pc:docMk/>
            <pc:sldMk cId="2359984214" sldId="362"/>
            <ac:spMk id="17" creationId="{20E9C6A8-D572-DAEF-6CF8-5E96CAFDA859}"/>
          </ac:spMkLst>
        </pc:spChg>
        <pc:spChg chg="mod">
          <ac:chgData name="Lucie Fontaine" userId="2c6b0298-177f-4237-a83e-8637e19304d5" providerId="ADAL" clId="{38FDF7CA-A37A-44C1-A812-A8007AC22127}" dt="2026-04-23T08:39:40.126" v="18937"/>
          <ac:spMkLst>
            <pc:docMk/>
            <pc:sldMk cId="2359984214" sldId="362"/>
            <ac:spMk id="18" creationId="{A79F5906-ED4C-026B-0D46-A4C8A8473708}"/>
          </ac:spMkLst>
        </pc:spChg>
        <pc:spChg chg="mod">
          <ac:chgData name="Lucie Fontaine" userId="2c6b0298-177f-4237-a83e-8637e19304d5" providerId="ADAL" clId="{38FDF7CA-A37A-44C1-A812-A8007AC22127}" dt="2026-04-23T08:39:40.126" v="18937"/>
          <ac:spMkLst>
            <pc:docMk/>
            <pc:sldMk cId="2359984214" sldId="362"/>
            <ac:spMk id="29" creationId="{2D9111B5-7539-FB57-0A9E-04648B22F82E}"/>
          </ac:spMkLst>
        </pc:spChg>
        <pc:spChg chg="mod">
          <ac:chgData name="Lucie Fontaine" userId="2c6b0298-177f-4237-a83e-8637e19304d5" providerId="ADAL" clId="{38FDF7CA-A37A-44C1-A812-A8007AC22127}" dt="2026-04-23T08:39:40.126" v="18937"/>
          <ac:spMkLst>
            <pc:docMk/>
            <pc:sldMk cId="2359984214" sldId="362"/>
            <ac:spMk id="31" creationId="{AB5073E4-AF74-F196-8D32-B11A6F407CA7}"/>
          </ac:spMkLst>
        </pc:spChg>
        <pc:spChg chg="mod">
          <ac:chgData name="Lucie Fontaine" userId="2c6b0298-177f-4237-a83e-8637e19304d5" providerId="ADAL" clId="{38FDF7CA-A37A-44C1-A812-A8007AC22127}" dt="2026-04-23T08:40:23.354" v="18940"/>
          <ac:spMkLst>
            <pc:docMk/>
            <pc:sldMk cId="2359984214" sldId="362"/>
            <ac:spMk id="38" creationId="{49C5CFB6-06DE-26FC-E556-95D0CFD66BBB}"/>
          </ac:spMkLst>
        </pc:spChg>
        <pc:spChg chg="mod">
          <ac:chgData name="Lucie Fontaine" userId="2c6b0298-177f-4237-a83e-8637e19304d5" providerId="ADAL" clId="{38FDF7CA-A37A-44C1-A812-A8007AC22127}" dt="2026-04-23T08:40:23.354" v="18940"/>
          <ac:spMkLst>
            <pc:docMk/>
            <pc:sldMk cId="2359984214" sldId="362"/>
            <ac:spMk id="39" creationId="{3502B3CB-63F5-AC49-17E8-2C0CAFB7654B}"/>
          </ac:spMkLst>
        </pc:spChg>
        <pc:spChg chg="mod">
          <ac:chgData name="Lucie Fontaine" userId="2c6b0298-177f-4237-a83e-8637e19304d5" providerId="ADAL" clId="{38FDF7CA-A37A-44C1-A812-A8007AC22127}" dt="2026-04-23T08:40:23.354" v="18940"/>
          <ac:spMkLst>
            <pc:docMk/>
            <pc:sldMk cId="2359984214" sldId="362"/>
            <ac:spMk id="40" creationId="{5D2519E4-8BC1-3381-4C7E-AAC61EA24BC1}"/>
          </ac:spMkLst>
        </pc:spChg>
        <pc:spChg chg="mod">
          <ac:chgData name="Lucie Fontaine" userId="2c6b0298-177f-4237-a83e-8637e19304d5" providerId="ADAL" clId="{38FDF7CA-A37A-44C1-A812-A8007AC22127}" dt="2026-04-23T08:40:23.354" v="18940"/>
          <ac:spMkLst>
            <pc:docMk/>
            <pc:sldMk cId="2359984214" sldId="362"/>
            <ac:spMk id="41" creationId="{132C659E-7918-26C1-A00C-C701AB3990B5}"/>
          </ac:spMkLst>
        </pc:spChg>
        <pc:spChg chg="mod">
          <ac:chgData name="Lucie Fontaine" userId="2c6b0298-177f-4237-a83e-8637e19304d5" providerId="ADAL" clId="{38FDF7CA-A37A-44C1-A812-A8007AC22127}" dt="2026-04-23T08:40:23.354" v="18940"/>
          <ac:spMkLst>
            <pc:docMk/>
            <pc:sldMk cId="2359984214" sldId="362"/>
            <ac:spMk id="42" creationId="{F43F63A1-2289-8C64-AFD1-DB93A1F446FD}"/>
          </ac:spMkLst>
        </pc:spChg>
        <pc:spChg chg="mod">
          <ac:chgData name="Lucie Fontaine" userId="2c6b0298-177f-4237-a83e-8637e19304d5" providerId="ADAL" clId="{38FDF7CA-A37A-44C1-A812-A8007AC22127}" dt="2026-04-23T08:40:23.354" v="18940"/>
          <ac:spMkLst>
            <pc:docMk/>
            <pc:sldMk cId="2359984214" sldId="362"/>
            <ac:spMk id="43" creationId="{CE2707E4-54DD-B66C-DF30-0D76DA604847}"/>
          </ac:spMkLst>
        </pc:spChg>
        <pc:spChg chg="mod">
          <ac:chgData name="Lucie Fontaine" userId="2c6b0298-177f-4237-a83e-8637e19304d5" providerId="ADAL" clId="{38FDF7CA-A37A-44C1-A812-A8007AC22127}" dt="2026-04-23T08:40:23.354" v="18940"/>
          <ac:spMkLst>
            <pc:docMk/>
            <pc:sldMk cId="2359984214" sldId="362"/>
            <ac:spMk id="54" creationId="{B356E723-A652-64DC-D4CE-1F07F7A382AA}"/>
          </ac:spMkLst>
        </pc:spChg>
        <pc:spChg chg="mod">
          <ac:chgData name="Lucie Fontaine" userId="2c6b0298-177f-4237-a83e-8637e19304d5" providerId="ADAL" clId="{38FDF7CA-A37A-44C1-A812-A8007AC22127}" dt="2026-04-23T08:40:23.354" v="18940"/>
          <ac:spMkLst>
            <pc:docMk/>
            <pc:sldMk cId="2359984214" sldId="362"/>
            <ac:spMk id="56" creationId="{A07885F2-5892-95BC-B292-F2D0514AD59D}"/>
          </ac:spMkLst>
        </pc:spChg>
        <pc:spChg chg="mod">
          <ac:chgData name="Lucie Fontaine" userId="2c6b0298-177f-4237-a83e-8637e19304d5" providerId="ADAL" clId="{38FDF7CA-A37A-44C1-A812-A8007AC22127}" dt="2026-04-23T08:41:17.666" v="18943"/>
          <ac:spMkLst>
            <pc:docMk/>
            <pc:sldMk cId="2359984214" sldId="362"/>
            <ac:spMk id="65" creationId="{7FD75E56-41DF-D473-E1D4-479E6B711B42}"/>
          </ac:spMkLst>
        </pc:spChg>
        <pc:spChg chg="mod">
          <ac:chgData name="Lucie Fontaine" userId="2c6b0298-177f-4237-a83e-8637e19304d5" providerId="ADAL" clId="{38FDF7CA-A37A-44C1-A812-A8007AC22127}" dt="2026-04-23T08:41:17.666" v="18943"/>
          <ac:spMkLst>
            <pc:docMk/>
            <pc:sldMk cId="2359984214" sldId="362"/>
            <ac:spMk id="66" creationId="{FABFD055-C703-3602-E2BB-F58FF05EB964}"/>
          </ac:spMkLst>
        </pc:spChg>
        <pc:spChg chg="mod">
          <ac:chgData name="Lucie Fontaine" userId="2c6b0298-177f-4237-a83e-8637e19304d5" providerId="ADAL" clId="{38FDF7CA-A37A-44C1-A812-A8007AC22127}" dt="2026-04-23T08:41:17.666" v="18943"/>
          <ac:spMkLst>
            <pc:docMk/>
            <pc:sldMk cId="2359984214" sldId="362"/>
            <ac:spMk id="67" creationId="{B31E81FC-81F8-F0DA-D77F-5F8B777C0107}"/>
          </ac:spMkLst>
        </pc:spChg>
        <pc:spChg chg="mod">
          <ac:chgData name="Lucie Fontaine" userId="2c6b0298-177f-4237-a83e-8637e19304d5" providerId="ADAL" clId="{38FDF7CA-A37A-44C1-A812-A8007AC22127}" dt="2026-04-23T08:41:17.666" v="18943"/>
          <ac:spMkLst>
            <pc:docMk/>
            <pc:sldMk cId="2359984214" sldId="362"/>
            <ac:spMk id="68" creationId="{6BDDA86B-07EB-C053-ADEE-60BB627434C9}"/>
          </ac:spMkLst>
        </pc:spChg>
        <pc:spChg chg="mod">
          <ac:chgData name="Lucie Fontaine" userId="2c6b0298-177f-4237-a83e-8637e19304d5" providerId="ADAL" clId="{38FDF7CA-A37A-44C1-A812-A8007AC22127}" dt="2026-04-23T08:41:17.666" v="18943"/>
          <ac:spMkLst>
            <pc:docMk/>
            <pc:sldMk cId="2359984214" sldId="362"/>
            <ac:spMk id="69" creationId="{6B484FCF-F09F-AF13-0693-A88268C5BE32}"/>
          </ac:spMkLst>
        </pc:spChg>
        <pc:spChg chg="mod">
          <ac:chgData name="Lucie Fontaine" userId="2c6b0298-177f-4237-a83e-8637e19304d5" providerId="ADAL" clId="{38FDF7CA-A37A-44C1-A812-A8007AC22127}" dt="2026-04-23T08:41:17.666" v="18943"/>
          <ac:spMkLst>
            <pc:docMk/>
            <pc:sldMk cId="2359984214" sldId="362"/>
            <ac:spMk id="70" creationId="{AFCFB454-7FD2-EDD4-61FD-E5104A4253B8}"/>
          </ac:spMkLst>
        </pc:spChg>
        <pc:spChg chg="mod">
          <ac:chgData name="Lucie Fontaine" userId="2c6b0298-177f-4237-a83e-8637e19304d5" providerId="ADAL" clId="{38FDF7CA-A37A-44C1-A812-A8007AC22127}" dt="2026-04-23T08:41:17.666" v="18943"/>
          <ac:spMkLst>
            <pc:docMk/>
            <pc:sldMk cId="2359984214" sldId="362"/>
            <ac:spMk id="81" creationId="{E6082E9A-B73B-22AE-AA58-CE15E3F3BBD6}"/>
          </ac:spMkLst>
        </pc:spChg>
        <pc:spChg chg="mod">
          <ac:chgData name="Lucie Fontaine" userId="2c6b0298-177f-4237-a83e-8637e19304d5" providerId="ADAL" clId="{38FDF7CA-A37A-44C1-A812-A8007AC22127}" dt="2026-04-23T08:41:17.666" v="18943"/>
          <ac:spMkLst>
            <pc:docMk/>
            <pc:sldMk cId="2359984214" sldId="362"/>
            <ac:spMk id="83" creationId="{0DCBAE08-8F52-1C87-F33C-FC00ECF55E80}"/>
          </ac:spMkLst>
        </pc:spChg>
        <pc:grpChg chg="add mod">
          <ac:chgData name="Lucie Fontaine" userId="2c6b0298-177f-4237-a83e-8637e19304d5" providerId="ADAL" clId="{38FDF7CA-A37A-44C1-A812-A8007AC22127}" dt="2026-04-23T08:39:48.059" v="18939" actId="1076"/>
          <ac:grpSpMkLst>
            <pc:docMk/>
            <pc:sldMk cId="2359984214" sldId="362"/>
            <ac:grpSpMk id="8" creationId="{863C7C56-5625-27B4-8073-AEAF5F11FA87}"/>
          </ac:grpSpMkLst>
        </pc:grpChg>
        <pc:grpChg chg="mod">
          <ac:chgData name="Lucie Fontaine" userId="2c6b0298-177f-4237-a83e-8637e19304d5" providerId="ADAL" clId="{38FDF7CA-A37A-44C1-A812-A8007AC22127}" dt="2026-04-23T08:39:40.126" v="18937"/>
          <ac:grpSpMkLst>
            <pc:docMk/>
            <pc:sldMk cId="2359984214" sldId="362"/>
            <ac:grpSpMk id="9" creationId="{5D3D4776-F4A5-DC3A-1014-F3E060D9F444}"/>
          </ac:grpSpMkLst>
        </pc:grpChg>
        <pc:grpChg chg="mod">
          <ac:chgData name="Lucie Fontaine" userId="2c6b0298-177f-4237-a83e-8637e19304d5" providerId="ADAL" clId="{38FDF7CA-A37A-44C1-A812-A8007AC22127}" dt="2026-04-23T08:39:40.126" v="18937"/>
          <ac:grpSpMkLst>
            <pc:docMk/>
            <pc:sldMk cId="2359984214" sldId="362"/>
            <ac:grpSpMk id="11" creationId="{23B23FC4-6F20-E43C-A859-97CCE60D6D77}"/>
          </ac:grpSpMkLst>
        </pc:grpChg>
        <pc:grpChg chg="add mod">
          <ac:chgData name="Lucie Fontaine" userId="2c6b0298-177f-4237-a83e-8637e19304d5" providerId="ADAL" clId="{38FDF7CA-A37A-44C1-A812-A8007AC22127}" dt="2026-04-23T08:40:23.354" v="18940"/>
          <ac:grpSpMkLst>
            <pc:docMk/>
            <pc:sldMk cId="2359984214" sldId="362"/>
            <ac:grpSpMk id="33" creationId="{7FE87B8C-D45D-2AEF-B50D-E834FDF6DE5B}"/>
          </ac:grpSpMkLst>
        </pc:grpChg>
        <pc:grpChg chg="mod">
          <ac:chgData name="Lucie Fontaine" userId="2c6b0298-177f-4237-a83e-8637e19304d5" providerId="ADAL" clId="{38FDF7CA-A37A-44C1-A812-A8007AC22127}" dt="2026-04-23T08:40:23.354" v="18940"/>
          <ac:grpSpMkLst>
            <pc:docMk/>
            <pc:sldMk cId="2359984214" sldId="362"/>
            <ac:grpSpMk id="34" creationId="{9D2D8E81-6145-33ED-465D-B6B27146699C}"/>
          </ac:grpSpMkLst>
        </pc:grpChg>
        <pc:grpChg chg="mod">
          <ac:chgData name="Lucie Fontaine" userId="2c6b0298-177f-4237-a83e-8637e19304d5" providerId="ADAL" clId="{38FDF7CA-A37A-44C1-A812-A8007AC22127}" dt="2026-04-23T08:40:23.354" v="18940"/>
          <ac:grpSpMkLst>
            <pc:docMk/>
            <pc:sldMk cId="2359984214" sldId="362"/>
            <ac:grpSpMk id="36" creationId="{05F3BEEF-702E-7E76-2811-8F514A1E1C0D}"/>
          </ac:grpSpMkLst>
        </pc:grpChg>
        <pc:grpChg chg="add mod">
          <ac:chgData name="Lucie Fontaine" userId="2c6b0298-177f-4237-a83e-8637e19304d5" providerId="ADAL" clId="{38FDF7CA-A37A-44C1-A812-A8007AC22127}" dt="2026-04-23T08:41:21.841" v="18944" actId="1076"/>
          <ac:grpSpMkLst>
            <pc:docMk/>
            <pc:sldMk cId="2359984214" sldId="362"/>
            <ac:grpSpMk id="58" creationId="{8EE558A7-EF9D-1C53-D8D1-D853F8E6E837}"/>
          </ac:grpSpMkLst>
        </pc:grpChg>
        <pc:grpChg chg="mod">
          <ac:chgData name="Lucie Fontaine" userId="2c6b0298-177f-4237-a83e-8637e19304d5" providerId="ADAL" clId="{38FDF7CA-A37A-44C1-A812-A8007AC22127}" dt="2026-04-23T08:41:17.666" v="18943"/>
          <ac:grpSpMkLst>
            <pc:docMk/>
            <pc:sldMk cId="2359984214" sldId="362"/>
            <ac:grpSpMk id="60" creationId="{D8E7FB9B-4386-9C9C-60C4-DB75202E4B2E}"/>
          </ac:grpSpMkLst>
        </pc:grpChg>
        <pc:grpChg chg="mod">
          <ac:chgData name="Lucie Fontaine" userId="2c6b0298-177f-4237-a83e-8637e19304d5" providerId="ADAL" clId="{38FDF7CA-A37A-44C1-A812-A8007AC22127}" dt="2026-04-23T08:41:17.666" v="18943"/>
          <ac:grpSpMkLst>
            <pc:docMk/>
            <pc:sldMk cId="2359984214" sldId="362"/>
            <ac:grpSpMk id="61" creationId="{989B2E39-6652-67AD-0364-98A4BCB275D6}"/>
          </ac:grpSpMkLst>
        </pc:grpChg>
        <pc:grpChg chg="mod">
          <ac:chgData name="Lucie Fontaine" userId="2c6b0298-177f-4237-a83e-8637e19304d5" providerId="ADAL" clId="{38FDF7CA-A37A-44C1-A812-A8007AC22127}" dt="2026-04-23T08:41:17.666" v="18943"/>
          <ac:grpSpMkLst>
            <pc:docMk/>
            <pc:sldMk cId="2359984214" sldId="362"/>
            <ac:grpSpMk id="63" creationId="{E56F10CB-058D-AAA0-ACD2-940C05389EDA}"/>
          </ac:grpSpMkLst>
        </pc:grpChg>
        <pc:cxnChg chg="mod">
          <ac:chgData name="Lucie Fontaine" userId="2c6b0298-177f-4237-a83e-8637e19304d5" providerId="ADAL" clId="{38FDF7CA-A37A-44C1-A812-A8007AC22127}" dt="2026-04-23T08:39:40.126" v="18937"/>
          <ac:cxnSpMkLst>
            <pc:docMk/>
            <pc:sldMk cId="2359984214" sldId="362"/>
            <ac:cxnSpMk id="10" creationId="{1D3732A2-E27A-DF67-BE90-7986FF26BE92}"/>
          </ac:cxnSpMkLst>
        </pc:cxnChg>
        <pc:cxnChg chg="mod">
          <ac:chgData name="Lucie Fontaine" userId="2c6b0298-177f-4237-a83e-8637e19304d5" providerId="ADAL" clId="{38FDF7CA-A37A-44C1-A812-A8007AC22127}" dt="2026-04-23T08:39:40.126" v="18937"/>
          <ac:cxnSpMkLst>
            <pc:docMk/>
            <pc:sldMk cId="2359984214" sldId="362"/>
            <ac:cxnSpMk id="12" creationId="{8B5EF982-2088-061E-E2E3-F3B9A495E736}"/>
          </ac:cxnSpMkLst>
        </pc:cxnChg>
        <pc:cxnChg chg="mod">
          <ac:chgData name="Lucie Fontaine" userId="2c6b0298-177f-4237-a83e-8637e19304d5" providerId="ADAL" clId="{38FDF7CA-A37A-44C1-A812-A8007AC22127}" dt="2026-04-23T08:39:40.126" v="18937"/>
          <ac:cxnSpMkLst>
            <pc:docMk/>
            <pc:sldMk cId="2359984214" sldId="362"/>
            <ac:cxnSpMk id="19" creationId="{70696B0F-83E5-CEA0-B23C-A7B50819A85D}"/>
          </ac:cxnSpMkLst>
        </pc:cxnChg>
        <pc:cxnChg chg="mod">
          <ac:chgData name="Lucie Fontaine" userId="2c6b0298-177f-4237-a83e-8637e19304d5" providerId="ADAL" clId="{38FDF7CA-A37A-44C1-A812-A8007AC22127}" dt="2026-04-23T08:39:40.126" v="18937"/>
          <ac:cxnSpMkLst>
            <pc:docMk/>
            <pc:sldMk cId="2359984214" sldId="362"/>
            <ac:cxnSpMk id="20" creationId="{10011476-4CFD-F1E7-7157-389D354EE0EE}"/>
          </ac:cxnSpMkLst>
        </pc:cxnChg>
        <pc:cxnChg chg="mod">
          <ac:chgData name="Lucie Fontaine" userId="2c6b0298-177f-4237-a83e-8637e19304d5" providerId="ADAL" clId="{38FDF7CA-A37A-44C1-A812-A8007AC22127}" dt="2026-04-23T08:39:40.126" v="18937"/>
          <ac:cxnSpMkLst>
            <pc:docMk/>
            <pc:sldMk cId="2359984214" sldId="362"/>
            <ac:cxnSpMk id="21" creationId="{BECA31B8-9E4C-DC6B-831A-78A62DCD45F4}"/>
          </ac:cxnSpMkLst>
        </pc:cxnChg>
        <pc:cxnChg chg="mod">
          <ac:chgData name="Lucie Fontaine" userId="2c6b0298-177f-4237-a83e-8637e19304d5" providerId="ADAL" clId="{38FDF7CA-A37A-44C1-A812-A8007AC22127}" dt="2026-04-23T08:39:40.126" v="18937"/>
          <ac:cxnSpMkLst>
            <pc:docMk/>
            <pc:sldMk cId="2359984214" sldId="362"/>
            <ac:cxnSpMk id="22" creationId="{DECFE750-EAD3-4206-C76C-EE7656D0D125}"/>
          </ac:cxnSpMkLst>
        </pc:cxnChg>
        <pc:cxnChg chg="mod">
          <ac:chgData name="Lucie Fontaine" userId="2c6b0298-177f-4237-a83e-8637e19304d5" providerId="ADAL" clId="{38FDF7CA-A37A-44C1-A812-A8007AC22127}" dt="2026-04-23T08:39:40.126" v="18937"/>
          <ac:cxnSpMkLst>
            <pc:docMk/>
            <pc:sldMk cId="2359984214" sldId="362"/>
            <ac:cxnSpMk id="23" creationId="{0B47A410-FFB5-0CD5-5E23-1A27536B700E}"/>
          </ac:cxnSpMkLst>
        </pc:cxnChg>
        <pc:cxnChg chg="mod">
          <ac:chgData name="Lucie Fontaine" userId="2c6b0298-177f-4237-a83e-8637e19304d5" providerId="ADAL" clId="{38FDF7CA-A37A-44C1-A812-A8007AC22127}" dt="2026-04-23T08:39:40.126" v="18937"/>
          <ac:cxnSpMkLst>
            <pc:docMk/>
            <pc:sldMk cId="2359984214" sldId="362"/>
            <ac:cxnSpMk id="24" creationId="{C8FE046B-F874-60B4-1690-F75202BB6122}"/>
          </ac:cxnSpMkLst>
        </pc:cxnChg>
        <pc:cxnChg chg="mod">
          <ac:chgData name="Lucie Fontaine" userId="2c6b0298-177f-4237-a83e-8637e19304d5" providerId="ADAL" clId="{38FDF7CA-A37A-44C1-A812-A8007AC22127}" dt="2026-04-23T08:39:40.126" v="18937"/>
          <ac:cxnSpMkLst>
            <pc:docMk/>
            <pc:sldMk cId="2359984214" sldId="362"/>
            <ac:cxnSpMk id="25" creationId="{6C173424-12C8-7AA2-8C57-7AC07E26723B}"/>
          </ac:cxnSpMkLst>
        </pc:cxnChg>
        <pc:cxnChg chg="mod">
          <ac:chgData name="Lucie Fontaine" userId="2c6b0298-177f-4237-a83e-8637e19304d5" providerId="ADAL" clId="{38FDF7CA-A37A-44C1-A812-A8007AC22127}" dt="2026-04-23T08:39:40.126" v="18937"/>
          <ac:cxnSpMkLst>
            <pc:docMk/>
            <pc:sldMk cId="2359984214" sldId="362"/>
            <ac:cxnSpMk id="26" creationId="{45760CF1-320A-6F89-8521-45020AC9021F}"/>
          </ac:cxnSpMkLst>
        </pc:cxnChg>
        <pc:cxnChg chg="mod">
          <ac:chgData name="Lucie Fontaine" userId="2c6b0298-177f-4237-a83e-8637e19304d5" providerId="ADAL" clId="{38FDF7CA-A37A-44C1-A812-A8007AC22127}" dt="2026-04-23T08:39:40.126" v="18937"/>
          <ac:cxnSpMkLst>
            <pc:docMk/>
            <pc:sldMk cId="2359984214" sldId="362"/>
            <ac:cxnSpMk id="27" creationId="{32F1F5B8-C3BA-90E0-5C60-6284255807D5}"/>
          </ac:cxnSpMkLst>
        </pc:cxnChg>
        <pc:cxnChg chg="mod">
          <ac:chgData name="Lucie Fontaine" userId="2c6b0298-177f-4237-a83e-8637e19304d5" providerId="ADAL" clId="{38FDF7CA-A37A-44C1-A812-A8007AC22127}" dt="2026-04-23T08:39:40.126" v="18937"/>
          <ac:cxnSpMkLst>
            <pc:docMk/>
            <pc:sldMk cId="2359984214" sldId="362"/>
            <ac:cxnSpMk id="28" creationId="{56933649-5323-95B1-609E-588D7BF28C40}"/>
          </ac:cxnSpMkLst>
        </pc:cxnChg>
        <pc:cxnChg chg="mod">
          <ac:chgData name="Lucie Fontaine" userId="2c6b0298-177f-4237-a83e-8637e19304d5" providerId="ADAL" clId="{38FDF7CA-A37A-44C1-A812-A8007AC22127}" dt="2026-04-23T08:39:40.126" v="18937"/>
          <ac:cxnSpMkLst>
            <pc:docMk/>
            <pc:sldMk cId="2359984214" sldId="362"/>
            <ac:cxnSpMk id="30" creationId="{B222BE4D-46FE-76EC-B3A6-99D927D2503B}"/>
          </ac:cxnSpMkLst>
        </pc:cxnChg>
        <pc:cxnChg chg="mod">
          <ac:chgData name="Lucie Fontaine" userId="2c6b0298-177f-4237-a83e-8637e19304d5" providerId="ADAL" clId="{38FDF7CA-A37A-44C1-A812-A8007AC22127}" dt="2026-04-23T08:39:40.126" v="18937"/>
          <ac:cxnSpMkLst>
            <pc:docMk/>
            <pc:sldMk cId="2359984214" sldId="362"/>
            <ac:cxnSpMk id="32" creationId="{A2163122-97DC-2445-F1B3-ABB3C52CBC9D}"/>
          </ac:cxnSpMkLst>
        </pc:cxnChg>
        <pc:cxnChg chg="mod">
          <ac:chgData name="Lucie Fontaine" userId="2c6b0298-177f-4237-a83e-8637e19304d5" providerId="ADAL" clId="{38FDF7CA-A37A-44C1-A812-A8007AC22127}" dt="2026-04-23T08:40:23.354" v="18940"/>
          <ac:cxnSpMkLst>
            <pc:docMk/>
            <pc:sldMk cId="2359984214" sldId="362"/>
            <ac:cxnSpMk id="35" creationId="{D306976C-65D3-D81E-46AC-DE16A6E34DD6}"/>
          </ac:cxnSpMkLst>
        </pc:cxnChg>
        <pc:cxnChg chg="mod">
          <ac:chgData name="Lucie Fontaine" userId="2c6b0298-177f-4237-a83e-8637e19304d5" providerId="ADAL" clId="{38FDF7CA-A37A-44C1-A812-A8007AC22127}" dt="2026-04-23T08:40:23.354" v="18940"/>
          <ac:cxnSpMkLst>
            <pc:docMk/>
            <pc:sldMk cId="2359984214" sldId="362"/>
            <ac:cxnSpMk id="37" creationId="{2CE0A793-62AB-CD39-F095-ADEACD66D908}"/>
          </ac:cxnSpMkLst>
        </pc:cxnChg>
        <pc:cxnChg chg="mod">
          <ac:chgData name="Lucie Fontaine" userId="2c6b0298-177f-4237-a83e-8637e19304d5" providerId="ADAL" clId="{38FDF7CA-A37A-44C1-A812-A8007AC22127}" dt="2026-04-23T08:40:23.354" v="18940"/>
          <ac:cxnSpMkLst>
            <pc:docMk/>
            <pc:sldMk cId="2359984214" sldId="362"/>
            <ac:cxnSpMk id="44" creationId="{EF4712FA-D561-EF13-C91B-B8400BD4F142}"/>
          </ac:cxnSpMkLst>
        </pc:cxnChg>
        <pc:cxnChg chg="mod">
          <ac:chgData name="Lucie Fontaine" userId="2c6b0298-177f-4237-a83e-8637e19304d5" providerId="ADAL" clId="{38FDF7CA-A37A-44C1-A812-A8007AC22127}" dt="2026-04-23T08:40:23.354" v="18940"/>
          <ac:cxnSpMkLst>
            <pc:docMk/>
            <pc:sldMk cId="2359984214" sldId="362"/>
            <ac:cxnSpMk id="45" creationId="{C1BAFEC3-5D9C-0512-6C1D-988C518512A2}"/>
          </ac:cxnSpMkLst>
        </pc:cxnChg>
        <pc:cxnChg chg="mod">
          <ac:chgData name="Lucie Fontaine" userId="2c6b0298-177f-4237-a83e-8637e19304d5" providerId="ADAL" clId="{38FDF7CA-A37A-44C1-A812-A8007AC22127}" dt="2026-04-23T08:40:23.354" v="18940"/>
          <ac:cxnSpMkLst>
            <pc:docMk/>
            <pc:sldMk cId="2359984214" sldId="362"/>
            <ac:cxnSpMk id="46" creationId="{8E08126F-49C6-2BB5-DF6E-3AE74DF2AE5A}"/>
          </ac:cxnSpMkLst>
        </pc:cxnChg>
        <pc:cxnChg chg="mod">
          <ac:chgData name="Lucie Fontaine" userId="2c6b0298-177f-4237-a83e-8637e19304d5" providerId="ADAL" clId="{38FDF7CA-A37A-44C1-A812-A8007AC22127}" dt="2026-04-23T08:40:23.354" v="18940"/>
          <ac:cxnSpMkLst>
            <pc:docMk/>
            <pc:sldMk cId="2359984214" sldId="362"/>
            <ac:cxnSpMk id="47" creationId="{C9A904AE-A962-2F41-293A-1465216676F1}"/>
          </ac:cxnSpMkLst>
        </pc:cxnChg>
        <pc:cxnChg chg="mod">
          <ac:chgData name="Lucie Fontaine" userId="2c6b0298-177f-4237-a83e-8637e19304d5" providerId="ADAL" clId="{38FDF7CA-A37A-44C1-A812-A8007AC22127}" dt="2026-04-23T08:40:23.354" v="18940"/>
          <ac:cxnSpMkLst>
            <pc:docMk/>
            <pc:sldMk cId="2359984214" sldId="362"/>
            <ac:cxnSpMk id="48" creationId="{A89ACA9B-3F47-5377-4A64-1A4287FD6773}"/>
          </ac:cxnSpMkLst>
        </pc:cxnChg>
        <pc:cxnChg chg="mod">
          <ac:chgData name="Lucie Fontaine" userId="2c6b0298-177f-4237-a83e-8637e19304d5" providerId="ADAL" clId="{38FDF7CA-A37A-44C1-A812-A8007AC22127}" dt="2026-04-23T08:40:23.354" v="18940"/>
          <ac:cxnSpMkLst>
            <pc:docMk/>
            <pc:sldMk cId="2359984214" sldId="362"/>
            <ac:cxnSpMk id="49" creationId="{AED5291D-15C8-19CC-507A-491B0F0A9E89}"/>
          </ac:cxnSpMkLst>
        </pc:cxnChg>
        <pc:cxnChg chg="mod">
          <ac:chgData name="Lucie Fontaine" userId="2c6b0298-177f-4237-a83e-8637e19304d5" providerId="ADAL" clId="{38FDF7CA-A37A-44C1-A812-A8007AC22127}" dt="2026-04-23T08:40:23.354" v="18940"/>
          <ac:cxnSpMkLst>
            <pc:docMk/>
            <pc:sldMk cId="2359984214" sldId="362"/>
            <ac:cxnSpMk id="50" creationId="{04CDF6E6-B981-EAB2-77EB-DF626BDE91BF}"/>
          </ac:cxnSpMkLst>
        </pc:cxnChg>
        <pc:cxnChg chg="mod">
          <ac:chgData name="Lucie Fontaine" userId="2c6b0298-177f-4237-a83e-8637e19304d5" providerId="ADAL" clId="{38FDF7CA-A37A-44C1-A812-A8007AC22127}" dt="2026-04-23T08:40:23.354" v="18940"/>
          <ac:cxnSpMkLst>
            <pc:docMk/>
            <pc:sldMk cId="2359984214" sldId="362"/>
            <ac:cxnSpMk id="51" creationId="{EC945306-FFF7-E3B5-AC07-B6776D6E5E12}"/>
          </ac:cxnSpMkLst>
        </pc:cxnChg>
        <pc:cxnChg chg="mod">
          <ac:chgData name="Lucie Fontaine" userId="2c6b0298-177f-4237-a83e-8637e19304d5" providerId="ADAL" clId="{38FDF7CA-A37A-44C1-A812-A8007AC22127}" dt="2026-04-23T08:40:23.354" v="18940"/>
          <ac:cxnSpMkLst>
            <pc:docMk/>
            <pc:sldMk cId="2359984214" sldId="362"/>
            <ac:cxnSpMk id="52" creationId="{CE1ADAA0-3BC1-B32E-00E0-D6AE889B3B9E}"/>
          </ac:cxnSpMkLst>
        </pc:cxnChg>
        <pc:cxnChg chg="mod">
          <ac:chgData name="Lucie Fontaine" userId="2c6b0298-177f-4237-a83e-8637e19304d5" providerId="ADAL" clId="{38FDF7CA-A37A-44C1-A812-A8007AC22127}" dt="2026-04-23T08:40:23.354" v="18940"/>
          <ac:cxnSpMkLst>
            <pc:docMk/>
            <pc:sldMk cId="2359984214" sldId="362"/>
            <ac:cxnSpMk id="53" creationId="{019ED76F-537D-F801-EC2A-6A5EA6808432}"/>
          </ac:cxnSpMkLst>
        </pc:cxnChg>
        <pc:cxnChg chg="mod">
          <ac:chgData name="Lucie Fontaine" userId="2c6b0298-177f-4237-a83e-8637e19304d5" providerId="ADAL" clId="{38FDF7CA-A37A-44C1-A812-A8007AC22127}" dt="2026-04-23T08:40:23.354" v="18940"/>
          <ac:cxnSpMkLst>
            <pc:docMk/>
            <pc:sldMk cId="2359984214" sldId="362"/>
            <ac:cxnSpMk id="55" creationId="{60ABB5A7-DC1A-8351-5B1B-E6630EEE8699}"/>
          </ac:cxnSpMkLst>
        </pc:cxnChg>
        <pc:cxnChg chg="mod">
          <ac:chgData name="Lucie Fontaine" userId="2c6b0298-177f-4237-a83e-8637e19304d5" providerId="ADAL" clId="{38FDF7CA-A37A-44C1-A812-A8007AC22127}" dt="2026-04-23T08:40:23.354" v="18940"/>
          <ac:cxnSpMkLst>
            <pc:docMk/>
            <pc:sldMk cId="2359984214" sldId="362"/>
            <ac:cxnSpMk id="57" creationId="{F6206953-29C8-7303-885A-C74F6B8323F8}"/>
          </ac:cxnSpMkLst>
        </pc:cxnChg>
        <pc:cxnChg chg="mod">
          <ac:chgData name="Lucie Fontaine" userId="2c6b0298-177f-4237-a83e-8637e19304d5" providerId="ADAL" clId="{38FDF7CA-A37A-44C1-A812-A8007AC22127}" dt="2026-04-23T08:41:17.666" v="18943"/>
          <ac:cxnSpMkLst>
            <pc:docMk/>
            <pc:sldMk cId="2359984214" sldId="362"/>
            <ac:cxnSpMk id="59" creationId="{404B832E-4D83-C62D-B411-7BF6459CFB51}"/>
          </ac:cxnSpMkLst>
        </pc:cxnChg>
        <pc:cxnChg chg="mod">
          <ac:chgData name="Lucie Fontaine" userId="2c6b0298-177f-4237-a83e-8637e19304d5" providerId="ADAL" clId="{38FDF7CA-A37A-44C1-A812-A8007AC22127}" dt="2026-04-23T08:41:17.666" v="18943"/>
          <ac:cxnSpMkLst>
            <pc:docMk/>
            <pc:sldMk cId="2359984214" sldId="362"/>
            <ac:cxnSpMk id="62" creationId="{FB6855F4-959E-8232-7334-9C43CD64BDA7}"/>
          </ac:cxnSpMkLst>
        </pc:cxnChg>
        <pc:cxnChg chg="mod">
          <ac:chgData name="Lucie Fontaine" userId="2c6b0298-177f-4237-a83e-8637e19304d5" providerId="ADAL" clId="{38FDF7CA-A37A-44C1-A812-A8007AC22127}" dt="2026-04-23T08:41:17.666" v="18943"/>
          <ac:cxnSpMkLst>
            <pc:docMk/>
            <pc:sldMk cId="2359984214" sldId="362"/>
            <ac:cxnSpMk id="64" creationId="{16023AAF-1733-CC59-2EBD-DC6B40EDF255}"/>
          </ac:cxnSpMkLst>
        </pc:cxnChg>
        <pc:cxnChg chg="mod">
          <ac:chgData name="Lucie Fontaine" userId="2c6b0298-177f-4237-a83e-8637e19304d5" providerId="ADAL" clId="{38FDF7CA-A37A-44C1-A812-A8007AC22127}" dt="2026-04-23T08:41:17.666" v="18943"/>
          <ac:cxnSpMkLst>
            <pc:docMk/>
            <pc:sldMk cId="2359984214" sldId="362"/>
            <ac:cxnSpMk id="71" creationId="{6C68EE2C-D8CF-D4F3-7599-BC3450A352BA}"/>
          </ac:cxnSpMkLst>
        </pc:cxnChg>
        <pc:cxnChg chg="mod">
          <ac:chgData name="Lucie Fontaine" userId="2c6b0298-177f-4237-a83e-8637e19304d5" providerId="ADAL" clId="{38FDF7CA-A37A-44C1-A812-A8007AC22127}" dt="2026-04-23T08:41:17.666" v="18943"/>
          <ac:cxnSpMkLst>
            <pc:docMk/>
            <pc:sldMk cId="2359984214" sldId="362"/>
            <ac:cxnSpMk id="72" creationId="{C8299694-81E6-4E27-62CD-5D28B8BB31D0}"/>
          </ac:cxnSpMkLst>
        </pc:cxnChg>
        <pc:cxnChg chg="mod">
          <ac:chgData name="Lucie Fontaine" userId="2c6b0298-177f-4237-a83e-8637e19304d5" providerId="ADAL" clId="{38FDF7CA-A37A-44C1-A812-A8007AC22127}" dt="2026-04-23T08:41:17.666" v="18943"/>
          <ac:cxnSpMkLst>
            <pc:docMk/>
            <pc:sldMk cId="2359984214" sldId="362"/>
            <ac:cxnSpMk id="73" creationId="{CC2349CD-CD9D-9AFF-F781-5C4CE9ABA972}"/>
          </ac:cxnSpMkLst>
        </pc:cxnChg>
        <pc:cxnChg chg="mod">
          <ac:chgData name="Lucie Fontaine" userId="2c6b0298-177f-4237-a83e-8637e19304d5" providerId="ADAL" clId="{38FDF7CA-A37A-44C1-A812-A8007AC22127}" dt="2026-04-23T08:41:17.666" v="18943"/>
          <ac:cxnSpMkLst>
            <pc:docMk/>
            <pc:sldMk cId="2359984214" sldId="362"/>
            <ac:cxnSpMk id="74" creationId="{60307AE7-5E23-DC20-57C2-75B124959682}"/>
          </ac:cxnSpMkLst>
        </pc:cxnChg>
        <pc:cxnChg chg="mod">
          <ac:chgData name="Lucie Fontaine" userId="2c6b0298-177f-4237-a83e-8637e19304d5" providerId="ADAL" clId="{38FDF7CA-A37A-44C1-A812-A8007AC22127}" dt="2026-04-23T08:41:17.666" v="18943"/>
          <ac:cxnSpMkLst>
            <pc:docMk/>
            <pc:sldMk cId="2359984214" sldId="362"/>
            <ac:cxnSpMk id="75" creationId="{6E50873F-E0A5-440F-FFD3-DB3B26F551FA}"/>
          </ac:cxnSpMkLst>
        </pc:cxnChg>
        <pc:cxnChg chg="mod">
          <ac:chgData name="Lucie Fontaine" userId="2c6b0298-177f-4237-a83e-8637e19304d5" providerId="ADAL" clId="{38FDF7CA-A37A-44C1-A812-A8007AC22127}" dt="2026-04-23T08:41:17.666" v="18943"/>
          <ac:cxnSpMkLst>
            <pc:docMk/>
            <pc:sldMk cId="2359984214" sldId="362"/>
            <ac:cxnSpMk id="76" creationId="{37485372-F8DF-160A-3F9F-0EF355C5B50C}"/>
          </ac:cxnSpMkLst>
        </pc:cxnChg>
        <pc:cxnChg chg="mod">
          <ac:chgData name="Lucie Fontaine" userId="2c6b0298-177f-4237-a83e-8637e19304d5" providerId="ADAL" clId="{38FDF7CA-A37A-44C1-A812-A8007AC22127}" dt="2026-04-23T08:41:17.666" v="18943"/>
          <ac:cxnSpMkLst>
            <pc:docMk/>
            <pc:sldMk cId="2359984214" sldId="362"/>
            <ac:cxnSpMk id="77" creationId="{FA094834-4FEF-0193-845C-C4E7DBED9B8E}"/>
          </ac:cxnSpMkLst>
        </pc:cxnChg>
        <pc:cxnChg chg="mod">
          <ac:chgData name="Lucie Fontaine" userId="2c6b0298-177f-4237-a83e-8637e19304d5" providerId="ADAL" clId="{38FDF7CA-A37A-44C1-A812-A8007AC22127}" dt="2026-04-23T08:41:17.666" v="18943"/>
          <ac:cxnSpMkLst>
            <pc:docMk/>
            <pc:sldMk cId="2359984214" sldId="362"/>
            <ac:cxnSpMk id="78" creationId="{11EB9BC2-84F5-E6DF-503E-D36249B2B1A0}"/>
          </ac:cxnSpMkLst>
        </pc:cxnChg>
        <pc:cxnChg chg="mod">
          <ac:chgData name="Lucie Fontaine" userId="2c6b0298-177f-4237-a83e-8637e19304d5" providerId="ADAL" clId="{38FDF7CA-A37A-44C1-A812-A8007AC22127}" dt="2026-04-23T08:41:34.895" v="18945" actId="693"/>
          <ac:cxnSpMkLst>
            <pc:docMk/>
            <pc:sldMk cId="2359984214" sldId="362"/>
            <ac:cxnSpMk id="79" creationId="{DEF3028E-1666-1E35-9509-4229E2B24AFE}"/>
          </ac:cxnSpMkLst>
        </pc:cxnChg>
        <pc:cxnChg chg="mod">
          <ac:chgData name="Lucie Fontaine" userId="2c6b0298-177f-4237-a83e-8637e19304d5" providerId="ADAL" clId="{38FDF7CA-A37A-44C1-A812-A8007AC22127}" dt="2026-04-23T08:41:17.666" v="18943"/>
          <ac:cxnSpMkLst>
            <pc:docMk/>
            <pc:sldMk cId="2359984214" sldId="362"/>
            <ac:cxnSpMk id="80" creationId="{983E1BF5-20C3-13D7-C890-FF48A4560974}"/>
          </ac:cxnSpMkLst>
        </pc:cxnChg>
        <pc:cxnChg chg="mod">
          <ac:chgData name="Lucie Fontaine" userId="2c6b0298-177f-4237-a83e-8637e19304d5" providerId="ADAL" clId="{38FDF7CA-A37A-44C1-A812-A8007AC22127}" dt="2026-04-23T08:41:17.666" v="18943"/>
          <ac:cxnSpMkLst>
            <pc:docMk/>
            <pc:sldMk cId="2359984214" sldId="362"/>
            <ac:cxnSpMk id="82" creationId="{6481058A-AFB6-B0A1-8015-A625384AA3BA}"/>
          </ac:cxnSpMkLst>
        </pc:cxnChg>
        <pc:cxnChg chg="mod">
          <ac:chgData name="Lucie Fontaine" userId="2c6b0298-177f-4237-a83e-8637e19304d5" providerId="ADAL" clId="{38FDF7CA-A37A-44C1-A812-A8007AC22127}" dt="2026-04-23T08:41:17.666" v="18943"/>
          <ac:cxnSpMkLst>
            <pc:docMk/>
            <pc:sldMk cId="2359984214" sldId="362"/>
            <ac:cxnSpMk id="84" creationId="{65BF610E-9F51-CD0E-4173-1E2C6E201214}"/>
          </ac:cxnSpMkLst>
        </pc:cxnChg>
      </pc:sldChg>
      <pc:sldChg chg="modSp new del mod">
        <pc:chgData name="Lucie Fontaine" userId="2c6b0298-177f-4237-a83e-8637e19304d5" providerId="ADAL" clId="{38FDF7CA-A37A-44C1-A812-A8007AC22127}" dt="2026-04-23T07:42:12.097" v="18403" actId="2696"/>
        <pc:sldMkLst>
          <pc:docMk/>
          <pc:sldMk cId="2340118812" sldId="363"/>
        </pc:sldMkLst>
        <pc:spChg chg="mod">
          <ac:chgData name="Lucie Fontaine" userId="2c6b0298-177f-4237-a83e-8637e19304d5" providerId="ADAL" clId="{38FDF7CA-A37A-44C1-A812-A8007AC22127}" dt="2026-04-23T07:40:37.813" v="18397" actId="20577"/>
          <ac:spMkLst>
            <pc:docMk/>
            <pc:sldMk cId="2340118812" sldId="363"/>
            <ac:spMk id="2" creationId="{0D311134-92AF-0137-D7B1-B7F5DBD36115}"/>
          </ac:spMkLst>
        </pc:spChg>
      </pc:sldChg>
      <pc:sldChg chg="addSp delSp modSp add mod ord modShow">
        <pc:chgData name="Lucie Fontaine" userId="2c6b0298-177f-4237-a83e-8637e19304d5" providerId="ADAL" clId="{38FDF7CA-A37A-44C1-A812-A8007AC22127}" dt="2026-04-23T12:42:13.679" v="19872" actId="478"/>
        <pc:sldMkLst>
          <pc:docMk/>
          <pc:sldMk cId="47213262" sldId="364"/>
        </pc:sldMkLst>
        <pc:spChg chg="mod">
          <ac:chgData name="Lucie Fontaine" userId="2c6b0298-177f-4237-a83e-8637e19304d5" providerId="ADAL" clId="{38FDF7CA-A37A-44C1-A812-A8007AC22127}" dt="2026-04-23T07:41:27.637" v="18401"/>
          <ac:spMkLst>
            <pc:docMk/>
            <pc:sldMk cId="47213262" sldId="364"/>
            <ac:spMk id="2" creationId="{36A1B1CD-9497-FCE5-D306-1649357986A7}"/>
          </ac:spMkLst>
        </pc:spChg>
        <pc:picChg chg="add mod ord">
          <ac:chgData name="Lucie Fontaine" userId="2c6b0298-177f-4237-a83e-8637e19304d5" providerId="ADAL" clId="{38FDF7CA-A37A-44C1-A812-A8007AC22127}" dt="2026-04-23T12:42:11.400" v="19871" actId="167"/>
          <ac:picMkLst>
            <pc:docMk/>
            <pc:sldMk cId="47213262" sldId="364"/>
            <ac:picMk id="16" creationId="{EFB2F671-1C9A-D864-F66C-F6B9D3D6569B}"/>
          </ac:picMkLst>
        </pc:picChg>
        <pc:picChg chg="del">
          <ac:chgData name="Lucie Fontaine" userId="2c6b0298-177f-4237-a83e-8637e19304d5" providerId="ADAL" clId="{38FDF7CA-A37A-44C1-A812-A8007AC22127}" dt="2026-04-23T12:42:13.679" v="19872" actId="478"/>
          <ac:picMkLst>
            <pc:docMk/>
            <pc:sldMk cId="47213262" sldId="364"/>
            <ac:picMk id="19" creationId="{C016A8CD-9308-31FD-0317-1A29A171B494}"/>
          </ac:picMkLst>
        </pc:picChg>
        <pc:cxnChg chg="add mod">
          <ac:chgData name="Lucie Fontaine" userId="2c6b0298-177f-4237-a83e-8637e19304d5" providerId="ADAL" clId="{38FDF7CA-A37A-44C1-A812-A8007AC22127}" dt="2026-04-23T07:42:01.360" v="18402"/>
          <ac:cxnSpMkLst>
            <pc:docMk/>
            <pc:sldMk cId="47213262" sldId="364"/>
            <ac:cxnSpMk id="6" creationId="{E6670DB9-1D18-4431-B214-46857B7C86C6}"/>
          </ac:cxnSpMkLst>
        </pc:cxnChg>
      </pc:sldChg>
      <pc:sldChg chg="addSp delSp modSp add mod">
        <pc:chgData name="Lucie Fontaine" userId="2c6b0298-177f-4237-a83e-8637e19304d5" providerId="ADAL" clId="{38FDF7CA-A37A-44C1-A812-A8007AC22127}" dt="2026-04-23T13:10:52.320" v="20038" actId="22"/>
        <pc:sldMkLst>
          <pc:docMk/>
          <pc:sldMk cId="1121180835" sldId="365"/>
        </pc:sldMkLst>
        <pc:spChg chg="mod">
          <ac:chgData name="Lucie Fontaine" userId="2c6b0298-177f-4237-a83e-8637e19304d5" providerId="ADAL" clId="{38FDF7CA-A37A-44C1-A812-A8007AC22127}" dt="2026-04-23T07:45:41.874" v="18442" actId="20577"/>
          <ac:spMkLst>
            <pc:docMk/>
            <pc:sldMk cId="1121180835" sldId="365"/>
            <ac:spMk id="2" creationId="{55B292EC-33D4-22A1-C057-A36E10823610}"/>
          </ac:spMkLst>
        </pc:spChg>
        <pc:spChg chg="add del mod">
          <ac:chgData name="Lucie Fontaine" userId="2c6b0298-177f-4237-a83e-8637e19304d5" providerId="ADAL" clId="{38FDF7CA-A37A-44C1-A812-A8007AC22127}" dt="2026-04-23T13:10:48.558" v="20036" actId="478"/>
          <ac:spMkLst>
            <pc:docMk/>
            <pc:sldMk cId="1121180835" sldId="365"/>
            <ac:spMk id="4" creationId="{AB0B7461-6CAD-ACF2-A8DF-95F6E7BED5B8}"/>
          </ac:spMkLst>
        </pc:spChg>
        <pc:spChg chg="add del mod">
          <ac:chgData name="Lucie Fontaine" userId="2c6b0298-177f-4237-a83e-8637e19304d5" providerId="ADAL" clId="{38FDF7CA-A37A-44C1-A812-A8007AC22127}" dt="2026-04-23T13:10:52.320" v="20038" actId="22"/>
          <ac:spMkLst>
            <pc:docMk/>
            <pc:sldMk cId="1121180835" sldId="365"/>
            <ac:spMk id="38" creationId="{2A2ACF86-479F-90F3-8FD0-341A998263AB}"/>
          </ac:spMkLst>
        </pc:spChg>
        <pc:picChg chg="del">
          <ac:chgData name="Lucie Fontaine" userId="2c6b0298-177f-4237-a83e-8637e19304d5" providerId="ADAL" clId="{38FDF7CA-A37A-44C1-A812-A8007AC22127}" dt="2026-04-23T13:10:43.436" v="20034" actId="478"/>
          <ac:picMkLst>
            <pc:docMk/>
            <pc:sldMk cId="1121180835" sldId="365"/>
            <ac:picMk id="37" creationId="{EFA18D12-395B-3ABD-0CFC-73A6930BB0E9}"/>
          </ac:picMkLst>
        </pc:picChg>
        <pc:picChg chg="add mod ord">
          <ac:chgData name="Lucie Fontaine" userId="2c6b0298-177f-4237-a83e-8637e19304d5" providerId="ADAL" clId="{38FDF7CA-A37A-44C1-A812-A8007AC22127}" dt="2026-04-23T13:10:52.320" v="20038" actId="22"/>
          <ac:picMkLst>
            <pc:docMk/>
            <pc:sldMk cId="1121180835" sldId="365"/>
            <ac:picMk id="40" creationId="{762FC3D5-88EA-392C-2770-B6E97907AE72}"/>
          </ac:picMkLst>
        </pc:picChg>
      </pc:sldChg>
      <pc:sldChg chg="addSp delSp modSp add mod">
        <pc:chgData name="Lucie Fontaine" userId="2c6b0298-177f-4237-a83e-8637e19304d5" providerId="ADAL" clId="{38FDF7CA-A37A-44C1-A812-A8007AC22127}" dt="2026-04-24T08:11:13.648" v="22054"/>
        <pc:sldMkLst>
          <pc:docMk/>
          <pc:sldMk cId="11454932" sldId="366"/>
        </pc:sldMkLst>
        <pc:spChg chg="add mod">
          <ac:chgData name="Lucie Fontaine" userId="2c6b0298-177f-4237-a83e-8637e19304d5" providerId="ADAL" clId="{38FDF7CA-A37A-44C1-A812-A8007AC22127}" dt="2026-04-24T08:11:13.648" v="22054"/>
          <ac:spMkLst>
            <pc:docMk/>
            <pc:sldMk cId="11454932" sldId="366"/>
            <ac:spMk id="3" creationId="{9038D416-36C2-0794-F872-0A13173293E7}"/>
          </ac:spMkLst>
        </pc:spChg>
        <pc:spChg chg="mod">
          <ac:chgData name="Lucie Fontaine" userId="2c6b0298-177f-4237-a83e-8637e19304d5" providerId="ADAL" clId="{38FDF7CA-A37A-44C1-A812-A8007AC22127}" dt="2026-04-23T07:49:26.293" v="18473" actId="1076"/>
          <ac:spMkLst>
            <pc:docMk/>
            <pc:sldMk cId="11454932" sldId="366"/>
            <ac:spMk id="23" creationId="{3809B597-E448-463D-7134-AA725D01753A}"/>
          </ac:spMkLst>
        </pc:spChg>
        <pc:picChg chg="add del mod">
          <ac:chgData name="Lucie Fontaine" userId="2c6b0298-177f-4237-a83e-8637e19304d5" providerId="ADAL" clId="{38FDF7CA-A37A-44C1-A812-A8007AC22127}" dt="2026-04-23T12:38:39.635" v="19721" actId="478"/>
          <ac:picMkLst>
            <pc:docMk/>
            <pc:sldMk cId="11454932" sldId="366"/>
            <ac:picMk id="3" creationId="{F3238C42-1962-1F1D-32C9-9C4B977F6AB4}"/>
          </ac:picMkLst>
        </pc:picChg>
        <pc:picChg chg="add del mod modCrop">
          <ac:chgData name="Lucie Fontaine" userId="2c6b0298-177f-4237-a83e-8637e19304d5" providerId="ADAL" clId="{38FDF7CA-A37A-44C1-A812-A8007AC22127}" dt="2026-04-23T12:38:33.884" v="19720" actId="21"/>
          <ac:picMkLst>
            <pc:docMk/>
            <pc:sldMk cId="11454932" sldId="366"/>
            <ac:picMk id="15" creationId="{D54D0270-7FCF-CF8A-DC2C-3CEE152F37F9}"/>
          </ac:picMkLst>
        </pc:picChg>
        <pc:picChg chg="add mod">
          <ac:chgData name="Lucie Fontaine" userId="2c6b0298-177f-4237-a83e-8637e19304d5" providerId="ADAL" clId="{38FDF7CA-A37A-44C1-A812-A8007AC22127}" dt="2026-04-23T12:39:34.305" v="19761" actId="1038"/>
          <ac:picMkLst>
            <pc:docMk/>
            <pc:sldMk cId="11454932" sldId="366"/>
            <ac:picMk id="16" creationId="{D54D0270-7FCF-CF8A-DC2C-3CEE152F37F9}"/>
          </ac:picMkLst>
        </pc:picChg>
        <pc:picChg chg="add del mod">
          <ac:chgData name="Lucie Fontaine" userId="2c6b0298-177f-4237-a83e-8637e19304d5" providerId="ADAL" clId="{38FDF7CA-A37A-44C1-A812-A8007AC22127}" dt="2026-04-23T12:38:57.105" v="19730" actId="478"/>
          <ac:picMkLst>
            <pc:docMk/>
            <pc:sldMk cId="11454932" sldId="366"/>
            <ac:picMk id="17" creationId="{008DD65C-6548-0A27-3A5C-BFAA3A43A191}"/>
          </ac:picMkLst>
        </pc:picChg>
        <pc:picChg chg="add mod modCrop">
          <ac:chgData name="Lucie Fontaine" userId="2c6b0298-177f-4237-a83e-8637e19304d5" providerId="ADAL" clId="{38FDF7CA-A37A-44C1-A812-A8007AC22127}" dt="2026-04-23T12:39:05.725" v="19733" actId="732"/>
          <ac:picMkLst>
            <pc:docMk/>
            <pc:sldMk cId="11454932" sldId="366"/>
            <ac:picMk id="18" creationId="{99B5D155-18B3-64C4-50FD-BD6302C15D95}"/>
          </ac:picMkLst>
        </pc:picChg>
        <pc:picChg chg="del">
          <ac:chgData name="Lucie Fontaine" userId="2c6b0298-177f-4237-a83e-8637e19304d5" providerId="ADAL" clId="{38FDF7CA-A37A-44C1-A812-A8007AC22127}" dt="2026-04-23T12:38:56.148" v="19729" actId="478"/>
          <ac:picMkLst>
            <pc:docMk/>
            <pc:sldMk cId="11454932" sldId="366"/>
            <ac:picMk id="52" creationId="{78B0B788-69A3-7D73-9C32-D005F132F356}"/>
          </ac:picMkLst>
        </pc:picChg>
        <pc:picChg chg="del">
          <ac:chgData name="Lucie Fontaine" userId="2c6b0298-177f-4237-a83e-8637e19304d5" providerId="ADAL" clId="{38FDF7CA-A37A-44C1-A812-A8007AC22127}" dt="2026-04-23T07:55:29.941" v="18474" actId="478"/>
          <ac:picMkLst>
            <pc:docMk/>
            <pc:sldMk cId="11454932" sldId="366"/>
            <ac:picMk id="54" creationId="{F088E64E-5B41-07B2-3326-23A1A27F74F7}"/>
          </ac:picMkLst>
        </pc:picChg>
      </pc:sldChg>
      <pc:sldChg chg="addSp delSp modSp new mod modClrScheme modShow chgLayout">
        <pc:chgData name="Lucie Fontaine" userId="2c6b0298-177f-4237-a83e-8637e19304d5" providerId="ADAL" clId="{38FDF7CA-A37A-44C1-A812-A8007AC22127}" dt="2026-04-24T08:10:29.105" v="22046"/>
        <pc:sldMkLst>
          <pc:docMk/>
          <pc:sldMk cId="4139193395" sldId="367"/>
        </pc:sldMkLst>
        <pc:spChg chg="add mod">
          <ac:chgData name="Lucie Fontaine" userId="2c6b0298-177f-4237-a83e-8637e19304d5" providerId="ADAL" clId="{38FDF7CA-A37A-44C1-A812-A8007AC22127}" dt="2026-04-24T08:10:29.105" v="22046"/>
          <ac:spMkLst>
            <pc:docMk/>
            <pc:sldMk cId="4139193395" sldId="367"/>
            <ac:spMk id="2" creationId="{4C15D436-E314-6198-5262-B67D98D45459}"/>
          </ac:spMkLst>
        </pc:spChg>
        <pc:spChg chg="del mod ord">
          <ac:chgData name="Lucie Fontaine" userId="2c6b0298-177f-4237-a83e-8637e19304d5" providerId="ADAL" clId="{38FDF7CA-A37A-44C1-A812-A8007AC22127}" dt="2026-04-23T08:50:19.275" v="19172" actId="700"/>
          <ac:spMkLst>
            <pc:docMk/>
            <pc:sldMk cId="4139193395" sldId="367"/>
            <ac:spMk id="2" creationId="{C2AF1DBC-8E87-8174-D8B4-8ABDC0523633}"/>
          </ac:spMkLst>
        </pc:spChg>
        <pc:spChg chg="del mod ord">
          <ac:chgData name="Lucie Fontaine" userId="2c6b0298-177f-4237-a83e-8637e19304d5" providerId="ADAL" clId="{38FDF7CA-A37A-44C1-A812-A8007AC22127}" dt="2026-04-23T08:50:19.275" v="19172" actId="700"/>
          <ac:spMkLst>
            <pc:docMk/>
            <pc:sldMk cId="4139193395" sldId="367"/>
            <ac:spMk id="3" creationId="{9B027370-DD62-1BD5-56D5-956061517850}"/>
          </ac:spMkLst>
        </pc:spChg>
        <pc:spChg chg="mod ord">
          <ac:chgData name="Lucie Fontaine" userId="2c6b0298-177f-4237-a83e-8637e19304d5" providerId="ADAL" clId="{38FDF7CA-A37A-44C1-A812-A8007AC22127}" dt="2026-04-23T08:50:19.275" v="19172" actId="700"/>
          <ac:spMkLst>
            <pc:docMk/>
            <pc:sldMk cId="4139193395" sldId="367"/>
            <ac:spMk id="4" creationId="{A37AFEF5-9EB1-01DC-C554-DB7852F5B8D6}"/>
          </ac:spMkLst>
        </pc:spChg>
        <pc:spChg chg="add mod ord">
          <ac:chgData name="Lucie Fontaine" userId="2c6b0298-177f-4237-a83e-8637e19304d5" providerId="ADAL" clId="{38FDF7CA-A37A-44C1-A812-A8007AC22127}" dt="2026-04-23T15:28:24.029" v="21510" actId="5793"/>
          <ac:spMkLst>
            <pc:docMk/>
            <pc:sldMk cId="4139193395" sldId="367"/>
            <ac:spMk id="5" creationId="{A53EDA6E-44D6-8757-0D5D-53D077E42897}"/>
          </ac:spMkLst>
        </pc:spChg>
        <pc:spChg chg="add del mod ord">
          <ac:chgData name="Lucie Fontaine" userId="2c6b0298-177f-4237-a83e-8637e19304d5" providerId="ADAL" clId="{38FDF7CA-A37A-44C1-A812-A8007AC22127}" dt="2026-04-23T08:50:20.544" v="19174" actId="22"/>
          <ac:spMkLst>
            <pc:docMk/>
            <pc:sldMk cId="4139193395" sldId="367"/>
            <ac:spMk id="6" creationId="{47DDEFAD-19D8-7EBA-B2B6-89D892A4E244}"/>
          </ac:spMkLst>
        </pc:spChg>
        <pc:spChg chg="add del mod ord">
          <ac:chgData name="Lucie Fontaine" userId="2c6b0298-177f-4237-a83e-8637e19304d5" providerId="ADAL" clId="{38FDF7CA-A37A-44C1-A812-A8007AC22127}" dt="2026-04-23T15:17:20.907" v="21375" actId="22"/>
          <ac:spMkLst>
            <pc:docMk/>
            <pc:sldMk cId="4139193395" sldId="367"/>
            <ac:spMk id="7" creationId="{281CDB75-790A-D915-A015-200F335AE0FA}"/>
          </ac:spMkLst>
        </pc:spChg>
        <pc:spChg chg="add del mod">
          <ac:chgData name="Lucie Fontaine" userId="2c6b0298-177f-4237-a83e-8637e19304d5" providerId="ADAL" clId="{38FDF7CA-A37A-44C1-A812-A8007AC22127}" dt="2026-04-23T15:05:40.455" v="21289" actId="478"/>
          <ac:spMkLst>
            <pc:docMk/>
            <pc:sldMk cId="4139193395" sldId="367"/>
            <ac:spMk id="13" creationId="{A2366126-F753-24FB-6511-9E19D14C1C7F}"/>
          </ac:spMkLst>
        </pc:spChg>
        <pc:spChg chg="add mod">
          <ac:chgData name="Lucie Fontaine" userId="2c6b0298-177f-4237-a83e-8637e19304d5" providerId="ADAL" clId="{38FDF7CA-A37A-44C1-A812-A8007AC22127}" dt="2026-04-23T15:07:43.004" v="21304" actId="1582"/>
          <ac:spMkLst>
            <pc:docMk/>
            <pc:sldMk cId="4139193395" sldId="367"/>
            <ac:spMk id="18" creationId="{BF160283-E892-BAF2-23FB-47AC68A87E87}"/>
          </ac:spMkLst>
        </pc:spChg>
        <pc:picChg chg="add del mod ord">
          <ac:chgData name="Lucie Fontaine" userId="2c6b0298-177f-4237-a83e-8637e19304d5" providerId="ADAL" clId="{38FDF7CA-A37A-44C1-A812-A8007AC22127}" dt="2026-04-23T15:05:04.757" v="21278" actId="478"/>
          <ac:picMkLst>
            <pc:docMk/>
            <pc:sldMk cId="4139193395" sldId="367"/>
            <ac:picMk id="9" creationId="{4AEA7443-E1F2-82DB-8111-F22D0DAEC394}"/>
          </ac:picMkLst>
        </pc:picChg>
        <pc:picChg chg="add del mod">
          <ac:chgData name="Lucie Fontaine" userId="2c6b0298-177f-4237-a83e-8637e19304d5" providerId="ADAL" clId="{38FDF7CA-A37A-44C1-A812-A8007AC22127}" dt="2026-04-23T15:05:41.571" v="21290" actId="478"/>
          <ac:picMkLst>
            <pc:docMk/>
            <pc:sldMk cId="4139193395" sldId="367"/>
            <ac:picMk id="11" creationId="{1559CB17-6286-E0AF-3C2B-AA96FC9469BE}"/>
          </ac:picMkLst>
        </pc:picChg>
        <pc:picChg chg="add mod">
          <ac:chgData name="Lucie Fontaine" userId="2c6b0298-177f-4237-a83e-8637e19304d5" providerId="ADAL" clId="{38FDF7CA-A37A-44C1-A812-A8007AC22127}" dt="2026-04-23T15:05:55.298" v="21297" actId="1076"/>
          <ac:picMkLst>
            <pc:docMk/>
            <pc:sldMk cId="4139193395" sldId="367"/>
            <ac:picMk id="15" creationId="{99EEBA02-91B5-544D-D273-17BCBC72B966}"/>
          </ac:picMkLst>
        </pc:picChg>
        <pc:picChg chg="add mod">
          <ac:chgData name="Lucie Fontaine" userId="2c6b0298-177f-4237-a83e-8637e19304d5" providerId="ADAL" clId="{38FDF7CA-A37A-44C1-A812-A8007AC22127}" dt="2026-04-23T15:05:53.688" v="21296" actId="1076"/>
          <ac:picMkLst>
            <pc:docMk/>
            <pc:sldMk cId="4139193395" sldId="367"/>
            <ac:picMk id="17" creationId="{42AB6946-A2AE-CE48-FF94-B333EB98509B}"/>
          </ac:picMkLst>
        </pc:picChg>
        <pc:picChg chg="add mod">
          <ac:chgData name="Lucie Fontaine" userId="2c6b0298-177f-4237-a83e-8637e19304d5" providerId="ADAL" clId="{38FDF7CA-A37A-44C1-A812-A8007AC22127}" dt="2026-04-23T15:17:17.973" v="21374"/>
          <ac:picMkLst>
            <pc:docMk/>
            <pc:sldMk cId="4139193395" sldId="367"/>
            <ac:picMk id="19" creationId="{9DA8F030-5667-271E-8B46-2116E6F86EB6}"/>
          </ac:picMkLst>
        </pc:picChg>
        <pc:picChg chg="add mod ord">
          <ac:chgData name="Lucie Fontaine" userId="2c6b0298-177f-4237-a83e-8637e19304d5" providerId="ADAL" clId="{38FDF7CA-A37A-44C1-A812-A8007AC22127}" dt="2026-04-23T15:17:20.907" v="21375" actId="22"/>
          <ac:picMkLst>
            <pc:docMk/>
            <pc:sldMk cId="4139193395" sldId="367"/>
            <ac:picMk id="21" creationId="{D1847A67-0BC2-7C53-0695-D7C75B26864E}"/>
          </ac:picMkLst>
        </pc:picChg>
      </pc:sldChg>
      <pc:sldChg chg="new del">
        <pc:chgData name="Lucie Fontaine" userId="2c6b0298-177f-4237-a83e-8637e19304d5" providerId="ADAL" clId="{38FDF7CA-A37A-44C1-A812-A8007AC22127}" dt="2026-04-23T09:11:29.305" v="19218" actId="2696"/>
        <pc:sldMkLst>
          <pc:docMk/>
          <pc:sldMk cId="3552842565" sldId="368"/>
        </pc:sldMkLst>
      </pc:sldChg>
      <pc:sldChg chg="addSp delSp modSp add mod">
        <pc:chgData name="Lucie Fontaine" userId="2c6b0298-177f-4237-a83e-8637e19304d5" providerId="ADAL" clId="{38FDF7CA-A37A-44C1-A812-A8007AC22127}" dt="2026-04-23T15:14:53.424" v="21346"/>
        <pc:sldMkLst>
          <pc:docMk/>
          <pc:sldMk cId="2880190172" sldId="369"/>
        </pc:sldMkLst>
        <pc:spChg chg="del">
          <ac:chgData name="Lucie Fontaine" userId="2c6b0298-177f-4237-a83e-8637e19304d5" providerId="ADAL" clId="{38FDF7CA-A37A-44C1-A812-A8007AC22127}" dt="2026-04-23T09:12:05.453" v="19222" actId="22"/>
          <ac:spMkLst>
            <pc:docMk/>
            <pc:sldMk cId="2880190172" sldId="369"/>
            <ac:spMk id="3" creationId="{C17AB9B1-B42F-0228-83B7-312B83BEC96E}"/>
          </ac:spMkLst>
        </pc:spChg>
        <pc:spChg chg="del">
          <ac:chgData name="Lucie Fontaine" userId="2c6b0298-177f-4237-a83e-8637e19304d5" providerId="ADAL" clId="{38FDF7CA-A37A-44C1-A812-A8007AC22127}" dt="2026-04-23T09:12:02.023" v="19220" actId="478"/>
          <ac:spMkLst>
            <pc:docMk/>
            <pc:sldMk cId="2880190172" sldId="369"/>
            <ac:spMk id="32" creationId="{1C002C71-EDEA-526F-497B-ED7132BED7B2}"/>
          </ac:spMkLst>
        </pc:spChg>
        <pc:spChg chg="del">
          <ac:chgData name="Lucie Fontaine" userId="2c6b0298-177f-4237-a83e-8637e19304d5" providerId="ADAL" clId="{38FDF7CA-A37A-44C1-A812-A8007AC22127}" dt="2026-04-23T09:12:04.269" v="19221" actId="478"/>
          <ac:spMkLst>
            <pc:docMk/>
            <pc:sldMk cId="2880190172" sldId="369"/>
            <ac:spMk id="35" creationId="{87985FE1-C321-4F5B-173E-6DC092138720}"/>
          </ac:spMkLst>
        </pc:spChg>
        <pc:grpChg chg="del">
          <ac:chgData name="Lucie Fontaine" userId="2c6b0298-177f-4237-a83e-8637e19304d5" providerId="ADAL" clId="{38FDF7CA-A37A-44C1-A812-A8007AC22127}" dt="2026-04-23T09:12:00.955" v="19219" actId="478"/>
          <ac:grpSpMkLst>
            <pc:docMk/>
            <pc:sldMk cId="2880190172" sldId="369"/>
            <ac:grpSpMk id="5" creationId="{0AAC0B67-F2A8-756C-793F-F5F24408C380}"/>
          </ac:grpSpMkLst>
        </pc:grpChg>
        <pc:picChg chg="del">
          <ac:chgData name="Lucie Fontaine" userId="2c6b0298-177f-4237-a83e-8637e19304d5" providerId="ADAL" clId="{38FDF7CA-A37A-44C1-A812-A8007AC22127}" dt="2026-04-23T15:14:53.188" v="21345" actId="478"/>
          <ac:picMkLst>
            <pc:docMk/>
            <pc:sldMk cId="2880190172" sldId="369"/>
            <ac:picMk id="34" creationId="{FECA687A-4AAD-39A6-44D6-4F926C4C18E4}"/>
          </ac:picMkLst>
        </pc:picChg>
        <pc:picChg chg="add mod ord modCrop">
          <ac:chgData name="Lucie Fontaine" userId="2c6b0298-177f-4237-a83e-8637e19304d5" providerId="ADAL" clId="{38FDF7CA-A37A-44C1-A812-A8007AC22127}" dt="2026-04-23T09:12:32.539" v="19227" actId="1076"/>
          <ac:picMkLst>
            <pc:docMk/>
            <pc:sldMk cId="2880190172" sldId="369"/>
            <ac:picMk id="39" creationId="{2A212674-1ED5-6900-0244-E2EE8FDFB606}"/>
          </ac:picMkLst>
        </pc:picChg>
        <pc:picChg chg="add mod">
          <ac:chgData name="Lucie Fontaine" userId="2c6b0298-177f-4237-a83e-8637e19304d5" providerId="ADAL" clId="{38FDF7CA-A37A-44C1-A812-A8007AC22127}" dt="2026-04-23T15:14:53.424" v="21346"/>
          <ac:picMkLst>
            <pc:docMk/>
            <pc:sldMk cId="2880190172" sldId="369"/>
            <ac:picMk id="40" creationId="{06651AD0-CE1A-2025-9FAB-921E4BB8AC82}"/>
          </ac:picMkLst>
        </pc:picChg>
        <pc:cxnChg chg="mod">
          <ac:chgData name="Lucie Fontaine" userId="2c6b0298-177f-4237-a83e-8637e19304d5" providerId="ADAL" clId="{38FDF7CA-A37A-44C1-A812-A8007AC22127}" dt="2026-04-23T09:12:00.955" v="19219" actId="478"/>
          <ac:cxnSpMkLst>
            <pc:docMk/>
            <pc:sldMk cId="2880190172" sldId="369"/>
            <ac:cxnSpMk id="13" creationId="{702842FF-A4DD-6C76-D199-98D3038F0560}"/>
          </ac:cxnSpMkLst>
        </pc:cxnChg>
        <pc:cxnChg chg="mod">
          <ac:chgData name="Lucie Fontaine" userId="2c6b0298-177f-4237-a83e-8637e19304d5" providerId="ADAL" clId="{38FDF7CA-A37A-44C1-A812-A8007AC22127}" dt="2026-04-23T09:12:00.955" v="19219" actId="478"/>
          <ac:cxnSpMkLst>
            <pc:docMk/>
            <pc:sldMk cId="2880190172" sldId="369"/>
            <ac:cxnSpMk id="24" creationId="{E6B5FA64-4D40-DE7F-BAE4-0A9E93F11DFC}"/>
          </ac:cxnSpMkLst>
        </pc:cxnChg>
        <pc:cxnChg chg="mod">
          <ac:chgData name="Lucie Fontaine" userId="2c6b0298-177f-4237-a83e-8637e19304d5" providerId="ADAL" clId="{38FDF7CA-A37A-44C1-A812-A8007AC22127}" dt="2026-04-23T09:12:00.955" v="19219" actId="478"/>
          <ac:cxnSpMkLst>
            <pc:docMk/>
            <pc:sldMk cId="2880190172" sldId="369"/>
            <ac:cxnSpMk id="27" creationId="{6F755EBA-0DD0-B4EA-30F1-756AC6E17CFD}"/>
          </ac:cxnSpMkLst>
        </pc:cxnChg>
        <pc:cxnChg chg="mod">
          <ac:chgData name="Lucie Fontaine" userId="2c6b0298-177f-4237-a83e-8637e19304d5" providerId="ADAL" clId="{38FDF7CA-A37A-44C1-A812-A8007AC22127}" dt="2026-04-23T09:12:00.955" v="19219" actId="478"/>
          <ac:cxnSpMkLst>
            <pc:docMk/>
            <pc:sldMk cId="2880190172" sldId="369"/>
            <ac:cxnSpMk id="28" creationId="{1ED22958-9E6B-1D34-5274-9DFFF29CAEB9}"/>
          </ac:cxnSpMkLst>
        </pc:cxnChg>
        <pc:cxnChg chg="mod">
          <ac:chgData name="Lucie Fontaine" userId="2c6b0298-177f-4237-a83e-8637e19304d5" providerId="ADAL" clId="{38FDF7CA-A37A-44C1-A812-A8007AC22127}" dt="2026-04-23T09:12:00.955" v="19219" actId="478"/>
          <ac:cxnSpMkLst>
            <pc:docMk/>
            <pc:sldMk cId="2880190172" sldId="369"/>
            <ac:cxnSpMk id="29" creationId="{4E57F285-C713-5ECB-9AAD-2999B9762ECE}"/>
          </ac:cxnSpMkLst>
        </pc:cxnChg>
        <pc:cxnChg chg="mod">
          <ac:chgData name="Lucie Fontaine" userId="2c6b0298-177f-4237-a83e-8637e19304d5" providerId="ADAL" clId="{38FDF7CA-A37A-44C1-A812-A8007AC22127}" dt="2026-04-23T09:12:00.955" v="19219" actId="478"/>
          <ac:cxnSpMkLst>
            <pc:docMk/>
            <pc:sldMk cId="2880190172" sldId="369"/>
            <ac:cxnSpMk id="30" creationId="{408A3280-0A30-7988-EED6-078D9361B11C}"/>
          </ac:cxnSpMkLst>
        </pc:cxnChg>
      </pc:sldChg>
      <pc:sldChg chg="addSp modSp add mod">
        <pc:chgData name="Lucie Fontaine" userId="2c6b0298-177f-4237-a83e-8637e19304d5" providerId="ADAL" clId="{38FDF7CA-A37A-44C1-A812-A8007AC22127}" dt="2026-04-29T14:46:03.612" v="23027" actId="164"/>
        <pc:sldMkLst>
          <pc:docMk/>
          <pc:sldMk cId="1211317029" sldId="370"/>
        </pc:sldMkLst>
        <pc:spChg chg="mod">
          <ac:chgData name="Lucie Fontaine" userId="2c6b0298-177f-4237-a83e-8637e19304d5" providerId="ADAL" clId="{38FDF7CA-A37A-44C1-A812-A8007AC22127}" dt="2026-04-29T14:45:00.538" v="23019" actId="1076"/>
          <ac:spMkLst>
            <pc:docMk/>
            <pc:sldMk cId="1211317029" sldId="370"/>
            <ac:spMk id="4" creationId="{F63875A2-3A41-A942-94C7-7D050ED096CA}"/>
          </ac:spMkLst>
        </pc:spChg>
        <pc:spChg chg="add mod">
          <ac:chgData name="Lucie Fontaine" userId="2c6b0298-177f-4237-a83e-8637e19304d5" providerId="ADAL" clId="{38FDF7CA-A37A-44C1-A812-A8007AC22127}" dt="2026-04-29T14:46:03.612" v="23027" actId="164"/>
          <ac:spMkLst>
            <pc:docMk/>
            <pc:sldMk cId="1211317029" sldId="370"/>
            <ac:spMk id="5" creationId="{9E7677A4-FEFF-4F9F-E363-CAA75837D9C9}"/>
          </ac:spMkLst>
        </pc:spChg>
        <pc:spChg chg="add mod">
          <ac:chgData name="Lucie Fontaine" userId="2c6b0298-177f-4237-a83e-8637e19304d5" providerId="ADAL" clId="{38FDF7CA-A37A-44C1-A812-A8007AC22127}" dt="2026-04-29T14:46:03.612" v="23027" actId="164"/>
          <ac:spMkLst>
            <pc:docMk/>
            <pc:sldMk cId="1211317029" sldId="370"/>
            <ac:spMk id="6" creationId="{7B934C5B-7D8D-11A7-E8FA-8EFB8123563C}"/>
          </ac:spMkLst>
        </pc:spChg>
        <pc:spChg chg="add mod">
          <ac:chgData name="Lucie Fontaine" userId="2c6b0298-177f-4237-a83e-8637e19304d5" providerId="ADAL" clId="{38FDF7CA-A37A-44C1-A812-A8007AC22127}" dt="2026-04-29T14:46:03.612" v="23027" actId="164"/>
          <ac:spMkLst>
            <pc:docMk/>
            <pc:sldMk cId="1211317029" sldId="370"/>
            <ac:spMk id="7" creationId="{AC9D938E-7622-0BF9-62CB-E4E2A473AF51}"/>
          </ac:spMkLst>
        </pc:spChg>
        <pc:spChg chg="add mod">
          <ac:chgData name="Lucie Fontaine" userId="2c6b0298-177f-4237-a83e-8637e19304d5" providerId="ADAL" clId="{38FDF7CA-A37A-44C1-A812-A8007AC22127}" dt="2026-04-29T14:46:03.612" v="23027" actId="164"/>
          <ac:spMkLst>
            <pc:docMk/>
            <pc:sldMk cId="1211317029" sldId="370"/>
            <ac:spMk id="8" creationId="{171D6800-960B-AB07-95D0-0BD3E3C2B513}"/>
          </ac:spMkLst>
        </pc:spChg>
        <pc:spChg chg="add mod">
          <ac:chgData name="Lucie Fontaine" userId="2c6b0298-177f-4237-a83e-8637e19304d5" providerId="ADAL" clId="{38FDF7CA-A37A-44C1-A812-A8007AC22127}" dt="2026-04-24T08:10:43.740" v="22050"/>
          <ac:spMkLst>
            <pc:docMk/>
            <pc:sldMk cId="1211317029" sldId="370"/>
            <ac:spMk id="9" creationId="{E4890B5F-F8AA-0F9E-0023-385CF683841C}"/>
          </ac:spMkLst>
        </pc:spChg>
        <pc:spChg chg="mod">
          <ac:chgData name="Lucie Fontaine" userId="2c6b0298-177f-4237-a83e-8637e19304d5" providerId="ADAL" clId="{38FDF7CA-A37A-44C1-A812-A8007AC22127}" dt="2026-04-29T14:45:00.538" v="23019" actId="1076"/>
          <ac:spMkLst>
            <pc:docMk/>
            <pc:sldMk cId="1211317029" sldId="370"/>
            <ac:spMk id="42" creationId="{D46562C0-9D6C-D7BE-0ADF-28C65214443C}"/>
          </ac:spMkLst>
        </pc:spChg>
        <pc:spChg chg="mod">
          <ac:chgData name="Lucie Fontaine" userId="2c6b0298-177f-4237-a83e-8637e19304d5" providerId="ADAL" clId="{38FDF7CA-A37A-44C1-A812-A8007AC22127}" dt="2026-04-29T14:45:00.538" v="23019" actId="1076"/>
          <ac:spMkLst>
            <pc:docMk/>
            <pc:sldMk cId="1211317029" sldId="370"/>
            <ac:spMk id="44" creationId="{112D11D1-33AB-367B-9673-B84141DC211A}"/>
          </ac:spMkLst>
        </pc:spChg>
        <pc:spChg chg="mod">
          <ac:chgData name="Lucie Fontaine" userId="2c6b0298-177f-4237-a83e-8637e19304d5" providerId="ADAL" clId="{38FDF7CA-A37A-44C1-A812-A8007AC22127}" dt="2026-04-29T14:45:00.538" v="23019" actId="1076"/>
          <ac:spMkLst>
            <pc:docMk/>
            <pc:sldMk cId="1211317029" sldId="370"/>
            <ac:spMk id="45" creationId="{20840505-D4CB-79CD-6ABC-3F81AEE39094}"/>
          </ac:spMkLst>
        </pc:spChg>
        <pc:grpChg chg="add mod">
          <ac:chgData name="Lucie Fontaine" userId="2c6b0298-177f-4237-a83e-8637e19304d5" providerId="ADAL" clId="{38FDF7CA-A37A-44C1-A812-A8007AC22127}" dt="2026-04-29T14:46:03.612" v="23027" actId="164"/>
          <ac:grpSpMkLst>
            <pc:docMk/>
            <pc:sldMk cId="1211317029" sldId="370"/>
            <ac:grpSpMk id="10" creationId="{13E077F9-60DC-38FB-3DAC-4367990EF91C}"/>
          </ac:grpSpMkLst>
        </pc:grpChg>
        <pc:picChg chg="mod">
          <ac:chgData name="Lucie Fontaine" userId="2c6b0298-177f-4237-a83e-8637e19304d5" providerId="ADAL" clId="{38FDF7CA-A37A-44C1-A812-A8007AC22127}" dt="2026-04-29T14:46:03.612" v="23027" actId="164"/>
          <ac:picMkLst>
            <pc:docMk/>
            <pc:sldMk cId="1211317029" sldId="370"/>
            <ac:picMk id="77" creationId="{C0C71C5A-5C21-D12C-1EFE-DDCABC03FDC8}"/>
          </ac:picMkLst>
        </pc:picChg>
        <pc:picChg chg="mod">
          <ac:chgData name="Lucie Fontaine" userId="2c6b0298-177f-4237-a83e-8637e19304d5" providerId="ADAL" clId="{38FDF7CA-A37A-44C1-A812-A8007AC22127}" dt="2026-04-29T14:46:03.612" v="23027" actId="164"/>
          <ac:picMkLst>
            <pc:docMk/>
            <pc:sldMk cId="1211317029" sldId="370"/>
            <ac:picMk id="79" creationId="{FE882322-12A4-EFAF-AD87-A1061E047078}"/>
          </ac:picMkLst>
        </pc:picChg>
      </pc:sldChg>
      <pc:sldChg chg="addSp delSp modSp new mod">
        <pc:chgData name="Lucie Fontaine" userId="2c6b0298-177f-4237-a83e-8637e19304d5" providerId="ADAL" clId="{38FDF7CA-A37A-44C1-A812-A8007AC22127}" dt="2026-04-24T12:17:04.398" v="22770" actId="27636"/>
        <pc:sldMkLst>
          <pc:docMk/>
          <pc:sldMk cId="1739543276" sldId="371"/>
        </pc:sldMkLst>
        <pc:spChg chg="mod">
          <ac:chgData name="Lucie Fontaine" userId="2c6b0298-177f-4237-a83e-8637e19304d5" providerId="ADAL" clId="{38FDF7CA-A37A-44C1-A812-A8007AC22127}" dt="2026-04-23T12:48:03.363" v="19884" actId="20577"/>
          <ac:spMkLst>
            <pc:docMk/>
            <pc:sldMk cId="1739543276" sldId="371"/>
            <ac:spMk id="2" creationId="{E2B9ED74-70D2-F7CB-AF14-90D521093A90}"/>
          </ac:spMkLst>
        </pc:spChg>
        <pc:spChg chg="mod">
          <ac:chgData name="Lucie Fontaine" userId="2c6b0298-177f-4237-a83e-8637e19304d5" providerId="ADAL" clId="{38FDF7CA-A37A-44C1-A812-A8007AC22127}" dt="2026-04-24T12:17:04.398" v="22770" actId="27636"/>
          <ac:spMkLst>
            <pc:docMk/>
            <pc:sldMk cId="1739543276" sldId="371"/>
            <ac:spMk id="3" creationId="{EE7AE465-5ADE-6127-AF6C-81B5F933130A}"/>
          </ac:spMkLst>
        </pc:spChg>
        <pc:spChg chg="del mod">
          <ac:chgData name="Lucie Fontaine" userId="2c6b0298-177f-4237-a83e-8637e19304d5" providerId="ADAL" clId="{38FDF7CA-A37A-44C1-A812-A8007AC22127}" dt="2026-04-23T13:48:33.005" v="20353" actId="22"/>
          <ac:spMkLst>
            <pc:docMk/>
            <pc:sldMk cId="1739543276" sldId="371"/>
            <ac:spMk id="4" creationId="{D1420511-E58A-D472-1B20-9945C92D647B}"/>
          </ac:spMkLst>
        </pc:spChg>
        <pc:spChg chg="add del mod">
          <ac:chgData name="Lucie Fontaine" userId="2c6b0298-177f-4237-a83e-8637e19304d5" providerId="ADAL" clId="{38FDF7CA-A37A-44C1-A812-A8007AC22127}" dt="2026-04-24T09:59:23.068" v="22657" actId="478"/>
          <ac:spMkLst>
            <pc:docMk/>
            <pc:sldMk cId="1739543276" sldId="371"/>
            <ac:spMk id="6" creationId="{A4BA4624-04D4-85B2-3725-92AA2F83B6D9}"/>
          </ac:spMkLst>
        </pc:spChg>
        <pc:spChg chg="add del mod">
          <ac:chgData name="Lucie Fontaine" userId="2c6b0298-177f-4237-a83e-8637e19304d5" providerId="ADAL" clId="{38FDF7CA-A37A-44C1-A812-A8007AC22127}" dt="2026-04-24T10:00:17.496" v="22709" actId="478"/>
          <ac:spMkLst>
            <pc:docMk/>
            <pc:sldMk cId="1739543276" sldId="371"/>
            <ac:spMk id="8" creationId="{8E647BA5-4B5E-6972-E7FC-2F1025C0A5CB}"/>
          </ac:spMkLst>
        </pc:spChg>
        <pc:spChg chg="add del mod">
          <ac:chgData name="Lucie Fontaine" userId="2c6b0298-177f-4237-a83e-8637e19304d5" providerId="ADAL" clId="{38FDF7CA-A37A-44C1-A812-A8007AC22127}" dt="2026-04-23T13:50:41.352" v="20375"/>
          <ac:spMkLst>
            <pc:docMk/>
            <pc:sldMk cId="1739543276" sldId="371"/>
            <ac:spMk id="11" creationId="{8E2AC065-508D-9A1D-D647-B67727BDF7F7}"/>
          </ac:spMkLst>
        </pc:spChg>
        <pc:spChg chg="add mod">
          <ac:chgData name="Lucie Fontaine" userId="2c6b0298-177f-4237-a83e-8637e19304d5" providerId="ADAL" clId="{38FDF7CA-A37A-44C1-A812-A8007AC22127}" dt="2026-04-24T10:05:23.890" v="22736" actId="1076"/>
          <ac:spMkLst>
            <pc:docMk/>
            <pc:sldMk cId="1739543276" sldId="371"/>
            <ac:spMk id="11" creationId="{AB9A146A-016D-5503-CEFA-8BA18400376B}"/>
          </ac:spMkLst>
        </pc:spChg>
        <pc:spChg chg="add del mod">
          <ac:chgData name="Lucie Fontaine" userId="2c6b0298-177f-4237-a83e-8637e19304d5" providerId="ADAL" clId="{38FDF7CA-A37A-44C1-A812-A8007AC22127}" dt="2026-04-24T10:00:13.960" v="22708" actId="478"/>
          <ac:spMkLst>
            <pc:docMk/>
            <pc:sldMk cId="1739543276" sldId="371"/>
            <ac:spMk id="13" creationId="{169D7BCF-D102-5EFA-6E4A-333FD5075CD7}"/>
          </ac:spMkLst>
        </pc:spChg>
        <pc:spChg chg="add del mod">
          <ac:chgData name="Lucie Fontaine" userId="2c6b0298-177f-4237-a83e-8637e19304d5" providerId="ADAL" clId="{38FDF7CA-A37A-44C1-A812-A8007AC22127}" dt="2026-04-24T10:00:13.960" v="22708" actId="478"/>
          <ac:spMkLst>
            <pc:docMk/>
            <pc:sldMk cId="1739543276" sldId="371"/>
            <ac:spMk id="14" creationId="{6A265676-9BD4-7FDF-9E5A-9051A93900DA}"/>
          </ac:spMkLst>
        </pc:spChg>
        <pc:spChg chg="add mod">
          <ac:chgData name="Lucie Fontaine" userId="2c6b0298-177f-4237-a83e-8637e19304d5" providerId="ADAL" clId="{38FDF7CA-A37A-44C1-A812-A8007AC22127}" dt="2026-04-24T10:05:59.548" v="22765" actId="1076"/>
          <ac:spMkLst>
            <pc:docMk/>
            <pc:sldMk cId="1739543276" sldId="371"/>
            <ac:spMk id="19" creationId="{D00CF77F-A0FE-79B4-38C8-9A409A5C271D}"/>
          </ac:spMkLst>
        </pc:spChg>
        <pc:picChg chg="add del mod ord">
          <ac:chgData name="Lucie Fontaine" userId="2c6b0298-177f-4237-a83e-8637e19304d5" providerId="ADAL" clId="{38FDF7CA-A37A-44C1-A812-A8007AC22127}" dt="2026-04-23T13:50:38.962" v="20372" actId="478"/>
          <ac:picMkLst>
            <pc:docMk/>
            <pc:sldMk cId="1739543276" sldId="371"/>
            <ac:picMk id="7" creationId="{E8F97881-FEEE-442B-E2DD-092100F99BAC}"/>
          </ac:picMkLst>
        </pc:picChg>
        <pc:picChg chg="add del mod">
          <ac:chgData name="Lucie Fontaine" userId="2c6b0298-177f-4237-a83e-8637e19304d5" providerId="ADAL" clId="{38FDF7CA-A37A-44C1-A812-A8007AC22127}" dt="2026-04-23T13:50:40.539" v="20374" actId="21"/>
          <ac:picMkLst>
            <pc:docMk/>
            <pc:sldMk cId="1739543276" sldId="371"/>
            <ac:picMk id="9" creationId="{B096B1D0-56CE-BF24-BC19-C11B4A2B5899}"/>
          </ac:picMkLst>
        </pc:picChg>
        <pc:picChg chg="add mod modCrop">
          <ac:chgData name="Lucie Fontaine" userId="2c6b0298-177f-4237-a83e-8637e19304d5" providerId="ADAL" clId="{38FDF7CA-A37A-44C1-A812-A8007AC22127}" dt="2026-04-24T10:05:23.890" v="22736" actId="1076"/>
          <ac:picMkLst>
            <pc:docMk/>
            <pc:sldMk cId="1739543276" sldId="371"/>
            <ac:picMk id="10" creationId="{4EA6D4E8-88FC-8965-AE86-A5879EAAE892}"/>
          </ac:picMkLst>
        </pc:picChg>
        <pc:picChg chg="add del mod">
          <ac:chgData name="Lucie Fontaine" userId="2c6b0298-177f-4237-a83e-8637e19304d5" providerId="ADAL" clId="{38FDF7CA-A37A-44C1-A812-A8007AC22127}" dt="2026-04-24T10:00:13.960" v="22708" actId="478"/>
          <ac:picMkLst>
            <pc:docMk/>
            <pc:sldMk cId="1739543276" sldId="371"/>
            <ac:picMk id="12" creationId="{B096B1D0-56CE-BF24-BC19-C11B4A2B5899}"/>
          </ac:picMkLst>
        </pc:picChg>
        <pc:picChg chg="add mod">
          <ac:chgData name="Lucie Fontaine" userId="2c6b0298-177f-4237-a83e-8637e19304d5" providerId="ADAL" clId="{38FDF7CA-A37A-44C1-A812-A8007AC22127}" dt="2026-04-24T10:05:46.165" v="22737" actId="1076"/>
          <ac:picMkLst>
            <pc:docMk/>
            <pc:sldMk cId="1739543276" sldId="371"/>
            <ac:picMk id="17" creationId="{744E9986-B23D-DE44-059F-103263E623DE}"/>
          </ac:picMkLst>
        </pc:picChg>
        <pc:picChg chg="add del mod">
          <ac:chgData name="Lucie Fontaine" userId="2c6b0298-177f-4237-a83e-8637e19304d5" providerId="ADAL" clId="{38FDF7CA-A37A-44C1-A812-A8007AC22127}" dt="2026-04-24T10:04:39.972" v="22728" actId="478"/>
          <ac:picMkLst>
            <pc:docMk/>
            <pc:sldMk cId="1739543276" sldId="371"/>
            <ac:picMk id="21" creationId="{660410F8-8047-376F-5B53-14966A403B24}"/>
          </ac:picMkLst>
        </pc:picChg>
        <pc:cxnChg chg="add del mod">
          <ac:chgData name="Lucie Fontaine" userId="2c6b0298-177f-4237-a83e-8637e19304d5" providerId="ADAL" clId="{38FDF7CA-A37A-44C1-A812-A8007AC22127}" dt="2026-04-24T10:00:13.960" v="22708" actId="478"/>
          <ac:cxnSpMkLst>
            <pc:docMk/>
            <pc:sldMk cId="1739543276" sldId="371"/>
            <ac:cxnSpMk id="16" creationId="{CFEE7941-F4C6-06E0-12D6-0FF57C3450FE}"/>
          </ac:cxnSpMkLst>
        </pc:cxnChg>
        <pc:cxnChg chg="add del mod">
          <ac:chgData name="Lucie Fontaine" userId="2c6b0298-177f-4237-a83e-8637e19304d5" providerId="ADAL" clId="{38FDF7CA-A37A-44C1-A812-A8007AC22127}" dt="2026-04-24T10:00:13.960" v="22708" actId="478"/>
          <ac:cxnSpMkLst>
            <pc:docMk/>
            <pc:sldMk cId="1739543276" sldId="371"/>
            <ac:cxnSpMk id="18" creationId="{9CC0FEC4-FC6F-9BC9-44E5-71DF95679012}"/>
          </ac:cxnSpMkLst>
        </pc:cxnChg>
        <pc:cxnChg chg="add del mod">
          <ac:chgData name="Lucie Fontaine" userId="2c6b0298-177f-4237-a83e-8637e19304d5" providerId="ADAL" clId="{38FDF7CA-A37A-44C1-A812-A8007AC22127}" dt="2026-04-24T10:04:39.972" v="22728" actId="478"/>
          <ac:cxnSpMkLst>
            <pc:docMk/>
            <pc:sldMk cId="1739543276" sldId="371"/>
            <ac:cxnSpMk id="23" creationId="{0976FE37-4931-66D4-3F1A-215BCDE6C706}"/>
          </ac:cxnSpMkLst>
        </pc:cxnChg>
        <pc:cxnChg chg="add del mod">
          <ac:chgData name="Lucie Fontaine" userId="2c6b0298-177f-4237-a83e-8637e19304d5" providerId="ADAL" clId="{38FDF7CA-A37A-44C1-A812-A8007AC22127}" dt="2026-04-24T10:04:39.972" v="22728" actId="478"/>
          <ac:cxnSpMkLst>
            <pc:docMk/>
            <pc:sldMk cId="1739543276" sldId="371"/>
            <ac:cxnSpMk id="24" creationId="{1D185DB2-C49C-03CC-EDAF-0772349A1FC1}"/>
          </ac:cxnSpMkLst>
        </pc:cxnChg>
        <pc:cxnChg chg="add del mod">
          <ac:chgData name="Lucie Fontaine" userId="2c6b0298-177f-4237-a83e-8637e19304d5" providerId="ADAL" clId="{38FDF7CA-A37A-44C1-A812-A8007AC22127}" dt="2026-04-24T10:04:39.972" v="22728" actId="478"/>
          <ac:cxnSpMkLst>
            <pc:docMk/>
            <pc:sldMk cId="1739543276" sldId="371"/>
            <ac:cxnSpMk id="25" creationId="{01F64774-B536-2469-0EC2-37FB5A663C68}"/>
          </ac:cxnSpMkLst>
        </pc:cxnChg>
      </pc:sldChg>
      <pc:sldChg chg="addSp modSp add mod">
        <pc:chgData name="Lucie Fontaine" userId="2c6b0298-177f-4237-a83e-8637e19304d5" providerId="ADAL" clId="{38FDF7CA-A37A-44C1-A812-A8007AC22127}" dt="2026-04-24T12:16:56.650" v="22768" actId="20577"/>
        <pc:sldMkLst>
          <pc:docMk/>
          <pc:sldMk cId="1562460202" sldId="372"/>
        </pc:sldMkLst>
        <pc:spChg chg="mod">
          <ac:chgData name="Lucie Fontaine" userId="2c6b0298-177f-4237-a83e-8637e19304d5" providerId="ADAL" clId="{38FDF7CA-A37A-44C1-A812-A8007AC22127}" dt="2026-04-24T12:16:56.650" v="22768" actId="20577"/>
          <ac:spMkLst>
            <pc:docMk/>
            <pc:sldMk cId="1562460202" sldId="372"/>
            <ac:spMk id="3" creationId="{EE7AE465-5ADE-6127-AF6C-81B5F933130A}"/>
          </ac:spMkLst>
        </pc:spChg>
        <pc:spChg chg="add mod">
          <ac:chgData name="Lucie Fontaine" userId="2c6b0298-177f-4237-a83e-8637e19304d5" providerId="ADAL" clId="{38FDF7CA-A37A-44C1-A812-A8007AC22127}" dt="2026-04-24T07:04:39.521" v="21901" actId="1076"/>
          <ac:spMkLst>
            <pc:docMk/>
            <pc:sldMk cId="1562460202" sldId="372"/>
            <ac:spMk id="4" creationId="{9E4DF781-CA51-6033-7E8F-133D74EF47A3}"/>
          </ac:spMkLst>
        </pc:spChg>
        <pc:spChg chg="add mod">
          <ac:chgData name="Lucie Fontaine" userId="2c6b0298-177f-4237-a83e-8637e19304d5" providerId="ADAL" clId="{38FDF7CA-A37A-44C1-A812-A8007AC22127}" dt="2026-04-24T07:04:49.322" v="21903" actId="1076"/>
          <ac:spMkLst>
            <pc:docMk/>
            <pc:sldMk cId="1562460202" sldId="372"/>
            <ac:spMk id="8" creationId="{191D03AB-F3CC-74B3-94D9-0276F3F5DC53}"/>
          </ac:spMkLst>
        </pc:spChg>
        <pc:picChg chg="add mod">
          <ac:chgData name="Lucie Fontaine" userId="2c6b0298-177f-4237-a83e-8637e19304d5" providerId="ADAL" clId="{38FDF7CA-A37A-44C1-A812-A8007AC22127}" dt="2026-04-24T07:03:42.737" v="21873" actId="1076"/>
          <ac:picMkLst>
            <pc:docMk/>
            <pc:sldMk cId="1562460202" sldId="372"/>
            <ac:picMk id="6" creationId="{38179EA1-ED93-D4E7-0E47-7672A84B0D5F}"/>
          </ac:picMkLst>
        </pc:picChg>
        <pc:picChg chg="mod">
          <ac:chgData name="Lucie Fontaine" userId="2c6b0298-177f-4237-a83e-8637e19304d5" providerId="ADAL" clId="{38FDF7CA-A37A-44C1-A812-A8007AC22127}" dt="2026-04-24T07:04:39.521" v="21901" actId="1076"/>
          <ac:picMkLst>
            <pc:docMk/>
            <pc:sldMk cId="1562460202" sldId="372"/>
            <ac:picMk id="7" creationId="{E8F97881-FEEE-442B-E2DD-092100F99BAC}"/>
          </ac:picMkLst>
        </pc:picChg>
      </pc:sldChg>
      <pc:sldChg chg="addSp delSp modSp add del mod">
        <pc:chgData name="Lucie Fontaine" userId="2c6b0298-177f-4237-a83e-8637e19304d5" providerId="ADAL" clId="{38FDF7CA-A37A-44C1-A812-A8007AC22127}" dt="2026-04-24T07:04:55.552" v="21904" actId="2696"/>
        <pc:sldMkLst>
          <pc:docMk/>
          <pc:sldMk cId="104568364" sldId="373"/>
        </pc:sldMkLst>
        <pc:spChg chg="mod">
          <ac:chgData name="Lucie Fontaine" userId="2c6b0298-177f-4237-a83e-8637e19304d5" providerId="ADAL" clId="{38FDF7CA-A37A-44C1-A812-A8007AC22127}" dt="2026-04-24T07:03:07.727" v="21867"/>
          <ac:spMkLst>
            <pc:docMk/>
            <pc:sldMk cId="104568364" sldId="373"/>
            <ac:spMk id="3" creationId="{EE7AE465-5ADE-6127-AF6C-81B5F933130A}"/>
          </ac:spMkLst>
        </pc:spChg>
        <pc:spChg chg="add del mod">
          <ac:chgData name="Lucie Fontaine" userId="2c6b0298-177f-4237-a83e-8637e19304d5" providerId="ADAL" clId="{38FDF7CA-A37A-44C1-A812-A8007AC22127}" dt="2026-04-24T06:52:50.166" v="21741"/>
          <ac:spMkLst>
            <pc:docMk/>
            <pc:sldMk cId="104568364" sldId="373"/>
            <ac:spMk id="8" creationId="{DB8A4CF7-7C24-78D1-ACF0-A6526B4A6C76}"/>
          </ac:spMkLst>
        </pc:spChg>
        <pc:picChg chg="del">
          <ac:chgData name="Lucie Fontaine" userId="2c6b0298-177f-4237-a83e-8637e19304d5" providerId="ADAL" clId="{38FDF7CA-A37A-44C1-A812-A8007AC22127}" dt="2026-04-23T13:55:38.311" v="20468" actId="478"/>
          <ac:picMkLst>
            <pc:docMk/>
            <pc:sldMk cId="104568364" sldId="373"/>
            <ac:picMk id="7" creationId="{E8F97881-FEEE-442B-E2DD-092100F99BAC}"/>
          </ac:picMkLst>
        </pc:picChg>
        <pc:picChg chg="add mod">
          <ac:chgData name="Lucie Fontaine" userId="2c6b0298-177f-4237-a83e-8637e19304d5" providerId="ADAL" clId="{38FDF7CA-A37A-44C1-A812-A8007AC22127}" dt="2026-04-24T06:52:50.166" v="21741"/>
          <ac:picMkLst>
            <pc:docMk/>
            <pc:sldMk cId="104568364" sldId="373"/>
            <ac:picMk id="1026" creationId="{3FBBC9B3-553C-BD6A-3C4F-F45013FE21EC}"/>
          </ac:picMkLst>
        </pc:picChg>
        <pc:picChg chg="add mod">
          <ac:chgData name="Lucie Fontaine" userId="2c6b0298-177f-4237-a83e-8637e19304d5" providerId="ADAL" clId="{38FDF7CA-A37A-44C1-A812-A8007AC22127}" dt="2026-04-24T07:03:21.870" v="21868" actId="1076"/>
          <ac:picMkLst>
            <pc:docMk/>
            <pc:sldMk cId="104568364" sldId="373"/>
            <ac:picMk id="1028" creationId="{771859CF-E832-DA8A-BCD6-434A1C108A88}"/>
          </ac:picMkLst>
        </pc:picChg>
      </pc:sldChg>
      <pc:sldChg chg="add">
        <pc:chgData name="Lucie Fontaine" userId="2c6b0298-177f-4237-a83e-8637e19304d5" providerId="ADAL" clId="{38FDF7CA-A37A-44C1-A812-A8007AC22127}" dt="2026-04-24T08:06:10.431" v="22029"/>
        <pc:sldMkLst>
          <pc:docMk/>
          <pc:sldMk cId="1726138896" sldId="373"/>
        </pc:sldMkLst>
      </pc:sldChg>
      <pc:sldChg chg="modSp add del mod modShow">
        <pc:chgData name="Lucie Fontaine" userId="2c6b0298-177f-4237-a83e-8637e19304d5" providerId="ADAL" clId="{38FDF7CA-A37A-44C1-A812-A8007AC22127}" dt="2026-04-24T07:06:40.862" v="21916" actId="2696"/>
        <pc:sldMkLst>
          <pc:docMk/>
          <pc:sldMk cId="3177527027" sldId="374"/>
        </pc:sldMkLst>
        <pc:spChg chg="mod">
          <ac:chgData name="Lucie Fontaine" userId="2c6b0298-177f-4237-a83e-8637e19304d5" providerId="ADAL" clId="{38FDF7CA-A37A-44C1-A812-A8007AC22127}" dt="2026-04-23T14:23:41.893" v="21154" actId="20577"/>
          <ac:spMkLst>
            <pc:docMk/>
            <pc:sldMk cId="3177527027" sldId="374"/>
            <ac:spMk id="2" creationId="{20D377FE-4CF7-DBE6-BEF9-0BFF2093335F}"/>
          </ac:spMkLst>
        </pc:spChg>
        <pc:spChg chg="mod">
          <ac:chgData name="Lucie Fontaine" userId="2c6b0298-177f-4237-a83e-8637e19304d5" providerId="ADAL" clId="{38FDF7CA-A37A-44C1-A812-A8007AC22127}" dt="2026-04-23T14:27:15.546" v="21272" actId="20577"/>
          <ac:spMkLst>
            <pc:docMk/>
            <pc:sldMk cId="3177527027" sldId="374"/>
            <ac:spMk id="5" creationId="{C8B593EE-7713-47FB-CB76-1AD19149F2FE}"/>
          </ac:spMkLst>
        </pc:spChg>
        <pc:spChg chg="mod">
          <ac:chgData name="Lucie Fontaine" userId="2c6b0298-177f-4237-a83e-8637e19304d5" providerId="ADAL" clId="{38FDF7CA-A37A-44C1-A812-A8007AC22127}" dt="2026-04-23T14:10:35.874" v="20478" actId="27636"/>
          <ac:spMkLst>
            <pc:docMk/>
            <pc:sldMk cId="3177527027" sldId="374"/>
            <ac:spMk id="7" creationId="{69A21C6F-C67F-CD1C-182A-DABEB765CD21}"/>
          </ac:spMkLst>
        </pc:spChg>
      </pc:sldChg>
      <pc:sldChg chg="addSp delSp modSp add mod ord modShow chgLayout">
        <pc:chgData name="Lucie Fontaine" userId="2c6b0298-177f-4237-a83e-8637e19304d5" providerId="ADAL" clId="{38FDF7CA-A37A-44C1-A812-A8007AC22127}" dt="2026-04-24T08:10:34.561" v="22048"/>
        <pc:sldMkLst>
          <pc:docMk/>
          <pc:sldMk cId="1443235283" sldId="375"/>
        </pc:sldMkLst>
        <pc:spChg chg="add del mod">
          <ac:chgData name="Lucie Fontaine" userId="2c6b0298-177f-4237-a83e-8637e19304d5" providerId="ADAL" clId="{38FDF7CA-A37A-44C1-A812-A8007AC22127}" dt="2026-04-23T15:25:32.428" v="21427" actId="22"/>
          <ac:spMkLst>
            <pc:docMk/>
            <pc:sldMk cId="1443235283" sldId="375"/>
            <ac:spMk id="3" creationId="{076EE5A7-766F-0E71-5A8E-116957D8E2FA}"/>
          </ac:spMkLst>
        </pc:spChg>
        <pc:spChg chg="add mod">
          <ac:chgData name="Lucie Fontaine" userId="2c6b0298-177f-4237-a83e-8637e19304d5" providerId="ADAL" clId="{38FDF7CA-A37A-44C1-A812-A8007AC22127}" dt="2026-04-24T08:10:34.561" v="22048"/>
          <ac:spMkLst>
            <pc:docMk/>
            <pc:sldMk cId="1443235283" sldId="375"/>
            <ac:spMk id="3" creationId="{B17E4C80-3F28-DA08-60E3-6B28D330EECB}"/>
          </ac:spMkLst>
        </pc:spChg>
        <pc:spChg chg="mod ord">
          <ac:chgData name="Lucie Fontaine" userId="2c6b0298-177f-4237-a83e-8637e19304d5" providerId="ADAL" clId="{38FDF7CA-A37A-44C1-A812-A8007AC22127}" dt="2026-04-23T15:35:25.594" v="21571" actId="700"/>
          <ac:spMkLst>
            <pc:docMk/>
            <pc:sldMk cId="1443235283" sldId="375"/>
            <ac:spMk id="4" creationId="{A37AFEF5-9EB1-01DC-C554-DB7852F5B8D6}"/>
          </ac:spMkLst>
        </pc:spChg>
        <pc:spChg chg="mod ord">
          <ac:chgData name="Lucie Fontaine" userId="2c6b0298-177f-4237-a83e-8637e19304d5" providerId="ADAL" clId="{38FDF7CA-A37A-44C1-A812-A8007AC22127}" dt="2026-04-23T15:35:25.594" v="21571" actId="700"/>
          <ac:spMkLst>
            <pc:docMk/>
            <pc:sldMk cId="1443235283" sldId="375"/>
            <ac:spMk id="5" creationId="{A53EDA6E-44D6-8757-0D5D-53D077E42897}"/>
          </ac:spMkLst>
        </pc:spChg>
        <pc:spChg chg="add del mod">
          <ac:chgData name="Lucie Fontaine" userId="2c6b0298-177f-4237-a83e-8637e19304d5" providerId="ADAL" clId="{38FDF7CA-A37A-44C1-A812-A8007AC22127}" dt="2026-04-23T15:31:46.377" v="21560" actId="931"/>
          <ac:spMkLst>
            <pc:docMk/>
            <pc:sldMk cId="1443235283" sldId="375"/>
            <ac:spMk id="9" creationId="{D2A0F262-2FC7-717A-549F-05505BDF08DC}"/>
          </ac:spMkLst>
        </pc:spChg>
        <pc:spChg chg="del">
          <ac:chgData name="Lucie Fontaine" userId="2c6b0298-177f-4237-a83e-8637e19304d5" providerId="ADAL" clId="{38FDF7CA-A37A-44C1-A812-A8007AC22127}" dt="2026-04-23T15:28:48.713" v="21517" actId="478"/>
          <ac:spMkLst>
            <pc:docMk/>
            <pc:sldMk cId="1443235283" sldId="375"/>
            <ac:spMk id="18" creationId="{BF160283-E892-BAF2-23FB-47AC68A87E87}"/>
          </ac:spMkLst>
        </pc:spChg>
        <pc:spChg chg="add del mod ord">
          <ac:chgData name="Lucie Fontaine" userId="2c6b0298-177f-4237-a83e-8637e19304d5" providerId="ADAL" clId="{38FDF7CA-A37A-44C1-A812-A8007AC22127}" dt="2026-04-24T06:41:33.188" v="21615"/>
          <ac:spMkLst>
            <pc:docMk/>
            <pc:sldMk cId="1443235283" sldId="375"/>
            <ac:spMk id="29" creationId="{B0396D8B-E798-2A2C-78AB-0DFD9F6A509A}"/>
          </ac:spMkLst>
        </pc:spChg>
        <pc:picChg chg="add mod">
          <ac:chgData name="Lucie Fontaine" userId="2c6b0298-177f-4237-a83e-8637e19304d5" providerId="ADAL" clId="{38FDF7CA-A37A-44C1-A812-A8007AC22127}" dt="2026-04-24T06:41:33.188" v="21615"/>
          <ac:picMkLst>
            <pc:docMk/>
            <pc:sldMk cId="1443235283" sldId="375"/>
            <ac:picMk id="2" creationId="{A100F69C-7D04-D608-AF75-B0B2084A4B5D}"/>
          </ac:picMkLst>
        </pc:picChg>
        <pc:picChg chg="add del mod ord">
          <ac:chgData name="Lucie Fontaine" userId="2c6b0298-177f-4237-a83e-8637e19304d5" providerId="ADAL" clId="{38FDF7CA-A37A-44C1-A812-A8007AC22127}" dt="2026-04-23T15:28:49.850" v="21518" actId="478"/>
          <ac:picMkLst>
            <pc:docMk/>
            <pc:sldMk cId="1443235283" sldId="375"/>
            <ac:picMk id="7" creationId="{149F328E-1108-FD3B-7C7B-6D11E0F6A63E}"/>
          </ac:picMkLst>
        </pc:picChg>
        <pc:picChg chg="add del mod">
          <ac:chgData name="Lucie Fontaine" userId="2c6b0298-177f-4237-a83e-8637e19304d5" providerId="ADAL" clId="{38FDF7CA-A37A-44C1-A812-A8007AC22127}" dt="2026-04-23T15:30:15.847" v="21536" actId="478"/>
          <ac:picMkLst>
            <pc:docMk/>
            <pc:sldMk cId="1443235283" sldId="375"/>
            <ac:picMk id="11" creationId="{E2259C8B-DE31-7535-84C1-060CA0D4CF8C}"/>
          </ac:picMkLst>
        </pc:picChg>
        <pc:picChg chg="add del mod">
          <ac:chgData name="Lucie Fontaine" userId="2c6b0298-177f-4237-a83e-8637e19304d5" providerId="ADAL" clId="{38FDF7CA-A37A-44C1-A812-A8007AC22127}" dt="2026-04-23T15:30:36.619" v="21546" actId="478"/>
          <ac:picMkLst>
            <pc:docMk/>
            <pc:sldMk cId="1443235283" sldId="375"/>
            <ac:picMk id="12" creationId="{4CE80435-E161-6022-248F-8B9FA4A7952F}"/>
          </ac:picMkLst>
        </pc:picChg>
        <pc:picChg chg="add del mod">
          <ac:chgData name="Lucie Fontaine" userId="2c6b0298-177f-4237-a83e-8637e19304d5" providerId="ADAL" clId="{38FDF7CA-A37A-44C1-A812-A8007AC22127}" dt="2026-04-23T15:34:39.923" v="21562" actId="478"/>
          <ac:picMkLst>
            <pc:docMk/>
            <pc:sldMk cId="1443235283" sldId="375"/>
            <ac:picMk id="14" creationId="{FADAA67E-A169-4C1B-D9CE-00A57A394806}"/>
          </ac:picMkLst>
        </pc:picChg>
        <pc:picChg chg="del">
          <ac:chgData name="Lucie Fontaine" userId="2c6b0298-177f-4237-a83e-8637e19304d5" providerId="ADAL" clId="{38FDF7CA-A37A-44C1-A812-A8007AC22127}" dt="2026-04-23T15:28:48.713" v="21517" actId="478"/>
          <ac:picMkLst>
            <pc:docMk/>
            <pc:sldMk cId="1443235283" sldId="375"/>
            <ac:picMk id="15" creationId="{99EEBA02-91B5-544D-D273-17BCBC72B966}"/>
          </ac:picMkLst>
        </pc:picChg>
        <pc:picChg chg="del">
          <ac:chgData name="Lucie Fontaine" userId="2c6b0298-177f-4237-a83e-8637e19304d5" providerId="ADAL" clId="{38FDF7CA-A37A-44C1-A812-A8007AC22127}" dt="2026-04-23T15:28:48.713" v="21517" actId="478"/>
          <ac:picMkLst>
            <pc:docMk/>
            <pc:sldMk cId="1443235283" sldId="375"/>
            <ac:picMk id="17" creationId="{42AB6946-A2AE-CE48-FF94-B333EB98509B}"/>
          </ac:picMkLst>
        </pc:picChg>
        <pc:picChg chg="add del mod">
          <ac:chgData name="Lucie Fontaine" userId="2c6b0298-177f-4237-a83e-8637e19304d5" providerId="ADAL" clId="{38FDF7CA-A37A-44C1-A812-A8007AC22127}" dt="2026-04-23T15:34:39.923" v="21562" actId="478"/>
          <ac:picMkLst>
            <pc:docMk/>
            <pc:sldMk cId="1443235283" sldId="375"/>
            <ac:picMk id="19" creationId="{BDA117CF-CBFE-0B8A-AE24-EA7534D18D92}"/>
          </ac:picMkLst>
        </pc:picChg>
        <pc:picChg chg="del">
          <ac:chgData name="Lucie Fontaine" userId="2c6b0298-177f-4237-a83e-8637e19304d5" providerId="ADAL" clId="{38FDF7CA-A37A-44C1-A812-A8007AC22127}" dt="2026-04-23T15:25:30.635" v="21425" actId="478"/>
          <ac:picMkLst>
            <pc:docMk/>
            <pc:sldMk cId="1443235283" sldId="375"/>
            <ac:picMk id="21" creationId="{D1847A67-0BC2-7C53-0695-D7C75B26864E}"/>
          </ac:picMkLst>
        </pc:picChg>
        <pc:picChg chg="add del mod">
          <ac:chgData name="Lucie Fontaine" userId="2c6b0298-177f-4237-a83e-8637e19304d5" providerId="ADAL" clId="{38FDF7CA-A37A-44C1-A812-A8007AC22127}" dt="2026-04-23T15:34:39.923" v="21562" actId="478"/>
          <ac:picMkLst>
            <pc:docMk/>
            <pc:sldMk cId="1443235283" sldId="375"/>
            <ac:picMk id="22" creationId="{133EC8A8-CF3F-DCFD-0E47-26462640315B}"/>
          </ac:picMkLst>
        </pc:picChg>
        <pc:picChg chg="add mod ord">
          <ac:chgData name="Lucie Fontaine" userId="2c6b0298-177f-4237-a83e-8637e19304d5" providerId="ADAL" clId="{38FDF7CA-A37A-44C1-A812-A8007AC22127}" dt="2026-04-23T15:35:25.594" v="21571" actId="700"/>
          <ac:picMkLst>
            <pc:docMk/>
            <pc:sldMk cId="1443235283" sldId="375"/>
            <ac:picMk id="24" creationId="{E97E15B3-72C1-A6D9-FF3B-C97259920DAE}"/>
          </ac:picMkLst>
        </pc:picChg>
        <pc:picChg chg="add del">
          <ac:chgData name="Lucie Fontaine" userId="2c6b0298-177f-4237-a83e-8637e19304d5" providerId="ADAL" clId="{38FDF7CA-A37A-44C1-A812-A8007AC22127}" dt="2026-04-23T15:34:41.916" v="21564" actId="478"/>
          <ac:picMkLst>
            <pc:docMk/>
            <pc:sldMk cId="1443235283" sldId="375"/>
            <ac:picMk id="26" creationId="{813B2533-1477-CD80-BEFD-507E214E933F}"/>
          </ac:picMkLst>
        </pc:picChg>
        <pc:picChg chg="add del mod">
          <ac:chgData name="Lucie Fontaine" userId="2c6b0298-177f-4237-a83e-8637e19304d5" providerId="ADAL" clId="{38FDF7CA-A37A-44C1-A812-A8007AC22127}" dt="2026-04-24T06:41:27.745" v="21599" actId="21"/>
          <ac:picMkLst>
            <pc:docMk/>
            <pc:sldMk cId="1443235283" sldId="375"/>
            <ac:picMk id="28" creationId="{A100F69C-7D04-D608-AF75-B0B2084A4B5D}"/>
          </ac:picMkLst>
        </pc:picChg>
      </pc:sldChg>
      <pc:sldChg chg="addSp modSp add mod modShow">
        <pc:chgData name="Lucie Fontaine" userId="2c6b0298-177f-4237-a83e-8637e19304d5" providerId="ADAL" clId="{38FDF7CA-A37A-44C1-A812-A8007AC22127}" dt="2026-04-24T08:10:32.253" v="22047"/>
        <pc:sldMkLst>
          <pc:docMk/>
          <pc:sldMk cId="3283504749" sldId="376"/>
        </pc:sldMkLst>
        <pc:spChg chg="add mod">
          <ac:chgData name="Lucie Fontaine" userId="2c6b0298-177f-4237-a83e-8637e19304d5" providerId="ADAL" clId="{38FDF7CA-A37A-44C1-A812-A8007AC22127}" dt="2026-04-24T08:10:32.253" v="22047"/>
          <ac:spMkLst>
            <pc:docMk/>
            <pc:sldMk cId="3283504749" sldId="376"/>
            <ac:spMk id="2" creationId="{154ADDFF-0E12-E0C4-166F-4D26190DCD22}"/>
          </ac:spMkLst>
        </pc:spChg>
      </pc:sldChg>
      <pc:sldChg chg="new del">
        <pc:chgData name="Lucie Fontaine" userId="2c6b0298-177f-4237-a83e-8637e19304d5" providerId="ADAL" clId="{38FDF7CA-A37A-44C1-A812-A8007AC22127}" dt="2026-04-24T08:06:15.958" v="22030" actId="2696"/>
        <pc:sldMkLst>
          <pc:docMk/>
          <pc:sldMk cId="1711062103" sldId="377"/>
        </pc:sldMkLst>
      </pc:sldChg>
      <pc:sldChg chg="addSp delSp modSp new mod ord modClrScheme chgLayout">
        <pc:chgData name="Lucie Fontaine" userId="2c6b0298-177f-4237-a83e-8637e19304d5" providerId="ADAL" clId="{38FDF7CA-A37A-44C1-A812-A8007AC22127}" dt="2026-04-28T14:36:17.433" v="22975" actId="5793"/>
        <pc:sldMkLst>
          <pc:docMk/>
          <pc:sldMk cId="3527972587" sldId="377"/>
        </pc:sldMkLst>
        <pc:spChg chg="mod ord">
          <ac:chgData name="Lucie Fontaine" userId="2c6b0298-177f-4237-a83e-8637e19304d5" providerId="ADAL" clId="{38FDF7CA-A37A-44C1-A812-A8007AC22127}" dt="2026-04-24T08:46:09.189" v="22191" actId="20577"/>
          <ac:spMkLst>
            <pc:docMk/>
            <pc:sldMk cId="3527972587" sldId="377"/>
            <ac:spMk id="2" creationId="{3285D9D3-FA25-E171-AB39-7804934C8034}"/>
          </ac:spMkLst>
        </pc:spChg>
        <pc:spChg chg="del mod ord">
          <ac:chgData name="Lucie Fontaine" userId="2c6b0298-177f-4237-a83e-8637e19304d5" providerId="ADAL" clId="{38FDF7CA-A37A-44C1-A812-A8007AC22127}" dt="2026-04-24T08:23:24.625" v="22084" actId="700"/>
          <ac:spMkLst>
            <pc:docMk/>
            <pc:sldMk cId="3527972587" sldId="377"/>
            <ac:spMk id="3" creationId="{FD7EECB3-823D-244E-3A1D-7D8990D7D53F}"/>
          </ac:spMkLst>
        </pc:spChg>
        <pc:spChg chg="del">
          <ac:chgData name="Lucie Fontaine" userId="2c6b0298-177f-4237-a83e-8637e19304d5" providerId="ADAL" clId="{38FDF7CA-A37A-44C1-A812-A8007AC22127}" dt="2026-04-24T08:23:24.625" v="22084" actId="700"/>
          <ac:spMkLst>
            <pc:docMk/>
            <pc:sldMk cId="3527972587" sldId="377"/>
            <ac:spMk id="4" creationId="{E88BAD97-7ADD-CA8F-7327-549AAC379A0A}"/>
          </ac:spMkLst>
        </pc:spChg>
        <pc:spChg chg="mod ord">
          <ac:chgData name="Lucie Fontaine" userId="2c6b0298-177f-4237-a83e-8637e19304d5" providerId="ADAL" clId="{38FDF7CA-A37A-44C1-A812-A8007AC22127}" dt="2026-04-24T08:23:24.625" v="22084" actId="700"/>
          <ac:spMkLst>
            <pc:docMk/>
            <pc:sldMk cId="3527972587" sldId="377"/>
            <ac:spMk id="5" creationId="{370DF89F-C048-D0BD-7E42-24BA6E3EE62D}"/>
          </ac:spMkLst>
        </pc:spChg>
        <pc:spChg chg="add mod ord">
          <ac:chgData name="Lucie Fontaine" userId="2c6b0298-177f-4237-a83e-8637e19304d5" providerId="ADAL" clId="{38FDF7CA-A37A-44C1-A812-A8007AC22127}" dt="2026-04-28T14:36:17.433" v="22975" actId="5793"/>
          <ac:spMkLst>
            <pc:docMk/>
            <pc:sldMk cId="3527972587" sldId="377"/>
            <ac:spMk id="6" creationId="{B5352D5C-D6AE-09D0-0F22-D350CC32114B}"/>
          </ac:spMkLst>
        </pc:spChg>
      </pc:sldChg>
      <pc:sldChg chg="modSp add mod">
        <pc:chgData name="Lucie Fontaine" userId="2c6b0298-177f-4237-a83e-8637e19304d5" providerId="ADAL" clId="{38FDF7CA-A37A-44C1-A812-A8007AC22127}" dt="2026-04-24T12:16:51.672" v="22767" actId="20577"/>
        <pc:sldMkLst>
          <pc:docMk/>
          <pc:sldMk cId="777442377" sldId="378"/>
        </pc:sldMkLst>
        <pc:spChg chg="mod">
          <ac:chgData name="Lucie Fontaine" userId="2c6b0298-177f-4237-a83e-8637e19304d5" providerId="ADAL" clId="{38FDF7CA-A37A-44C1-A812-A8007AC22127}" dt="2026-04-24T12:16:51.672" v="22767" actId="20577"/>
          <ac:spMkLst>
            <pc:docMk/>
            <pc:sldMk cId="777442377" sldId="378"/>
            <ac:spMk id="3" creationId="{EE7AE465-5ADE-6127-AF6C-81B5F933130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93CF6A-FEFF-4AFA-9EFB-DE9D3667A9FF}" type="datetimeFigureOut">
              <a:rPr lang="fr-FR" smtClean="0"/>
              <a:t>29/04/2026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56A3BE-225D-4800-8947-F14DF991C078}" type="slidenum">
              <a:rPr lang="fr-FR" smtClean="0"/>
              <a:t>‹N°›</a:t>
            </a:fld>
            <a:endParaRPr lang="fr-FR"/>
          </a:p>
        </p:txBody>
      </p:sp>
    </p:spTree>
    <p:extLst>
      <p:ext uri="{BB962C8B-B14F-4D97-AF65-F5344CB8AC3E}">
        <p14:creationId xmlns:p14="http://schemas.microsoft.com/office/powerpoint/2010/main" val="1032011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1</a:t>
            </a:fld>
            <a:endParaRPr lang="fr-FR"/>
          </a:p>
        </p:txBody>
      </p:sp>
    </p:spTree>
    <p:extLst>
      <p:ext uri="{BB962C8B-B14F-4D97-AF65-F5344CB8AC3E}">
        <p14:creationId xmlns:p14="http://schemas.microsoft.com/office/powerpoint/2010/main" val="9050123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Rat – humain </a:t>
            </a:r>
          </a:p>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2</a:t>
            </a:fld>
            <a:endParaRPr lang="fr-FR"/>
          </a:p>
        </p:txBody>
      </p:sp>
    </p:spTree>
    <p:extLst>
      <p:ext uri="{BB962C8B-B14F-4D97-AF65-F5344CB8AC3E}">
        <p14:creationId xmlns:p14="http://schemas.microsoft.com/office/powerpoint/2010/main" val="1042669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3</a:t>
            </a:fld>
            <a:endParaRPr lang="fr-FR"/>
          </a:p>
        </p:txBody>
      </p:sp>
    </p:spTree>
    <p:extLst>
      <p:ext uri="{BB962C8B-B14F-4D97-AF65-F5344CB8AC3E}">
        <p14:creationId xmlns:p14="http://schemas.microsoft.com/office/powerpoint/2010/main" val="1908978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7</a:t>
            </a:fld>
            <a:endParaRPr lang="fr-FR"/>
          </a:p>
        </p:txBody>
      </p:sp>
    </p:spTree>
    <p:extLst>
      <p:ext uri="{BB962C8B-B14F-4D97-AF65-F5344CB8AC3E}">
        <p14:creationId xmlns:p14="http://schemas.microsoft.com/office/powerpoint/2010/main" val="12532517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But du model</a:t>
            </a:r>
          </a:p>
          <a:p>
            <a:endParaRPr lang="fr-FR" dirty="0"/>
          </a:p>
          <a:p>
            <a:r>
              <a:rPr lang="fr-FR" dirty="0"/>
              <a:t>Mettre tous les rectangles avec des numéros</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17</a:t>
            </a:fld>
            <a:endParaRPr lang="fr-FR"/>
          </a:p>
        </p:txBody>
      </p:sp>
    </p:spTree>
    <p:extLst>
      <p:ext uri="{BB962C8B-B14F-4D97-AF65-F5344CB8AC3E}">
        <p14:creationId xmlns:p14="http://schemas.microsoft.com/office/powerpoint/2010/main" val="3767494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But du model</a:t>
            </a:r>
          </a:p>
          <a:p>
            <a:endParaRPr lang="fr-FR" dirty="0"/>
          </a:p>
          <a:p>
            <a:r>
              <a:rPr lang="fr-FR" dirty="0"/>
              <a:t>Mettre tous les rectangles avec des numéros</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18</a:t>
            </a:fld>
            <a:endParaRPr lang="fr-FR"/>
          </a:p>
        </p:txBody>
      </p:sp>
    </p:spTree>
    <p:extLst>
      <p:ext uri="{BB962C8B-B14F-4D97-AF65-F5344CB8AC3E}">
        <p14:creationId xmlns:p14="http://schemas.microsoft.com/office/powerpoint/2010/main" val="245087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But du model</a:t>
            </a:r>
          </a:p>
          <a:p>
            <a:endParaRPr lang="fr-FR" dirty="0"/>
          </a:p>
          <a:p>
            <a:r>
              <a:rPr lang="fr-FR" dirty="0"/>
              <a:t>Mettre tous les rectangles avec des numéros</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19</a:t>
            </a:fld>
            <a:endParaRPr lang="fr-FR"/>
          </a:p>
        </p:txBody>
      </p:sp>
    </p:spTree>
    <p:extLst>
      <p:ext uri="{BB962C8B-B14F-4D97-AF65-F5344CB8AC3E}">
        <p14:creationId xmlns:p14="http://schemas.microsoft.com/office/powerpoint/2010/main" val="3893920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But du model</a:t>
            </a:r>
          </a:p>
          <a:p>
            <a:endParaRPr lang="fr-FR" dirty="0"/>
          </a:p>
          <a:p>
            <a:r>
              <a:rPr lang="fr-FR" dirty="0"/>
              <a:t>Mettre tous les rectangles avec des numéros</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20</a:t>
            </a:fld>
            <a:endParaRPr lang="fr-FR"/>
          </a:p>
        </p:txBody>
      </p:sp>
    </p:spTree>
    <p:extLst>
      <p:ext uri="{BB962C8B-B14F-4D97-AF65-F5344CB8AC3E}">
        <p14:creationId xmlns:p14="http://schemas.microsoft.com/office/powerpoint/2010/main" val="10234810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But du model</a:t>
            </a:r>
          </a:p>
          <a:p>
            <a:endParaRPr lang="fr-FR" dirty="0"/>
          </a:p>
          <a:p>
            <a:r>
              <a:rPr lang="fr-FR" dirty="0"/>
              <a:t>Mettre tous les rectangles avec des numéros</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21</a:t>
            </a:fld>
            <a:endParaRPr lang="fr-FR"/>
          </a:p>
        </p:txBody>
      </p:sp>
    </p:spTree>
    <p:extLst>
      <p:ext uri="{BB962C8B-B14F-4D97-AF65-F5344CB8AC3E}">
        <p14:creationId xmlns:p14="http://schemas.microsoft.com/office/powerpoint/2010/main" val="631635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But du model</a:t>
            </a:r>
          </a:p>
          <a:p>
            <a:endParaRPr lang="fr-FR" dirty="0"/>
          </a:p>
          <a:p>
            <a:r>
              <a:rPr lang="fr-FR" dirty="0"/>
              <a:t>Mettre tous les rectangles avec des numéros</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22</a:t>
            </a:fld>
            <a:endParaRPr lang="fr-FR"/>
          </a:p>
        </p:txBody>
      </p:sp>
    </p:spTree>
    <p:extLst>
      <p:ext uri="{BB962C8B-B14F-4D97-AF65-F5344CB8AC3E}">
        <p14:creationId xmlns:p14="http://schemas.microsoft.com/office/powerpoint/2010/main" val="3743320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23</a:t>
            </a:fld>
            <a:endParaRPr lang="fr-FR"/>
          </a:p>
        </p:txBody>
      </p:sp>
    </p:spTree>
    <p:extLst>
      <p:ext uri="{BB962C8B-B14F-4D97-AF65-F5344CB8AC3E}">
        <p14:creationId xmlns:p14="http://schemas.microsoft.com/office/powerpoint/2010/main" val="4132084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27</a:t>
            </a:fld>
            <a:endParaRPr lang="fr-FR"/>
          </a:p>
        </p:txBody>
      </p:sp>
    </p:spTree>
    <p:extLst>
      <p:ext uri="{BB962C8B-B14F-4D97-AF65-F5344CB8AC3E}">
        <p14:creationId xmlns:p14="http://schemas.microsoft.com/office/powerpoint/2010/main" val="2895632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Hebb </a:t>
            </a:r>
            <a:r>
              <a:rPr lang="fr-FR" dirty="0" err="1"/>
              <a:t>rule</a:t>
            </a:r>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29</a:t>
            </a:fld>
            <a:endParaRPr lang="fr-FR"/>
          </a:p>
        </p:txBody>
      </p:sp>
    </p:spTree>
    <p:extLst>
      <p:ext uri="{BB962C8B-B14F-4D97-AF65-F5344CB8AC3E}">
        <p14:creationId xmlns:p14="http://schemas.microsoft.com/office/powerpoint/2010/main" val="259471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Hebb </a:t>
            </a:r>
            <a:r>
              <a:rPr lang="fr-FR" dirty="0" err="1"/>
              <a:t>rule</a:t>
            </a:r>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30</a:t>
            </a:fld>
            <a:endParaRPr lang="fr-FR"/>
          </a:p>
        </p:txBody>
      </p:sp>
    </p:spTree>
    <p:extLst>
      <p:ext uri="{BB962C8B-B14F-4D97-AF65-F5344CB8AC3E}">
        <p14:creationId xmlns:p14="http://schemas.microsoft.com/office/powerpoint/2010/main" val="41403335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zEC</a:t>
            </a:r>
            <a:endParaRPr lang="fr-FR" dirty="0"/>
          </a:p>
          <a:p>
            <a:endParaRPr lang="fr-FR" dirty="0"/>
          </a:p>
          <a:p>
            <a:r>
              <a:rPr lang="fr-FR" dirty="0"/>
              <a:t>Apprentissage</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35</a:t>
            </a:fld>
            <a:endParaRPr lang="fr-FR"/>
          </a:p>
        </p:txBody>
      </p:sp>
    </p:spTree>
    <p:extLst>
      <p:ext uri="{BB962C8B-B14F-4D97-AF65-F5344CB8AC3E}">
        <p14:creationId xmlns:p14="http://schemas.microsoft.com/office/powerpoint/2010/main" val="1265426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zEC</a:t>
            </a:r>
            <a:endParaRPr lang="fr-FR" dirty="0"/>
          </a:p>
          <a:p>
            <a:endParaRPr lang="fr-FR" dirty="0"/>
          </a:p>
          <a:p>
            <a:r>
              <a:rPr lang="fr-FR" dirty="0"/>
              <a:t>Apprentissage</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36</a:t>
            </a:fld>
            <a:endParaRPr lang="fr-FR"/>
          </a:p>
        </p:txBody>
      </p:sp>
    </p:spTree>
    <p:extLst>
      <p:ext uri="{BB962C8B-B14F-4D97-AF65-F5344CB8AC3E}">
        <p14:creationId xmlns:p14="http://schemas.microsoft.com/office/powerpoint/2010/main" val="2571582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zEC</a:t>
            </a:r>
            <a:endParaRPr lang="fr-FR" dirty="0"/>
          </a:p>
          <a:p>
            <a:endParaRPr lang="fr-FR" dirty="0"/>
          </a:p>
          <a:p>
            <a:r>
              <a:rPr lang="fr-FR" dirty="0"/>
              <a:t>Apprentissage</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37</a:t>
            </a:fld>
            <a:endParaRPr lang="fr-FR"/>
          </a:p>
        </p:txBody>
      </p:sp>
    </p:spTree>
    <p:extLst>
      <p:ext uri="{BB962C8B-B14F-4D97-AF65-F5344CB8AC3E}">
        <p14:creationId xmlns:p14="http://schemas.microsoft.com/office/powerpoint/2010/main" val="42660182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Démonstration théorique</a:t>
            </a:r>
          </a:p>
          <a:p>
            <a:endParaRPr lang="fr-FR" dirty="0"/>
          </a:p>
          <a:p>
            <a:r>
              <a:rPr lang="fr-FR" dirty="0"/>
              <a:t>Conclusion: ce que ça peut apporter aux neurosciences: connaissances et méthodes </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42</a:t>
            </a:fld>
            <a:endParaRPr lang="fr-FR"/>
          </a:p>
        </p:txBody>
      </p:sp>
    </p:spTree>
    <p:extLst>
      <p:ext uri="{BB962C8B-B14F-4D97-AF65-F5344CB8AC3E}">
        <p14:creationId xmlns:p14="http://schemas.microsoft.com/office/powerpoint/2010/main" val="9602876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67/68</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43</a:t>
            </a:fld>
            <a:endParaRPr lang="fr-FR"/>
          </a:p>
        </p:txBody>
      </p:sp>
    </p:spTree>
    <p:extLst>
      <p:ext uri="{BB962C8B-B14F-4D97-AF65-F5344CB8AC3E}">
        <p14:creationId xmlns:p14="http://schemas.microsoft.com/office/powerpoint/2010/main" val="27681905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Ajouter z_CA1</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47</a:t>
            </a:fld>
            <a:endParaRPr lang="fr-FR"/>
          </a:p>
        </p:txBody>
      </p:sp>
    </p:spTree>
    <p:extLst>
      <p:ext uri="{BB962C8B-B14F-4D97-AF65-F5344CB8AC3E}">
        <p14:creationId xmlns:p14="http://schemas.microsoft.com/office/powerpoint/2010/main" val="4119360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49</a:t>
            </a:fld>
            <a:endParaRPr lang="fr-FR"/>
          </a:p>
        </p:txBody>
      </p:sp>
    </p:spTree>
    <p:extLst>
      <p:ext uri="{BB962C8B-B14F-4D97-AF65-F5344CB8AC3E}">
        <p14:creationId xmlns:p14="http://schemas.microsoft.com/office/powerpoint/2010/main" val="7904779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50</a:t>
            </a:fld>
            <a:endParaRPr lang="fr-FR"/>
          </a:p>
        </p:txBody>
      </p:sp>
    </p:spTree>
    <p:extLst>
      <p:ext uri="{BB962C8B-B14F-4D97-AF65-F5344CB8AC3E}">
        <p14:creationId xmlns:p14="http://schemas.microsoft.com/office/powerpoint/2010/main" val="15949347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51</a:t>
            </a:fld>
            <a:endParaRPr lang="fr-FR"/>
          </a:p>
        </p:txBody>
      </p:sp>
    </p:spTree>
    <p:extLst>
      <p:ext uri="{BB962C8B-B14F-4D97-AF65-F5344CB8AC3E}">
        <p14:creationId xmlns:p14="http://schemas.microsoft.com/office/powerpoint/2010/main" val="20383807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Titre/couleur</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52</a:t>
            </a:fld>
            <a:endParaRPr lang="fr-FR"/>
          </a:p>
        </p:txBody>
      </p:sp>
    </p:spTree>
    <p:extLst>
      <p:ext uri="{BB962C8B-B14F-4D97-AF65-F5344CB8AC3E}">
        <p14:creationId xmlns:p14="http://schemas.microsoft.com/office/powerpoint/2010/main" val="33753244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64</a:t>
            </a:fld>
            <a:endParaRPr lang="fr-FR"/>
          </a:p>
        </p:txBody>
      </p:sp>
    </p:spTree>
    <p:extLst>
      <p:ext uri="{BB962C8B-B14F-4D97-AF65-F5344CB8AC3E}">
        <p14:creationId xmlns:p14="http://schemas.microsoft.com/office/powerpoint/2010/main" val="5740953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Donc la modélisation sert à…</a:t>
            </a:r>
          </a:p>
        </p:txBody>
      </p:sp>
      <p:sp>
        <p:nvSpPr>
          <p:cNvPr id="4" name="Espace réservé du numéro de diapositive 3"/>
          <p:cNvSpPr>
            <a:spLocks noGrp="1"/>
          </p:cNvSpPr>
          <p:nvPr>
            <p:ph type="sldNum" sz="quarter" idx="5"/>
          </p:nvPr>
        </p:nvSpPr>
        <p:spPr/>
        <p:txBody>
          <a:bodyPr/>
          <a:lstStyle/>
          <a:p>
            <a:fld id="{6B56A3BE-225D-4800-8947-F14DF991C078}" type="slidenum">
              <a:rPr lang="fr-FR" smtClean="0"/>
              <a:t>65</a:t>
            </a:fld>
            <a:endParaRPr lang="fr-FR"/>
          </a:p>
        </p:txBody>
      </p:sp>
    </p:spTree>
    <p:extLst>
      <p:ext uri="{BB962C8B-B14F-4D97-AF65-F5344CB8AC3E}">
        <p14:creationId xmlns:p14="http://schemas.microsoft.com/office/powerpoint/2010/main" val="2991902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E55029-62FD-31B6-883B-1353E7E9E5B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9037B76-CD0E-A815-1A23-FE2B490328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236EC48-CEA8-E7A6-517E-9F5AD9725596}"/>
              </a:ext>
            </a:extLst>
          </p:cNvPr>
          <p:cNvSpPr>
            <a:spLocks noGrp="1"/>
          </p:cNvSpPr>
          <p:nvPr>
            <p:ph type="dt" sz="half" idx="10"/>
          </p:nvPr>
        </p:nvSpPr>
        <p:spPr/>
        <p:txBody>
          <a:bodyPr/>
          <a:lstStyle/>
          <a:p>
            <a:fld id="{F54AFC19-9039-4D19-8E95-1B1039927153}" type="datetime1">
              <a:rPr lang="fr-FR" smtClean="0"/>
              <a:t>29/04/2026</a:t>
            </a:fld>
            <a:endParaRPr lang="fr-FR"/>
          </a:p>
        </p:txBody>
      </p:sp>
      <p:sp>
        <p:nvSpPr>
          <p:cNvPr id="5" name="Espace réservé du pied de page 4">
            <a:extLst>
              <a:ext uri="{FF2B5EF4-FFF2-40B4-BE49-F238E27FC236}">
                <a16:creationId xmlns:a16="http://schemas.microsoft.com/office/drawing/2014/main" id="{2B063788-F2C0-685A-0F53-75860E51621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014F76-DDC7-F1FB-FCA5-29997E63D91D}"/>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2091322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1DCFB4-4F04-B75E-AD47-485F0BB5598F}"/>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AB4EB07-30E6-920B-AE7B-AC7680B19BC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1477F9A-3DC8-C687-7F21-DC260714BEF2}"/>
              </a:ext>
            </a:extLst>
          </p:cNvPr>
          <p:cNvSpPr>
            <a:spLocks noGrp="1"/>
          </p:cNvSpPr>
          <p:nvPr>
            <p:ph type="dt" sz="half" idx="10"/>
          </p:nvPr>
        </p:nvSpPr>
        <p:spPr/>
        <p:txBody>
          <a:bodyPr/>
          <a:lstStyle/>
          <a:p>
            <a:fld id="{974D26AC-C0F3-4363-8385-F3A2C5A508D5}" type="datetime1">
              <a:rPr lang="fr-FR" smtClean="0"/>
              <a:t>29/04/2026</a:t>
            </a:fld>
            <a:endParaRPr lang="fr-FR"/>
          </a:p>
        </p:txBody>
      </p:sp>
      <p:sp>
        <p:nvSpPr>
          <p:cNvPr id="5" name="Espace réservé du pied de page 4">
            <a:extLst>
              <a:ext uri="{FF2B5EF4-FFF2-40B4-BE49-F238E27FC236}">
                <a16:creationId xmlns:a16="http://schemas.microsoft.com/office/drawing/2014/main" id="{3A6E8C71-C813-9801-6180-4FA9C97E308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5928370-D363-D58D-CF8D-3DDD58B3E4DC}"/>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1162920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943886-692A-F58F-D56F-621B9497AC0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D960C17-794F-A55E-4568-03C37B79EE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AEF6987-D09E-800A-EB94-163BC9FD0F07}"/>
              </a:ext>
            </a:extLst>
          </p:cNvPr>
          <p:cNvSpPr>
            <a:spLocks noGrp="1"/>
          </p:cNvSpPr>
          <p:nvPr>
            <p:ph type="dt" sz="half" idx="10"/>
          </p:nvPr>
        </p:nvSpPr>
        <p:spPr/>
        <p:txBody>
          <a:bodyPr/>
          <a:lstStyle/>
          <a:p>
            <a:fld id="{9D3131CC-ED41-4420-904B-866051EAE640}" type="datetime1">
              <a:rPr lang="fr-FR" smtClean="0"/>
              <a:t>29/04/2026</a:t>
            </a:fld>
            <a:endParaRPr lang="fr-FR"/>
          </a:p>
        </p:txBody>
      </p:sp>
      <p:sp>
        <p:nvSpPr>
          <p:cNvPr id="5" name="Espace réservé du pied de page 4">
            <a:extLst>
              <a:ext uri="{FF2B5EF4-FFF2-40B4-BE49-F238E27FC236}">
                <a16:creationId xmlns:a16="http://schemas.microsoft.com/office/drawing/2014/main" id="{1DD76BB3-DB6F-DC84-DC95-E75ADC84DB2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E025E46-8F01-3960-A653-B41ED8B96BAF}"/>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389033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A67919-9625-8802-93DD-0A31DB0AE51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DCAF097-8C49-6133-7943-64D41286FFA9}"/>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21845963-7388-D9B4-E60C-E69188BDD1E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E820DB90-0400-56F4-179C-307BDFAA97C8}"/>
              </a:ext>
            </a:extLst>
          </p:cNvPr>
          <p:cNvSpPr>
            <a:spLocks noGrp="1"/>
          </p:cNvSpPr>
          <p:nvPr>
            <p:ph type="dt" sz="half" idx="10"/>
          </p:nvPr>
        </p:nvSpPr>
        <p:spPr/>
        <p:txBody>
          <a:bodyPr/>
          <a:lstStyle/>
          <a:p>
            <a:fld id="{601EDF4D-7C0E-411E-AE01-185ABF99D049}" type="datetime1">
              <a:rPr lang="fr-FR" smtClean="0"/>
              <a:t>29/04/2026</a:t>
            </a:fld>
            <a:endParaRPr lang="fr-FR"/>
          </a:p>
        </p:txBody>
      </p:sp>
      <p:sp>
        <p:nvSpPr>
          <p:cNvPr id="6" name="Espace réservé du pied de page 5">
            <a:extLst>
              <a:ext uri="{FF2B5EF4-FFF2-40B4-BE49-F238E27FC236}">
                <a16:creationId xmlns:a16="http://schemas.microsoft.com/office/drawing/2014/main" id="{8BA27D4E-46E3-C7A2-0D9A-D2579D40491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7D8319D-0B35-D19B-CC02-B25097D19549}"/>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920734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5BA058-9788-600A-E340-67D87620A2ED}"/>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8852E1A-69B8-A220-5B81-56DDD9B0A1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631A302-1BC8-9B76-1E86-DFA5DE6B9C6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41CDDEB-D03E-DE6E-C974-24A58B5BCD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C0569F2-1F7A-DA31-254E-DAC807F41DA0}"/>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C88BD62-6D47-F14C-847B-61DA4BA2048C}"/>
              </a:ext>
            </a:extLst>
          </p:cNvPr>
          <p:cNvSpPr>
            <a:spLocks noGrp="1"/>
          </p:cNvSpPr>
          <p:nvPr>
            <p:ph type="dt" sz="half" idx="10"/>
          </p:nvPr>
        </p:nvSpPr>
        <p:spPr/>
        <p:txBody>
          <a:bodyPr/>
          <a:lstStyle/>
          <a:p>
            <a:fld id="{E3842969-B5BF-4FF2-867A-4F34EA15C82D}" type="datetime1">
              <a:rPr lang="fr-FR" smtClean="0"/>
              <a:t>29/04/2026</a:t>
            </a:fld>
            <a:endParaRPr lang="fr-FR"/>
          </a:p>
        </p:txBody>
      </p:sp>
      <p:sp>
        <p:nvSpPr>
          <p:cNvPr id="8" name="Espace réservé du pied de page 7">
            <a:extLst>
              <a:ext uri="{FF2B5EF4-FFF2-40B4-BE49-F238E27FC236}">
                <a16:creationId xmlns:a16="http://schemas.microsoft.com/office/drawing/2014/main" id="{4192FB79-A081-94AB-64FB-4867BF3AAD96}"/>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2E41AC2-89F7-56BD-B362-9EE8A100162E}"/>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808786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A39AEB-1EE6-484B-E0A0-0A99DB07F7A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519819A3-0388-E572-4C08-D20ADB9EB7D4}"/>
              </a:ext>
            </a:extLst>
          </p:cNvPr>
          <p:cNvSpPr>
            <a:spLocks noGrp="1"/>
          </p:cNvSpPr>
          <p:nvPr>
            <p:ph type="dt" sz="half" idx="10"/>
          </p:nvPr>
        </p:nvSpPr>
        <p:spPr/>
        <p:txBody>
          <a:bodyPr/>
          <a:lstStyle/>
          <a:p>
            <a:fld id="{58473F59-824F-4F37-9CB8-7A973C1C246A}" type="datetime1">
              <a:rPr lang="fr-FR" smtClean="0"/>
              <a:t>29/04/2026</a:t>
            </a:fld>
            <a:endParaRPr lang="fr-FR"/>
          </a:p>
        </p:txBody>
      </p:sp>
      <p:sp>
        <p:nvSpPr>
          <p:cNvPr id="4" name="Espace réservé du pied de page 3">
            <a:extLst>
              <a:ext uri="{FF2B5EF4-FFF2-40B4-BE49-F238E27FC236}">
                <a16:creationId xmlns:a16="http://schemas.microsoft.com/office/drawing/2014/main" id="{8D5FF614-4325-17A3-F64A-E3B4A6377290}"/>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E8215A9D-2BBA-D11C-64B4-44B044B44C6A}"/>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2935060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256C9A2-2CAB-E894-15F8-96E2ED63BCF7}"/>
              </a:ext>
            </a:extLst>
          </p:cNvPr>
          <p:cNvSpPr>
            <a:spLocks noGrp="1"/>
          </p:cNvSpPr>
          <p:nvPr>
            <p:ph type="dt" sz="half" idx="10"/>
          </p:nvPr>
        </p:nvSpPr>
        <p:spPr/>
        <p:txBody>
          <a:bodyPr/>
          <a:lstStyle/>
          <a:p>
            <a:fld id="{17BD077F-F70C-446D-B747-036528B201F0}" type="datetime1">
              <a:rPr lang="fr-FR" smtClean="0"/>
              <a:t>29/04/2026</a:t>
            </a:fld>
            <a:endParaRPr lang="fr-FR"/>
          </a:p>
        </p:txBody>
      </p:sp>
      <p:sp>
        <p:nvSpPr>
          <p:cNvPr id="3" name="Espace réservé du pied de page 2">
            <a:extLst>
              <a:ext uri="{FF2B5EF4-FFF2-40B4-BE49-F238E27FC236}">
                <a16:creationId xmlns:a16="http://schemas.microsoft.com/office/drawing/2014/main" id="{79113CBE-0393-794B-A8AF-8021AC24A77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AA19B49F-B4BA-16B0-BD67-07909841E5A0}"/>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2317723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BAD7E5-8811-F37C-DED8-46D9F42A887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F9576F2A-CFC4-85A3-E8FF-E1501DCE8A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8DF190C-C899-81AD-1F18-25D27BDE94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34BCD99-F2D4-1B66-D83F-300BDB89D2D6}"/>
              </a:ext>
            </a:extLst>
          </p:cNvPr>
          <p:cNvSpPr>
            <a:spLocks noGrp="1"/>
          </p:cNvSpPr>
          <p:nvPr>
            <p:ph type="dt" sz="half" idx="10"/>
          </p:nvPr>
        </p:nvSpPr>
        <p:spPr/>
        <p:txBody>
          <a:bodyPr/>
          <a:lstStyle/>
          <a:p>
            <a:fld id="{D51B23BA-136C-479E-B085-9E760F865DDB}" type="datetime1">
              <a:rPr lang="fr-FR" smtClean="0"/>
              <a:t>29/04/2026</a:t>
            </a:fld>
            <a:endParaRPr lang="fr-FR"/>
          </a:p>
        </p:txBody>
      </p:sp>
      <p:sp>
        <p:nvSpPr>
          <p:cNvPr id="6" name="Espace réservé du pied de page 5">
            <a:extLst>
              <a:ext uri="{FF2B5EF4-FFF2-40B4-BE49-F238E27FC236}">
                <a16:creationId xmlns:a16="http://schemas.microsoft.com/office/drawing/2014/main" id="{8B03BAE5-7F31-5D82-6A04-A7ABC9A5489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192C8C4-F09E-6FA2-5645-02BB2EAC6455}"/>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3884847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D3D40C-73BD-130A-F377-DBCF8238DFB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6C3EFD7-7FB9-8298-DE23-9EDC6E518A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8666D01-DEBE-2663-9C92-68850258EC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31F693E-46BF-FFF5-BCFD-FED51EBB95C5}"/>
              </a:ext>
            </a:extLst>
          </p:cNvPr>
          <p:cNvSpPr>
            <a:spLocks noGrp="1"/>
          </p:cNvSpPr>
          <p:nvPr>
            <p:ph type="dt" sz="half" idx="10"/>
          </p:nvPr>
        </p:nvSpPr>
        <p:spPr/>
        <p:txBody>
          <a:bodyPr/>
          <a:lstStyle/>
          <a:p>
            <a:fld id="{8096B39C-831C-4C9B-A327-14408B9B45D7}" type="datetime1">
              <a:rPr lang="fr-FR" smtClean="0"/>
              <a:t>29/04/2026</a:t>
            </a:fld>
            <a:endParaRPr lang="fr-FR"/>
          </a:p>
        </p:txBody>
      </p:sp>
      <p:sp>
        <p:nvSpPr>
          <p:cNvPr id="6" name="Espace réservé du pied de page 5">
            <a:extLst>
              <a:ext uri="{FF2B5EF4-FFF2-40B4-BE49-F238E27FC236}">
                <a16:creationId xmlns:a16="http://schemas.microsoft.com/office/drawing/2014/main" id="{5D8942AE-4386-B7DC-245F-931299F2234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FD0729A-BA63-395F-3B6D-F250DB30B2F4}"/>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2052575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CFB2F7-F835-B78E-B6B6-9EFCDEB087A8}"/>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BDAD3B1-608D-00B6-91D7-309CFBBD82E3}"/>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8E6BA2F-23EC-E7E6-76D9-F26B14D0381A}"/>
              </a:ext>
            </a:extLst>
          </p:cNvPr>
          <p:cNvSpPr>
            <a:spLocks noGrp="1"/>
          </p:cNvSpPr>
          <p:nvPr>
            <p:ph type="dt" sz="half" idx="10"/>
          </p:nvPr>
        </p:nvSpPr>
        <p:spPr/>
        <p:txBody>
          <a:bodyPr/>
          <a:lstStyle/>
          <a:p>
            <a:fld id="{AF48407B-9C86-4539-AC86-E95EA7C5FA9F}" type="datetime1">
              <a:rPr lang="fr-FR" smtClean="0"/>
              <a:t>29/04/2026</a:t>
            </a:fld>
            <a:endParaRPr lang="fr-FR"/>
          </a:p>
        </p:txBody>
      </p:sp>
      <p:sp>
        <p:nvSpPr>
          <p:cNvPr id="5" name="Espace réservé du pied de page 4">
            <a:extLst>
              <a:ext uri="{FF2B5EF4-FFF2-40B4-BE49-F238E27FC236}">
                <a16:creationId xmlns:a16="http://schemas.microsoft.com/office/drawing/2014/main" id="{E5ACC978-4E95-60AB-50E2-EE9E2CF16EE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5B81C3-D42F-9712-E051-DFA88EC04CA1}"/>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1906275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94967C6-5422-162E-9C4E-8EA41140425A}"/>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DA0DED1-30AF-6717-C184-E2E263D5BD4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6F51A44-DF2E-D890-AB78-F67E546111A9}"/>
              </a:ext>
            </a:extLst>
          </p:cNvPr>
          <p:cNvSpPr>
            <a:spLocks noGrp="1"/>
          </p:cNvSpPr>
          <p:nvPr>
            <p:ph type="dt" sz="half" idx="10"/>
          </p:nvPr>
        </p:nvSpPr>
        <p:spPr/>
        <p:txBody>
          <a:bodyPr/>
          <a:lstStyle/>
          <a:p>
            <a:fld id="{540270E5-4EBA-44CB-AB76-D1C1C454FFCD}" type="datetime1">
              <a:rPr lang="fr-FR" smtClean="0"/>
              <a:t>29/04/2026</a:t>
            </a:fld>
            <a:endParaRPr lang="fr-FR"/>
          </a:p>
        </p:txBody>
      </p:sp>
      <p:sp>
        <p:nvSpPr>
          <p:cNvPr id="5" name="Espace réservé du pied de page 4">
            <a:extLst>
              <a:ext uri="{FF2B5EF4-FFF2-40B4-BE49-F238E27FC236}">
                <a16:creationId xmlns:a16="http://schemas.microsoft.com/office/drawing/2014/main" id="{0BD24022-258C-4CEE-AD82-36740A65693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3C960BB-18A6-B895-7DD7-B35EDA12CBBF}"/>
              </a:ext>
            </a:extLst>
          </p:cNvPr>
          <p:cNvSpPr>
            <a:spLocks noGrp="1"/>
          </p:cNvSpPr>
          <p:nvPr>
            <p:ph type="sldNum" sz="quarter" idx="12"/>
          </p:nvPr>
        </p:nvSpPr>
        <p:spPr/>
        <p:txBody>
          <a:bodyPr/>
          <a:lstStyle/>
          <a:p>
            <a:fld id="{5149A38E-4A7C-4C86-B631-64CD0F93C451}" type="slidenum">
              <a:rPr lang="fr-FR" smtClean="0"/>
              <a:t>‹N°›</a:t>
            </a:fld>
            <a:endParaRPr lang="fr-FR"/>
          </a:p>
        </p:txBody>
      </p:sp>
    </p:spTree>
    <p:extLst>
      <p:ext uri="{BB962C8B-B14F-4D97-AF65-F5344CB8AC3E}">
        <p14:creationId xmlns:p14="http://schemas.microsoft.com/office/powerpoint/2010/main" val="3727338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65C5933-3CB5-7A98-1AD7-DB51DC444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3852E37-1928-8CDA-6B30-7013088718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2EFCB85-32E5-6F30-CB05-975A586FC2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8231B98-1EAF-41A1-A9A6-1DB328698F94}" type="datetime1">
              <a:rPr lang="fr-FR" smtClean="0"/>
              <a:t>29/04/2026</a:t>
            </a:fld>
            <a:endParaRPr lang="fr-FR"/>
          </a:p>
        </p:txBody>
      </p:sp>
      <p:sp>
        <p:nvSpPr>
          <p:cNvPr id="5" name="Espace réservé du pied de page 4">
            <a:extLst>
              <a:ext uri="{FF2B5EF4-FFF2-40B4-BE49-F238E27FC236}">
                <a16:creationId xmlns:a16="http://schemas.microsoft.com/office/drawing/2014/main" id="{0EE535EF-FA6E-0D44-1F3B-5C65888448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53CC8538-4512-2B29-B0A5-C8FB726619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49A38E-4A7C-4C86-B631-64CD0F93C451}" type="slidenum">
              <a:rPr lang="fr-FR" smtClean="0"/>
              <a:t>‹N°›</a:t>
            </a:fld>
            <a:endParaRPr lang="fr-FR"/>
          </a:p>
        </p:txBody>
      </p:sp>
    </p:spTree>
    <p:extLst>
      <p:ext uri="{BB962C8B-B14F-4D97-AF65-F5344CB8AC3E}">
        <p14:creationId xmlns:p14="http://schemas.microsoft.com/office/powerpoint/2010/main" val="18910858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9.png"/><Relationship Id="rId3" Type="http://schemas.openxmlformats.org/officeDocument/2006/relationships/image" Target="../media/image90.png"/><Relationship Id="rId7" Type="http://schemas.openxmlformats.org/officeDocument/2006/relationships/image" Target="../media/image130.png"/><Relationship Id="rId12"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0.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0.png"/><Relationship Id="rId1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0.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70.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360.png"/><Relationship Id="rId5" Type="http://schemas.openxmlformats.org/officeDocument/2006/relationships/image" Target="../media/image350.png"/><Relationship Id="rId4" Type="http://schemas.openxmlformats.org/officeDocument/2006/relationships/image" Target="../media/image340.png"/></Relationships>
</file>

<file path=ppt/slides/_rels/slide36.xml.rels><?xml version="1.0" encoding="UTF-8" standalone="yes"?>
<Relationships xmlns="http://schemas.openxmlformats.org/package/2006/relationships"><Relationship Id="rId8" Type="http://schemas.openxmlformats.org/officeDocument/2006/relationships/image" Target="../media/image421.png"/><Relationship Id="rId13" Type="http://schemas.openxmlformats.org/officeDocument/2006/relationships/image" Target="../media/image47.png"/><Relationship Id="rId7" Type="http://schemas.openxmlformats.org/officeDocument/2006/relationships/image" Target="../media/image411.png"/><Relationship Id="rId12" Type="http://schemas.openxmlformats.org/officeDocument/2006/relationships/image" Target="../media/image46.png"/><Relationship Id="rId17" Type="http://schemas.openxmlformats.org/officeDocument/2006/relationships/image" Target="../media/image25.png"/><Relationship Id="rId2" Type="http://schemas.openxmlformats.org/officeDocument/2006/relationships/notesSlide" Target="../notesSlides/notesSlide16.xml"/><Relationship Id="rId16" Type="http://schemas.openxmlformats.org/officeDocument/2006/relationships/image" Target="../media/image50.png"/><Relationship Id="rId1" Type="http://schemas.openxmlformats.org/officeDocument/2006/relationships/slideLayout" Target="../slideLayouts/slideLayout4.xml"/><Relationship Id="rId6" Type="http://schemas.openxmlformats.org/officeDocument/2006/relationships/image" Target="../media/image400.png"/><Relationship Id="rId11" Type="http://schemas.openxmlformats.org/officeDocument/2006/relationships/image" Target="../media/image45.png"/><Relationship Id="rId5" Type="http://schemas.openxmlformats.org/officeDocument/2006/relationships/image" Target="../media/image390.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380.png"/><Relationship Id="rId9" Type="http://schemas.openxmlformats.org/officeDocument/2006/relationships/image" Target="../media/image430.png"/><Relationship Id="rId14" Type="http://schemas.openxmlformats.org/officeDocument/2006/relationships/image" Target="../media/image48.png"/></Relationships>
</file>

<file path=ppt/slides/_rels/slide3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51.png"/><Relationship Id="rId7" Type="http://schemas.openxmlformats.org/officeDocument/2006/relationships/image" Target="../media/image49.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43.png"/></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57.png"/><Relationship Id="rId4" Type="http://schemas.openxmlformats.org/officeDocument/2006/relationships/image" Target="../media/image56.png"/></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37.png"/><Relationship Id="rId1" Type="http://schemas.openxmlformats.org/officeDocument/2006/relationships/slideLayout" Target="../slideLayouts/slideLayout4.xml"/><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5.png"/><Relationship Id="rId1" Type="http://schemas.openxmlformats.org/officeDocument/2006/relationships/slideLayout" Target="../slideLayouts/slideLayout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25.png"/><Relationship Id="rId7" Type="http://schemas.openxmlformats.org/officeDocument/2006/relationships/image" Target="../media/image70.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_rels/slide48.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77.png"/><Relationship Id="rId7" Type="http://schemas.openxmlformats.org/officeDocument/2006/relationships/image" Target="../media/image70.png"/><Relationship Id="rId12" Type="http://schemas.openxmlformats.org/officeDocument/2006/relationships/image" Target="../media/image76.png"/><Relationship Id="rId2" Type="http://schemas.openxmlformats.org/officeDocument/2006/relationships/image" Target="../media/image62.png"/><Relationship Id="rId1" Type="http://schemas.openxmlformats.org/officeDocument/2006/relationships/slideLayout" Target="../slideLayouts/slideLayout4.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 Id="rId14" Type="http://schemas.openxmlformats.org/officeDocument/2006/relationships/image" Target="../media/image25.png"/></Relationships>
</file>

<file path=ppt/slides/_rels/slide49.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61.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60.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81.png"/><Relationship Id="rId11" Type="http://schemas.openxmlformats.org/officeDocument/2006/relationships/image" Target="../media/image86.png"/><Relationship Id="rId15" Type="http://schemas.openxmlformats.org/officeDocument/2006/relationships/image" Target="../media/image79.png"/><Relationship Id="rId10" Type="http://schemas.openxmlformats.org/officeDocument/2006/relationships/image" Target="../media/image85.png"/><Relationship Id="rId9" Type="http://schemas.openxmlformats.org/officeDocument/2006/relationships/image" Target="../media/image84.png"/><Relationship Id="rId14" Type="http://schemas.openxmlformats.org/officeDocument/2006/relationships/image" Target="../media/image75.png"/></Relationships>
</file>

<file path=ppt/slides/_rels/slide5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9.png"/></Relationships>
</file>

<file path=ppt/slides/_rels/slide51.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96.png"/></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97.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4.xml"/><Relationship Id="rId5" Type="http://schemas.openxmlformats.org/officeDocument/2006/relationships/image" Target="../media/image114.png"/><Relationship Id="rId4" Type="http://schemas.openxmlformats.org/officeDocument/2006/relationships/image" Target="../media/image113.png"/></Relationships>
</file>

<file path=ppt/slides/_rels/slide61.xml.rels><?xml version="1.0" encoding="UTF-8" standalone="yes"?>
<Relationships xmlns="http://schemas.openxmlformats.org/package/2006/relationships"><Relationship Id="rId8" Type="http://schemas.openxmlformats.org/officeDocument/2006/relationships/image" Target="../media/image117.png"/><Relationship Id="rId7" Type="http://schemas.openxmlformats.org/officeDocument/2006/relationships/image" Target="../media/image116.png"/><Relationship Id="rId1" Type="http://schemas.openxmlformats.org/officeDocument/2006/relationships/slideLayout" Target="../slideLayouts/slideLayout4.xml"/><Relationship Id="rId6" Type="http://schemas.openxmlformats.org/officeDocument/2006/relationships/image" Target="../media/image115.png"/><Relationship Id="rId11" Type="http://schemas.openxmlformats.org/officeDocument/2006/relationships/image" Target="../media/image79.png"/><Relationship Id="rId5" Type="http://schemas.openxmlformats.org/officeDocument/2006/relationships/image" Target="../media/image114.png"/><Relationship Id="rId10" Type="http://schemas.openxmlformats.org/officeDocument/2006/relationships/image" Target="../media/image75.png"/><Relationship Id="rId4" Type="http://schemas.openxmlformats.org/officeDocument/2006/relationships/image" Target="../media/image113.png"/><Relationship Id="rId9" Type="http://schemas.openxmlformats.org/officeDocument/2006/relationships/image" Target="../media/image118.png"/></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9.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3.jpg"/><Relationship Id="rId1" Type="http://schemas.openxmlformats.org/officeDocument/2006/relationships/slideLayout" Target="../slideLayouts/slideLayout4.xml"/><Relationship Id="rId6" Type="http://schemas.openxmlformats.org/officeDocument/2006/relationships/image" Target="../media/image122.png"/><Relationship Id="rId5" Type="http://schemas.openxmlformats.org/officeDocument/2006/relationships/image" Target="../media/image121.jpg"/><Relationship Id="rId4" Type="http://schemas.openxmlformats.org/officeDocument/2006/relationships/image" Target="../media/image120.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3FA616-E169-01B1-413C-144F918B2D74}"/>
              </a:ext>
            </a:extLst>
          </p:cNvPr>
          <p:cNvSpPr>
            <a:spLocks noGrp="1"/>
          </p:cNvSpPr>
          <p:nvPr>
            <p:ph type="ctrTitle"/>
          </p:nvPr>
        </p:nvSpPr>
        <p:spPr/>
        <p:txBody>
          <a:bodyPr>
            <a:normAutofit fontScale="90000"/>
          </a:bodyPr>
          <a:lstStyle/>
          <a:p>
            <a:r>
              <a:rPr lang="fr-FR" dirty="0" err="1"/>
              <a:t>Memorization</a:t>
            </a:r>
            <a:r>
              <a:rPr lang="fr-FR" dirty="0"/>
              <a:t> and </a:t>
            </a:r>
            <a:r>
              <a:rPr lang="fr-FR" dirty="0" err="1"/>
              <a:t>generalization</a:t>
            </a:r>
            <a:r>
              <a:rPr lang="fr-FR" dirty="0"/>
              <a:t> in the </a:t>
            </a:r>
            <a:r>
              <a:rPr lang="fr-FR" dirty="0" err="1"/>
              <a:t>hippocampus</a:t>
            </a:r>
            <a:endParaRPr lang="fr-FR" dirty="0"/>
          </a:p>
        </p:txBody>
      </p:sp>
      <p:sp>
        <p:nvSpPr>
          <p:cNvPr id="3" name="Sous-titre 2">
            <a:extLst>
              <a:ext uri="{FF2B5EF4-FFF2-40B4-BE49-F238E27FC236}">
                <a16:creationId xmlns:a16="http://schemas.microsoft.com/office/drawing/2014/main" id="{98C3BF71-0A96-DDB7-EC48-F7C671938681}"/>
              </a:ext>
            </a:extLst>
          </p:cNvPr>
          <p:cNvSpPr>
            <a:spLocks noGrp="1"/>
          </p:cNvSpPr>
          <p:nvPr>
            <p:ph type="subTitle" idx="1"/>
          </p:nvPr>
        </p:nvSpPr>
        <p:spPr/>
        <p:txBody>
          <a:bodyPr>
            <a:normAutofit lnSpcReduction="10000"/>
          </a:bodyPr>
          <a:lstStyle/>
          <a:p>
            <a:r>
              <a:rPr lang="fr-FR" dirty="0"/>
              <a:t>Mnemosyne team meeting</a:t>
            </a:r>
          </a:p>
          <a:p>
            <a:r>
              <a:rPr lang="fr-FR" dirty="0"/>
              <a:t>April, 28th 2026</a:t>
            </a:r>
          </a:p>
          <a:p>
            <a:r>
              <a:rPr lang="fr-FR" dirty="0"/>
              <a:t>Lucie Fontaine</a:t>
            </a:r>
          </a:p>
          <a:p>
            <a:r>
              <a:rPr lang="fr-FR" dirty="0"/>
              <a:t>PhD supervisor: Frédéric Alexandre </a:t>
            </a:r>
          </a:p>
        </p:txBody>
      </p:sp>
      <p:sp>
        <p:nvSpPr>
          <p:cNvPr id="4" name="Espace réservé du numéro de diapositive 3">
            <a:extLst>
              <a:ext uri="{FF2B5EF4-FFF2-40B4-BE49-F238E27FC236}">
                <a16:creationId xmlns:a16="http://schemas.microsoft.com/office/drawing/2014/main" id="{C85B92EB-B6E5-3A71-3BDA-2B22B107C71B}"/>
              </a:ext>
            </a:extLst>
          </p:cNvPr>
          <p:cNvSpPr>
            <a:spLocks noGrp="1"/>
          </p:cNvSpPr>
          <p:nvPr>
            <p:ph type="sldNum" sz="quarter" idx="12"/>
          </p:nvPr>
        </p:nvSpPr>
        <p:spPr/>
        <p:txBody>
          <a:bodyPr/>
          <a:lstStyle/>
          <a:p>
            <a:fld id="{5149A38E-4A7C-4C86-B631-64CD0F93C451}" type="slidenum">
              <a:rPr lang="fr-FR" smtClean="0"/>
              <a:t>1</a:t>
            </a:fld>
            <a:endParaRPr lang="fr-FR"/>
          </a:p>
        </p:txBody>
      </p:sp>
    </p:spTree>
    <p:extLst>
      <p:ext uri="{BB962C8B-B14F-4D97-AF65-F5344CB8AC3E}">
        <p14:creationId xmlns:p14="http://schemas.microsoft.com/office/powerpoint/2010/main" val="4258211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Espace réservé du contenu 21">
            <a:extLst>
              <a:ext uri="{FF2B5EF4-FFF2-40B4-BE49-F238E27FC236}">
                <a16:creationId xmlns:a16="http://schemas.microsoft.com/office/drawing/2014/main" id="{F899D85A-25C9-F9AB-86DC-2259FFC5A86D}"/>
              </a:ext>
            </a:extLst>
          </p:cNvPr>
          <p:cNvSpPr>
            <a:spLocks noGrp="1"/>
          </p:cNvSpPr>
          <p:nvPr>
            <p:ph sz="half" idx="2"/>
          </p:nvPr>
        </p:nvSpPr>
        <p:spPr/>
        <p:txBody>
          <a:bodyPr/>
          <a:lstStyle/>
          <a:p>
            <a:endParaRPr lang="fr-FR" dirty="0"/>
          </a:p>
        </p:txBody>
      </p:sp>
      <p:sp>
        <p:nvSpPr>
          <p:cNvPr id="2" name="Titre 1">
            <a:extLst>
              <a:ext uri="{FF2B5EF4-FFF2-40B4-BE49-F238E27FC236}">
                <a16:creationId xmlns:a16="http://schemas.microsoft.com/office/drawing/2014/main" id="{B76AC0D6-5EF9-8D68-69B0-4C9D40832462}"/>
              </a:ext>
            </a:extLst>
          </p:cNvPr>
          <p:cNvSpPr>
            <a:spLocks noGrp="1"/>
          </p:cNvSpPr>
          <p:nvPr>
            <p:ph type="title"/>
          </p:nvPr>
        </p:nvSpPr>
        <p:spPr/>
        <p:txBody>
          <a:bodyPr/>
          <a:lstStyle/>
          <a:p>
            <a:r>
              <a:rPr lang="fr-FR" dirty="0" err="1"/>
              <a:t>Two</a:t>
            </a:r>
            <a:r>
              <a:rPr lang="fr-FR" dirty="0"/>
              <a:t>-stage model of memory </a:t>
            </a:r>
            <a:r>
              <a:rPr lang="fr-FR" sz="3600" dirty="0"/>
              <a:t>(</a:t>
            </a:r>
            <a:r>
              <a:rPr lang="fr-FR" sz="3600" b="0" i="0" dirty="0" err="1">
                <a:solidFill>
                  <a:srgbClr val="1F1F1F"/>
                </a:solidFill>
                <a:effectLst/>
                <a:latin typeface="Google Sans"/>
              </a:rPr>
              <a:t>Buzsáki</a:t>
            </a:r>
            <a:r>
              <a:rPr lang="fr-FR" sz="3600" b="0" i="0" dirty="0">
                <a:solidFill>
                  <a:srgbClr val="1F1F1F"/>
                </a:solidFill>
                <a:effectLst/>
                <a:latin typeface="Google Sans"/>
              </a:rPr>
              <a:t>, 1989)</a:t>
            </a:r>
            <a:endParaRPr lang="fr-FR" dirty="0"/>
          </a:p>
        </p:txBody>
      </p:sp>
      <p:pic>
        <p:nvPicPr>
          <p:cNvPr id="1026" name="Picture 2">
            <a:extLst>
              <a:ext uri="{FF2B5EF4-FFF2-40B4-BE49-F238E27FC236}">
                <a16:creationId xmlns:a16="http://schemas.microsoft.com/office/drawing/2014/main" id="{9DC79B4B-3BE6-0BFE-E5AC-53C5EDEDF4D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tretch>
            <a:fillRect/>
          </a:stretch>
        </p:blipFill>
        <p:spPr bwMode="auto">
          <a:xfrm>
            <a:off x="838200" y="2811396"/>
            <a:ext cx="5181600" cy="1777629"/>
          </a:xfrm>
          <a:prstGeom prst="rect">
            <a:avLst/>
          </a:prstGeom>
          <a:noFill/>
          <a:ln w="19050">
            <a:solidFill>
              <a:schemeClr val="tx1"/>
            </a:solidFill>
          </a:ln>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DE75020D-B8DB-2A89-5519-CDA81F26A0F2}"/>
              </a:ext>
            </a:extLst>
          </p:cNvPr>
          <p:cNvSpPr txBox="1"/>
          <p:nvPr/>
        </p:nvSpPr>
        <p:spPr>
          <a:xfrm>
            <a:off x="756862" y="4794823"/>
            <a:ext cx="3492673" cy="276999"/>
          </a:xfrm>
          <a:prstGeom prst="rect">
            <a:avLst/>
          </a:prstGeom>
          <a:noFill/>
        </p:spPr>
        <p:txBody>
          <a:bodyPr wrap="square" rtlCol="0">
            <a:spAutoFit/>
          </a:bodyPr>
          <a:lstStyle/>
          <a:p>
            <a:r>
              <a:rPr lang="fr-FR" sz="1200" dirty="0"/>
              <a:t>From Carr et al. (2011), Nature Neuroscience. </a:t>
            </a:r>
          </a:p>
        </p:txBody>
      </p:sp>
      <p:pic>
        <p:nvPicPr>
          <p:cNvPr id="27" name="Espace réservé du contenu 18">
            <a:extLst>
              <a:ext uri="{FF2B5EF4-FFF2-40B4-BE49-F238E27FC236}">
                <a16:creationId xmlns:a16="http://schemas.microsoft.com/office/drawing/2014/main" id="{1A1A0D20-A9C1-9332-7EC1-1AA5A614DF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4542" y="2064101"/>
            <a:ext cx="4433310" cy="3874383"/>
          </a:xfrm>
          <a:prstGeom prst="rect">
            <a:avLst/>
          </a:prstGeom>
        </p:spPr>
      </p:pic>
      <p:cxnSp>
        <p:nvCxnSpPr>
          <p:cNvPr id="29" name="Connecteur droit 28">
            <a:extLst>
              <a:ext uri="{FF2B5EF4-FFF2-40B4-BE49-F238E27FC236}">
                <a16:creationId xmlns:a16="http://schemas.microsoft.com/office/drawing/2014/main" id="{F4717CD0-A136-C4BC-3E80-8BDAD63F54A9}"/>
              </a:ext>
            </a:extLst>
          </p:cNvPr>
          <p:cNvCxnSpPr>
            <a:cxnSpLocks/>
            <a:endCxn id="1026" idx="3"/>
          </p:cNvCxnSpPr>
          <p:nvPr/>
        </p:nvCxnSpPr>
        <p:spPr>
          <a:xfrm flipH="1" flipV="1">
            <a:off x="6019800" y="3700211"/>
            <a:ext cx="2287859" cy="503799"/>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5" name="ZoneTexte 34">
            <a:extLst>
              <a:ext uri="{FF2B5EF4-FFF2-40B4-BE49-F238E27FC236}">
                <a16:creationId xmlns:a16="http://schemas.microsoft.com/office/drawing/2014/main" id="{74971AA3-42E7-951E-981E-897CECA2B1F6}"/>
              </a:ext>
            </a:extLst>
          </p:cNvPr>
          <p:cNvSpPr txBox="1"/>
          <p:nvPr/>
        </p:nvSpPr>
        <p:spPr>
          <a:xfrm>
            <a:off x="756862" y="2308387"/>
            <a:ext cx="2310889" cy="400110"/>
          </a:xfrm>
          <a:prstGeom prst="rect">
            <a:avLst/>
          </a:prstGeom>
          <a:noFill/>
        </p:spPr>
        <p:txBody>
          <a:bodyPr wrap="none" rtlCol="0">
            <a:spAutoFit/>
          </a:bodyPr>
          <a:lstStyle/>
          <a:p>
            <a:r>
              <a:rPr lang="fr-FR" sz="2000" b="1" dirty="0" err="1"/>
              <a:t>Hippocampal</a:t>
            </a:r>
            <a:r>
              <a:rPr lang="fr-FR" sz="2000" b="1" dirty="0"/>
              <a:t> replay</a:t>
            </a:r>
          </a:p>
        </p:txBody>
      </p:sp>
      <p:sp>
        <p:nvSpPr>
          <p:cNvPr id="3" name="Espace réservé du numéro de diapositive 2">
            <a:extLst>
              <a:ext uri="{FF2B5EF4-FFF2-40B4-BE49-F238E27FC236}">
                <a16:creationId xmlns:a16="http://schemas.microsoft.com/office/drawing/2014/main" id="{CAE7C90C-F94C-B060-FFC3-A83C8E079F74}"/>
              </a:ext>
            </a:extLst>
          </p:cNvPr>
          <p:cNvSpPr>
            <a:spLocks noGrp="1"/>
          </p:cNvSpPr>
          <p:nvPr>
            <p:ph type="sldNum" sz="quarter" idx="12"/>
          </p:nvPr>
        </p:nvSpPr>
        <p:spPr/>
        <p:txBody>
          <a:bodyPr/>
          <a:lstStyle/>
          <a:p>
            <a:fld id="{5149A38E-4A7C-4C86-B631-64CD0F93C451}" type="slidenum">
              <a:rPr lang="fr-FR" smtClean="0"/>
              <a:t>2</a:t>
            </a:fld>
            <a:endParaRPr lang="fr-FR"/>
          </a:p>
        </p:txBody>
      </p:sp>
    </p:spTree>
    <p:extLst>
      <p:ext uri="{BB962C8B-B14F-4D97-AF65-F5344CB8AC3E}">
        <p14:creationId xmlns:p14="http://schemas.microsoft.com/office/powerpoint/2010/main" val="13266555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C5D6BD-E813-A588-E68B-3F1FA80821BC}"/>
              </a:ext>
            </a:extLst>
          </p:cNvPr>
          <p:cNvSpPr>
            <a:spLocks noGrp="1"/>
          </p:cNvSpPr>
          <p:nvPr>
            <p:ph type="title"/>
          </p:nvPr>
        </p:nvSpPr>
        <p:spPr/>
        <p:txBody>
          <a:bodyPr/>
          <a:lstStyle/>
          <a:p>
            <a:r>
              <a:rPr lang="fr-FR" dirty="0" err="1"/>
              <a:t>Complementary</a:t>
            </a:r>
            <a:r>
              <a:rPr lang="fr-FR" dirty="0"/>
              <a:t> Learning </a:t>
            </a:r>
            <a:r>
              <a:rPr lang="fr-FR" dirty="0" err="1"/>
              <a:t>Systems</a:t>
            </a:r>
            <a:r>
              <a:rPr lang="fr-FR" dirty="0"/>
              <a:t> </a:t>
            </a:r>
            <a:r>
              <a:rPr lang="fr-FR" dirty="0" err="1"/>
              <a:t>theory</a:t>
            </a:r>
            <a:r>
              <a:rPr lang="fr-FR" dirty="0"/>
              <a:t> </a:t>
            </a:r>
            <a:r>
              <a:rPr lang="fr-FR" sz="3600" dirty="0"/>
              <a:t>(McClelland et al., 1995)</a:t>
            </a:r>
            <a:endParaRPr lang="fr-FR" dirty="0"/>
          </a:p>
        </p:txBody>
      </p:sp>
      <p:graphicFrame>
        <p:nvGraphicFramePr>
          <p:cNvPr id="7" name="Espace réservé du contenu 6">
            <a:extLst>
              <a:ext uri="{FF2B5EF4-FFF2-40B4-BE49-F238E27FC236}">
                <a16:creationId xmlns:a16="http://schemas.microsoft.com/office/drawing/2014/main" id="{FA7D6DB2-CE89-3845-07E0-1D8DF63BDA08}"/>
              </a:ext>
            </a:extLst>
          </p:cNvPr>
          <p:cNvGraphicFramePr>
            <a:graphicFrameLocks noGrp="1"/>
          </p:cNvGraphicFramePr>
          <p:nvPr>
            <p:ph sz="half" idx="2"/>
            <p:extLst>
              <p:ext uri="{D42A27DB-BD31-4B8C-83A1-F6EECF244321}">
                <p14:modId xmlns:p14="http://schemas.microsoft.com/office/powerpoint/2010/main" val="1526475522"/>
              </p:ext>
            </p:extLst>
          </p:nvPr>
        </p:nvGraphicFramePr>
        <p:xfrm>
          <a:off x="657923" y="2990180"/>
          <a:ext cx="5181600" cy="148336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1647824954"/>
                    </a:ext>
                  </a:extLst>
                </a:gridCol>
                <a:gridCol w="2590800">
                  <a:extLst>
                    <a:ext uri="{9D8B030D-6E8A-4147-A177-3AD203B41FA5}">
                      <a16:colId xmlns:a16="http://schemas.microsoft.com/office/drawing/2014/main" val="2821322689"/>
                    </a:ext>
                  </a:extLst>
                </a:gridCol>
              </a:tblGrid>
              <a:tr h="370840">
                <a:tc>
                  <a:txBody>
                    <a:bodyPr/>
                    <a:lstStyle/>
                    <a:p>
                      <a:pPr algn="ctr"/>
                      <a:r>
                        <a:rPr lang="fr-FR" dirty="0"/>
                        <a:t>A-</a:t>
                      </a:r>
                      <a:r>
                        <a:rPr lang="fr-FR" dirty="0">
                          <a:solidFill>
                            <a:schemeClr val="accent6"/>
                          </a:solidFill>
                        </a:rPr>
                        <a:t>B</a:t>
                      </a:r>
                    </a:p>
                  </a:txBody>
                  <a:tcPr/>
                </a:tc>
                <a:tc>
                  <a:txBody>
                    <a:bodyPr/>
                    <a:lstStyle/>
                    <a:p>
                      <a:pPr algn="ctr"/>
                      <a:r>
                        <a:rPr lang="fr-FR" dirty="0"/>
                        <a:t>A-</a:t>
                      </a:r>
                      <a:r>
                        <a:rPr lang="fr-FR" dirty="0">
                          <a:solidFill>
                            <a:schemeClr val="accent4"/>
                          </a:solidFill>
                        </a:rPr>
                        <a:t>C</a:t>
                      </a:r>
                    </a:p>
                  </a:txBody>
                  <a:tcPr/>
                </a:tc>
                <a:extLst>
                  <a:ext uri="{0D108BD9-81ED-4DB2-BD59-A6C34878D82A}">
                    <a16:rowId xmlns:a16="http://schemas.microsoft.com/office/drawing/2014/main" val="3923114187"/>
                  </a:ext>
                </a:extLst>
              </a:tr>
              <a:tr h="370840">
                <a:tc>
                  <a:txBody>
                    <a:bodyPr/>
                    <a:lstStyle/>
                    <a:p>
                      <a:pPr algn="ctr"/>
                      <a:r>
                        <a:rPr lang="fr-FR" dirty="0"/>
                        <a:t>Locomotive-</a:t>
                      </a:r>
                      <a:r>
                        <a:rPr lang="fr-FR" dirty="0" err="1">
                          <a:solidFill>
                            <a:schemeClr val="accent6"/>
                          </a:solidFill>
                        </a:rPr>
                        <a:t>dishtowel</a:t>
                      </a:r>
                      <a:endParaRPr lang="fr-FR" dirty="0">
                        <a:solidFill>
                          <a:schemeClr val="accent6"/>
                        </a:solidFill>
                      </a:endParaRPr>
                    </a:p>
                  </a:txBody>
                  <a:tcPr/>
                </a:tc>
                <a:tc>
                  <a:txBody>
                    <a:bodyPr/>
                    <a:lstStyle/>
                    <a:p>
                      <a:pPr algn="ctr"/>
                      <a:r>
                        <a:rPr lang="fr-FR" dirty="0"/>
                        <a:t>Locomotive-</a:t>
                      </a:r>
                      <a:r>
                        <a:rPr lang="fr-FR" dirty="0">
                          <a:solidFill>
                            <a:schemeClr val="accent4"/>
                          </a:solidFill>
                        </a:rPr>
                        <a:t>banana</a:t>
                      </a:r>
                    </a:p>
                  </a:txBody>
                  <a:tcPr/>
                </a:tc>
                <a:extLst>
                  <a:ext uri="{0D108BD9-81ED-4DB2-BD59-A6C34878D82A}">
                    <a16:rowId xmlns:a16="http://schemas.microsoft.com/office/drawing/2014/main" val="3189611705"/>
                  </a:ext>
                </a:extLst>
              </a:tr>
              <a:tr h="370840">
                <a:tc>
                  <a:txBody>
                    <a:bodyPr/>
                    <a:lstStyle/>
                    <a:p>
                      <a:pPr algn="ctr"/>
                      <a:r>
                        <a:rPr lang="fr-FR" dirty="0"/>
                        <a:t>Table-</a:t>
                      </a:r>
                      <a:r>
                        <a:rPr lang="fr-FR" dirty="0" err="1">
                          <a:solidFill>
                            <a:schemeClr val="accent6"/>
                          </a:solidFill>
                        </a:rPr>
                        <a:t>street</a:t>
                      </a:r>
                      <a:endParaRPr lang="fr-FR" dirty="0">
                        <a:solidFill>
                          <a:schemeClr val="accent6"/>
                        </a:solidFill>
                      </a:endParaRPr>
                    </a:p>
                  </a:txBody>
                  <a:tcPr/>
                </a:tc>
                <a:tc>
                  <a:txBody>
                    <a:bodyPr/>
                    <a:lstStyle/>
                    <a:p>
                      <a:pPr algn="ctr"/>
                      <a:r>
                        <a:rPr lang="fr-FR" dirty="0"/>
                        <a:t>Table-</a:t>
                      </a:r>
                      <a:r>
                        <a:rPr lang="fr-FR" dirty="0">
                          <a:solidFill>
                            <a:schemeClr val="accent4"/>
                          </a:solidFill>
                        </a:rPr>
                        <a:t>basket</a:t>
                      </a:r>
                    </a:p>
                  </a:txBody>
                  <a:tcPr/>
                </a:tc>
                <a:extLst>
                  <a:ext uri="{0D108BD9-81ED-4DB2-BD59-A6C34878D82A}">
                    <a16:rowId xmlns:a16="http://schemas.microsoft.com/office/drawing/2014/main" val="2968472686"/>
                  </a:ext>
                </a:extLst>
              </a:tr>
              <a:tr h="370840">
                <a:tc>
                  <a:txBody>
                    <a:bodyPr/>
                    <a:lstStyle/>
                    <a:p>
                      <a:pPr algn="ctr"/>
                      <a:r>
                        <a:rPr lang="fr-FR" dirty="0" err="1"/>
                        <a:t>Carpet-</a:t>
                      </a:r>
                      <a:r>
                        <a:rPr lang="fr-FR" dirty="0" err="1">
                          <a:solidFill>
                            <a:schemeClr val="accent6"/>
                          </a:solidFill>
                        </a:rPr>
                        <a:t>idea</a:t>
                      </a:r>
                      <a:endParaRPr lang="fr-FR" dirty="0">
                        <a:solidFill>
                          <a:schemeClr val="accent6"/>
                        </a:solidFill>
                      </a:endParaRPr>
                    </a:p>
                  </a:txBody>
                  <a:tcPr/>
                </a:tc>
                <a:tc>
                  <a:txBody>
                    <a:bodyPr/>
                    <a:lstStyle/>
                    <a:p>
                      <a:pPr algn="ctr"/>
                      <a:r>
                        <a:rPr lang="fr-FR" dirty="0" err="1"/>
                        <a:t>Carpet-</a:t>
                      </a:r>
                      <a:r>
                        <a:rPr lang="fr-FR" dirty="0" err="1">
                          <a:solidFill>
                            <a:schemeClr val="accent4"/>
                          </a:solidFill>
                        </a:rPr>
                        <a:t>pencil</a:t>
                      </a:r>
                      <a:endParaRPr lang="fr-FR" dirty="0">
                        <a:solidFill>
                          <a:schemeClr val="accent4"/>
                        </a:solidFill>
                      </a:endParaRPr>
                    </a:p>
                  </a:txBody>
                  <a:tcPr/>
                </a:tc>
                <a:extLst>
                  <a:ext uri="{0D108BD9-81ED-4DB2-BD59-A6C34878D82A}">
                    <a16:rowId xmlns:a16="http://schemas.microsoft.com/office/drawing/2014/main" val="3850861834"/>
                  </a:ext>
                </a:extLst>
              </a:tr>
            </a:tbl>
          </a:graphicData>
        </a:graphic>
      </p:graphicFrame>
      <p:pic>
        <p:nvPicPr>
          <p:cNvPr id="5" name="Image 4">
            <a:extLst>
              <a:ext uri="{FF2B5EF4-FFF2-40B4-BE49-F238E27FC236}">
                <a16:creationId xmlns:a16="http://schemas.microsoft.com/office/drawing/2014/main" id="{AADEAC2F-DD23-886B-BCC3-4128DB2EEE7C}"/>
              </a:ext>
            </a:extLst>
          </p:cNvPr>
          <p:cNvPicPr>
            <a:picLocks noChangeAspect="1"/>
          </p:cNvPicPr>
          <p:nvPr/>
        </p:nvPicPr>
        <p:blipFill>
          <a:blip r:embed="rId3"/>
          <a:stretch>
            <a:fillRect/>
          </a:stretch>
        </p:blipFill>
        <p:spPr>
          <a:xfrm>
            <a:off x="6555462" y="2175371"/>
            <a:ext cx="4210638" cy="2896004"/>
          </a:xfrm>
          <a:prstGeom prst="rect">
            <a:avLst/>
          </a:prstGeom>
        </p:spPr>
      </p:pic>
      <p:sp>
        <p:nvSpPr>
          <p:cNvPr id="6" name="ZoneTexte 5">
            <a:extLst>
              <a:ext uri="{FF2B5EF4-FFF2-40B4-BE49-F238E27FC236}">
                <a16:creationId xmlns:a16="http://schemas.microsoft.com/office/drawing/2014/main" id="{464AD379-A85B-E3F9-F397-80AB76145F62}"/>
              </a:ext>
            </a:extLst>
          </p:cNvPr>
          <p:cNvSpPr txBox="1"/>
          <p:nvPr/>
        </p:nvSpPr>
        <p:spPr>
          <a:xfrm>
            <a:off x="6922789" y="5215063"/>
            <a:ext cx="3443379" cy="276999"/>
          </a:xfrm>
          <a:prstGeom prst="rect">
            <a:avLst/>
          </a:prstGeom>
          <a:noFill/>
        </p:spPr>
        <p:txBody>
          <a:bodyPr wrap="none" rtlCol="0">
            <a:spAutoFit/>
          </a:bodyPr>
          <a:lstStyle/>
          <a:p>
            <a:r>
              <a:rPr lang="fr-FR" sz="1200" dirty="0"/>
              <a:t>From McClelland et al. (1995), </a:t>
            </a:r>
            <a:r>
              <a:rPr lang="fr-FR" sz="1200" dirty="0" err="1"/>
              <a:t>Psychological</a:t>
            </a:r>
            <a:r>
              <a:rPr lang="fr-FR" sz="1200" dirty="0"/>
              <a:t> </a:t>
            </a:r>
            <a:r>
              <a:rPr lang="fr-FR" sz="1200" dirty="0" err="1"/>
              <a:t>Review</a:t>
            </a:r>
            <a:r>
              <a:rPr lang="fr-FR" sz="1200" dirty="0"/>
              <a:t>.</a:t>
            </a:r>
          </a:p>
        </p:txBody>
      </p:sp>
      <p:sp>
        <p:nvSpPr>
          <p:cNvPr id="11" name="ZoneTexte 10">
            <a:extLst>
              <a:ext uri="{FF2B5EF4-FFF2-40B4-BE49-F238E27FC236}">
                <a16:creationId xmlns:a16="http://schemas.microsoft.com/office/drawing/2014/main" id="{32B51B3C-AEBC-FA72-1CC7-65EE9F62216C}"/>
              </a:ext>
            </a:extLst>
          </p:cNvPr>
          <p:cNvSpPr txBox="1"/>
          <p:nvPr/>
        </p:nvSpPr>
        <p:spPr>
          <a:xfrm>
            <a:off x="657923" y="2526608"/>
            <a:ext cx="4645824" cy="369332"/>
          </a:xfrm>
          <a:prstGeom prst="rect">
            <a:avLst/>
          </a:prstGeom>
          <a:noFill/>
        </p:spPr>
        <p:txBody>
          <a:bodyPr wrap="none" rtlCol="0">
            <a:spAutoFit/>
          </a:bodyPr>
          <a:lstStyle/>
          <a:p>
            <a:r>
              <a:rPr lang="fr-FR" b="1" dirty="0" err="1"/>
              <a:t>Catastrophic</a:t>
            </a:r>
            <a:r>
              <a:rPr lang="fr-FR" b="1" dirty="0"/>
              <a:t> </a:t>
            </a:r>
            <a:r>
              <a:rPr lang="fr-FR" b="1" dirty="0" err="1"/>
              <a:t>forgetting</a:t>
            </a:r>
            <a:r>
              <a:rPr lang="fr-FR" b="1" dirty="0"/>
              <a:t> in the AB-AC </a:t>
            </a:r>
            <a:r>
              <a:rPr lang="fr-FR" b="1" dirty="0" err="1"/>
              <a:t>paradigm</a:t>
            </a:r>
            <a:endParaRPr lang="fr-FR" b="1" dirty="0"/>
          </a:p>
        </p:txBody>
      </p:sp>
      <p:sp>
        <p:nvSpPr>
          <p:cNvPr id="3" name="Espace réservé du numéro de diapositive 2">
            <a:extLst>
              <a:ext uri="{FF2B5EF4-FFF2-40B4-BE49-F238E27FC236}">
                <a16:creationId xmlns:a16="http://schemas.microsoft.com/office/drawing/2014/main" id="{91170415-00B5-AF9D-557C-B2484D1B9650}"/>
              </a:ext>
            </a:extLst>
          </p:cNvPr>
          <p:cNvSpPr>
            <a:spLocks noGrp="1"/>
          </p:cNvSpPr>
          <p:nvPr>
            <p:ph type="sldNum" sz="quarter" idx="12"/>
          </p:nvPr>
        </p:nvSpPr>
        <p:spPr/>
        <p:txBody>
          <a:bodyPr/>
          <a:lstStyle/>
          <a:p>
            <a:fld id="{5149A38E-4A7C-4C86-B631-64CD0F93C451}" type="slidenum">
              <a:rPr lang="fr-FR" smtClean="0"/>
              <a:t>3</a:t>
            </a:fld>
            <a:endParaRPr lang="fr-FR"/>
          </a:p>
        </p:txBody>
      </p:sp>
    </p:spTree>
    <p:extLst>
      <p:ext uri="{BB962C8B-B14F-4D97-AF65-F5344CB8AC3E}">
        <p14:creationId xmlns:p14="http://schemas.microsoft.com/office/powerpoint/2010/main" val="3143731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C5D6BD-E813-A588-E68B-3F1FA80821BC}"/>
              </a:ext>
            </a:extLst>
          </p:cNvPr>
          <p:cNvSpPr>
            <a:spLocks noGrp="1"/>
          </p:cNvSpPr>
          <p:nvPr>
            <p:ph type="title"/>
          </p:nvPr>
        </p:nvSpPr>
        <p:spPr/>
        <p:txBody>
          <a:bodyPr/>
          <a:lstStyle/>
          <a:p>
            <a:r>
              <a:rPr lang="fr-FR" dirty="0" err="1"/>
              <a:t>Complementary</a:t>
            </a:r>
            <a:r>
              <a:rPr lang="fr-FR" dirty="0"/>
              <a:t> Learning </a:t>
            </a:r>
            <a:r>
              <a:rPr lang="fr-FR" dirty="0" err="1"/>
              <a:t>Systems</a:t>
            </a:r>
            <a:r>
              <a:rPr lang="fr-FR" dirty="0"/>
              <a:t> </a:t>
            </a:r>
            <a:r>
              <a:rPr lang="fr-FR" dirty="0" err="1"/>
              <a:t>theory</a:t>
            </a:r>
            <a:r>
              <a:rPr lang="fr-FR" dirty="0"/>
              <a:t> </a:t>
            </a:r>
            <a:r>
              <a:rPr lang="fr-FR" sz="3600" dirty="0"/>
              <a:t>(McClelland et al., 1995)</a:t>
            </a:r>
            <a:endParaRPr lang="fr-FR" dirty="0"/>
          </a:p>
        </p:txBody>
      </p:sp>
      <p:graphicFrame>
        <p:nvGraphicFramePr>
          <p:cNvPr id="7" name="Espace réservé du contenu 6">
            <a:extLst>
              <a:ext uri="{FF2B5EF4-FFF2-40B4-BE49-F238E27FC236}">
                <a16:creationId xmlns:a16="http://schemas.microsoft.com/office/drawing/2014/main" id="{FA7D6DB2-CE89-3845-07E0-1D8DF63BDA08}"/>
              </a:ext>
            </a:extLst>
          </p:cNvPr>
          <p:cNvGraphicFramePr>
            <a:graphicFrameLocks noGrp="1"/>
          </p:cNvGraphicFramePr>
          <p:nvPr>
            <p:ph sz="half" idx="2"/>
            <p:extLst>
              <p:ext uri="{D42A27DB-BD31-4B8C-83A1-F6EECF244321}">
                <p14:modId xmlns:p14="http://schemas.microsoft.com/office/powerpoint/2010/main" val="779177197"/>
              </p:ext>
            </p:extLst>
          </p:nvPr>
        </p:nvGraphicFramePr>
        <p:xfrm>
          <a:off x="657923" y="2990180"/>
          <a:ext cx="5181600" cy="1483360"/>
        </p:xfrm>
        <a:graphic>
          <a:graphicData uri="http://schemas.openxmlformats.org/drawingml/2006/table">
            <a:tbl>
              <a:tblPr firstRow="1" bandRow="1">
                <a:tableStyleId>{5940675A-B579-460E-94D1-54222C63F5DA}</a:tableStyleId>
              </a:tblPr>
              <a:tblGrid>
                <a:gridCol w="2590800">
                  <a:extLst>
                    <a:ext uri="{9D8B030D-6E8A-4147-A177-3AD203B41FA5}">
                      <a16:colId xmlns:a16="http://schemas.microsoft.com/office/drawing/2014/main" val="1647824954"/>
                    </a:ext>
                  </a:extLst>
                </a:gridCol>
                <a:gridCol w="2590800">
                  <a:extLst>
                    <a:ext uri="{9D8B030D-6E8A-4147-A177-3AD203B41FA5}">
                      <a16:colId xmlns:a16="http://schemas.microsoft.com/office/drawing/2014/main" val="2821322689"/>
                    </a:ext>
                  </a:extLst>
                </a:gridCol>
              </a:tblGrid>
              <a:tr h="370840">
                <a:tc>
                  <a:txBody>
                    <a:bodyPr/>
                    <a:lstStyle/>
                    <a:p>
                      <a:pPr algn="ctr"/>
                      <a:r>
                        <a:rPr lang="fr-FR" dirty="0"/>
                        <a:t>A-</a:t>
                      </a:r>
                      <a:r>
                        <a:rPr lang="fr-FR" dirty="0">
                          <a:solidFill>
                            <a:schemeClr val="accent6"/>
                          </a:solidFill>
                        </a:rPr>
                        <a:t>B</a:t>
                      </a:r>
                    </a:p>
                  </a:txBody>
                  <a:tcPr/>
                </a:tc>
                <a:tc>
                  <a:txBody>
                    <a:bodyPr/>
                    <a:lstStyle/>
                    <a:p>
                      <a:pPr algn="ctr"/>
                      <a:r>
                        <a:rPr lang="fr-FR" dirty="0"/>
                        <a:t>A-</a:t>
                      </a:r>
                      <a:r>
                        <a:rPr lang="fr-FR" dirty="0">
                          <a:solidFill>
                            <a:schemeClr val="accent4"/>
                          </a:solidFill>
                        </a:rPr>
                        <a:t>C</a:t>
                      </a:r>
                    </a:p>
                  </a:txBody>
                  <a:tcPr/>
                </a:tc>
                <a:extLst>
                  <a:ext uri="{0D108BD9-81ED-4DB2-BD59-A6C34878D82A}">
                    <a16:rowId xmlns:a16="http://schemas.microsoft.com/office/drawing/2014/main" val="3923114187"/>
                  </a:ext>
                </a:extLst>
              </a:tr>
              <a:tr h="370840">
                <a:tc>
                  <a:txBody>
                    <a:bodyPr/>
                    <a:lstStyle/>
                    <a:p>
                      <a:pPr algn="ctr"/>
                      <a:r>
                        <a:rPr lang="fr-FR"/>
                        <a:t>Locomotive-</a:t>
                      </a:r>
                      <a:r>
                        <a:rPr lang="fr-FR">
                          <a:solidFill>
                            <a:schemeClr val="accent6"/>
                          </a:solidFill>
                        </a:rPr>
                        <a:t>dishtowel</a:t>
                      </a:r>
                      <a:endParaRPr lang="fr-FR" dirty="0">
                        <a:solidFill>
                          <a:schemeClr val="accent6"/>
                        </a:solidFill>
                      </a:endParaRPr>
                    </a:p>
                  </a:txBody>
                  <a:tcPr/>
                </a:tc>
                <a:tc>
                  <a:txBody>
                    <a:bodyPr/>
                    <a:lstStyle/>
                    <a:p>
                      <a:pPr algn="ctr"/>
                      <a:r>
                        <a:rPr lang="fr-FR" dirty="0"/>
                        <a:t>Locomotive-</a:t>
                      </a:r>
                      <a:r>
                        <a:rPr lang="fr-FR" dirty="0">
                          <a:solidFill>
                            <a:schemeClr val="accent4"/>
                          </a:solidFill>
                        </a:rPr>
                        <a:t>banana</a:t>
                      </a:r>
                    </a:p>
                  </a:txBody>
                  <a:tcPr/>
                </a:tc>
                <a:extLst>
                  <a:ext uri="{0D108BD9-81ED-4DB2-BD59-A6C34878D82A}">
                    <a16:rowId xmlns:a16="http://schemas.microsoft.com/office/drawing/2014/main" val="3189611705"/>
                  </a:ext>
                </a:extLst>
              </a:tr>
              <a:tr h="370840">
                <a:tc>
                  <a:txBody>
                    <a:bodyPr/>
                    <a:lstStyle/>
                    <a:p>
                      <a:pPr algn="ctr"/>
                      <a:r>
                        <a:rPr lang="fr-FR" dirty="0"/>
                        <a:t>Table-</a:t>
                      </a:r>
                      <a:r>
                        <a:rPr lang="fr-FR" dirty="0" err="1">
                          <a:solidFill>
                            <a:schemeClr val="accent6"/>
                          </a:solidFill>
                        </a:rPr>
                        <a:t>street</a:t>
                      </a:r>
                      <a:endParaRPr lang="fr-FR" dirty="0">
                        <a:solidFill>
                          <a:schemeClr val="accent6"/>
                        </a:solidFill>
                      </a:endParaRPr>
                    </a:p>
                  </a:txBody>
                  <a:tcPr/>
                </a:tc>
                <a:tc>
                  <a:txBody>
                    <a:bodyPr/>
                    <a:lstStyle/>
                    <a:p>
                      <a:pPr algn="ctr"/>
                      <a:r>
                        <a:rPr lang="fr-FR" dirty="0"/>
                        <a:t>Table-</a:t>
                      </a:r>
                      <a:r>
                        <a:rPr lang="fr-FR" dirty="0">
                          <a:solidFill>
                            <a:schemeClr val="accent4"/>
                          </a:solidFill>
                        </a:rPr>
                        <a:t>basket</a:t>
                      </a:r>
                    </a:p>
                  </a:txBody>
                  <a:tcPr/>
                </a:tc>
                <a:extLst>
                  <a:ext uri="{0D108BD9-81ED-4DB2-BD59-A6C34878D82A}">
                    <a16:rowId xmlns:a16="http://schemas.microsoft.com/office/drawing/2014/main" val="2968472686"/>
                  </a:ext>
                </a:extLst>
              </a:tr>
              <a:tr h="370840">
                <a:tc>
                  <a:txBody>
                    <a:bodyPr/>
                    <a:lstStyle/>
                    <a:p>
                      <a:pPr algn="ctr"/>
                      <a:r>
                        <a:rPr lang="fr-FR" dirty="0" err="1"/>
                        <a:t>Carpet-</a:t>
                      </a:r>
                      <a:r>
                        <a:rPr lang="fr-FR" dirty="0" err="1">
                          <a:solidFill>
                            <a:schemeClr val="accent6"/>
                          </a:solidFill>
                        </a:rPr>
                        <a:t>idea</a:t>
                      </a:r>
                      <a:endParaRPr lang="fr-FR" dirty="0">
                        <a:solidFill>
                          <a:schemeClr val="accent6"/>
                        </a:solidFill>
                      </a:endParaRPr>
                    </a:p>
                  </a:txBody>
                  <a:tcPr/>
                </a:tc>
                <a:tc>
                  <a:txBody>
                    <a:bodyPr/>
                    <a:lstStyle/>
                    <a:p>
                      <a:pPr algn="ctr"/>
                      <a:r>
                        <a:rPr lang="fr-FR" dirty="0" err="1"/>
                        <a:t>Carpet-</a:t>
                      </a:r>
                      <a:r>
                        <a:rPr lang="fr-FR" dirty="0" err="1">
                          <a:solidFill>
                            <a:schemeClr val="accent4"/>
                          </a:solidFill>
                        </a:rPr>
                        <a:t>pencil</a:t>
                      </a:r>
                      <a:endParaRPr lang="fr-FR" dirty="0">
                        <a:solidFill>
                          <a:schemeClr val="accent4"/>
                        </a:solidFill>
                      </a:endParaRPr>
                    </a:p>
                  </a:txBody>
                  <a:tcPr/>
                </a:tc>
                <a:extLst>
                  <a:ext uri="{0D108BD9-81ED-4DB2-BD59-A6C34878D82A}">
                    <a16:rowId xmlns:a16="http://schemas.microsoft.com/office/drawing/2014/main" val="3850861834"/>
                  </a:ext>
                </a:extLst>
              </a:tr>
            </a:tbl>
          </a:graphicData>
        </a:graphic>
      </p:graphicFrame>
      <p:sp>
        <p:nvSpPr>
          <p:cNvPr id="11" name="ZoneTexte 10">
            <a:extLst>
              <a:ext uri="{FF2B5EF4-FFF2-40B4-BE49-F238E27FC236}">
                <a16:creationId xmlns:a16="http://schemas.microsoft.com/office/drawing/2014/main" id="{32B51B3C-AEBC-FA72-1CC7-65EE9F62216C}"/>
              </a:ext>
            </a:extLst>
          </p:cNvPr>
          <p:cNvSpPr txBox="1"/>
          <p:nvPr/>
        </p:nvSpPr>
        <p:spPr>
          <a:xfrm>
            <a:off x="657923" y="2526608"/>
            <a:ext cx="4645824" cy="369332"/>
          </a:xfrm>
          <a:prstGeom prst="rect">
            <a:avLst/>
          </a:prstGeom>
          <a:noFill/>
        </p:spPr>
        <p:txBody>
          <a:bodyPr wrap="none" rtlCol="0">
            <a:spAutoFit/>
          </a:bodyPr>
          <a:lstStyle/>
          <a:p>
            <a:r>
              <a:rPr lang="fr-FR" b="1" dirty="0" err="1"/>
              <a:t>Catastrophic</a:t>
            </a:r>
            <a:r>
              <a:rPr lang="fr-FR" b="1" dirty="0"/>
              <a:t> </a:t>
            </a:r>
            <a:r>
              <a:rPr lang="fr-FR" b="1" dirty="0" err="1"/>
              <a:t>forgetting</a:t>
            </a:r>
            <a:r>
              <a:rPr lang="fr-FR" b="1" dirty="0"/>
              <a:t> in the AB-AC </a:t>
            </a:r>
            <a:r>
              <a:rPr lang="fr-FR" b="1" dirty="0" err="1"/>
              <a:t>paradigm</a:t>
            </a:r>
            <a:endParaRPr lang="fr-FR" b="1" dirty="0"/>
          </a:p>
        </p:txBody>
      </p:sp>
      <p:pic>
        <p:nvPicPr>
          <p:cNvPr id="3" name="Image 2">
            <a:extLst>
              <a:ext uri="{FF2B5EF4-FFF2-40B4-BE49-F238E27FC236}">
                <a16:creationId xmlns:a16="http://schemas.microsoft.com/office/drawing/2014/main" id="{9C65EA90-D7E3-A6BE-3DE5-457E20EFBC6D}"/>
              </a:ext>
            </a:extLst>
          </p:cNvPr>
          <p:cNvPicPr>
            <a:picLocks noChangeAspect="1"/>
          </p:cNvPicPr>
          <p:nvPr/>
        </p:nvPicPr>
        <p:blipFill>
          <a:blip r:embed="rId2"/>
          <a:stretch>
            <a:fillRect/>
          </a:stretch>
        </p:blipFill>
        <p:spPr>
          <a:xfrm>
            <a:off x="6137259" y="2289268"/>
            <a:ext cx="5606836" cy="2857678"/>
          </a:xfrm>
          <a:prstGeom prst="rect">
            <a:avLst/>
          </a:prstGeom>
        </p:spPr>
      </p:pic>
      <p:sp>
        <p:nvSpPr>
          <p:cNvPr id="4" name="ZoneTexte 3">
            <a:extLst>
              <a:ext uri="{FF2B5EF4-FFF2-40B4-BE49-F238E27FC236}">
                <a16:creationId xmlns:a16="http://schemas.microsoft.com/office/drawing/2014/main" id="{71F19E9F-5338-3350-6DB2-9F41FB94996A}"/>
              </a:ext>
            </a:extLst>
          </p:cNvPr>
          <p:cNvSpPr txBox="1"/>
          <p:nvPr/>
        </p:nvSpPr>
        <p:spPr>
          <a:xfrm>
            <a:off x="6231415" y="5245709"/>
            <a:ext cx="5155642" cy="276999"/>
          </a:xfrm>
          <a:prstGeom prst="rect">
            <a:avLst/>
          </a:prstGeom>
          <a:noFill/>
        </p:spPr>
        <p:txBody>
          <a:bodyPr wrap="none" rtlCol="0">
            <a:spAutoFit/>
          </a:bodyPr>
          <a:lstStyle/>
          <a:p>
            <a:r>
              <a:rPr lang="fr-FR" sz="1200" dirty="0"/>
              <a:t>From </a:t>
            </a:r>
            <a:r>
              <a:rPr lang="fr-FR" sz="1200" dirty="0" err="1"/>
              <a:t>McCloskey</a:t>
            </a:r>
            <a:r>
              <a:rPr lang="fr-FR" sz="1200" dirty="0"/>
              <a:t> and Cohen (1989), The Psychology of Learning and Motivation.</a:t>
            </a:r>
          </a:p>
        </p:txBody>
      </p:sp>
      <p:sp>
        <p:nvSpPr>
          <p:cNvPr id="5" name="Espace réservé du numéro de diapositive 4">
            <a:extLst>
              <a:ext uri="{FF2B5EF4-FFF2-40B4-BE49-F238E27FC236}">
                <a16:creationId xmlns:a16="http://schemas.microsoft.com/office/drawing/2014/main" id="{C6437937-7677-2FFE-E499-56E801514643}"/>
              </a:ext>
            </a:extLst>
          </p:cNvPr>
          <p:cNvSpPr>
            <a:spLocks noGrp="1"/>
          </p:cNvSpPr>
          <p:nvPr>
            <p:ph type="sldNum" sz="quarter" idx="12"/>
          </p:nvPr>
        </p:nvSpPr>
        <p:spPr/>
        <p:txBody>
          <a:bodyPr/>
          <a:lstStyle/>
          <a:p>
            <a:fld id="{5149A38E-4A7C-4C86-B631-64CD0F93C451}" type="slidenum">
              <a:rPr lang="fr-FR" smtClean="0"/>
              <a:t>4</a:t>
            </a:fld>
            <a:endParaRPr lang="fr-FR"/>
          </a:p>
        </p:txBody>
      </p:sp>
      <p:sp>
        <p:nvSpPr>
          <p:cNvPr id="6" name="Étoile : 5 branches 5">
            <a:extLst>
              <a:ext uri="{FF2B5EF4-FFF2-40B4-BE49-F238E27FC236}">
                <a16:creationId xmlns:a16="http://schemas.microsoft.com/office/drawing/2014/main" id="{09F8FC94-A9C9-5C36-6764-FD57CF28CC77}"/>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81801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C5D6BD-E813-A588-E68B-3F1FA80821BC}"/>
              </a:ext>
            </a:extLst>
          </p:cNvPr>
          <p:cNvSpPr>
            <a:spLocks noGrp="1"/>
          </p:cNvSpPr>
          <p:nvPr>
            <p:ph type="title"/>
          </p:nvPr>
        </p:nvSpPr>
        <p:spPr/>
        <p:txBody>
          <a:bodyPr/>
          <a:lstStyle/>
          <a:p>
            <a:r>
              <a:rPr lang="fr-FR" dirty="0" err="1"/>
              <a:t>Complementary</a:t>
            </a:r>
            <a:r>
              <a:rPr lang="fr-FR" dirty="0"/>
              <a:t> Learning </a:t>
            </a:r>
            <a:r>
              <a:rPr lang="fr-FR" dirty="0" err="1"/>
              <a:t>Systems</a:t>
            </a:r>
            <a:r>
              <a:rPr lang="fr-FR" dirty="0"/>
              <a:t> </a:t>
            </a:r>
            <a:r>
              <a:rPr lang="fr-FR" dirty="0" err="1"/>
              <a:t>theory</a:t>
            </a:r>
            <a:r>
              <a:rPr lang="fr-FR" dirty="0"/>
              <a:t> </a:t>
            </a:r>
            <a:r>
              <a:rPr lang="fr-FR" sz="3600" dirty="0"/>
              <a:t>(McClelland et al., 1995)</a:t>
            </a:r>
            <a:endParaRPr lang="fr-FR" dirty="0"/>
          </a:p>
        </p:txBody>
      </p:sp>
      <p:sp>
        <p:nvSpPr>
          <p:cNvPr id="33" name="Espace réservé du texte 32">
            <a:extLst>
              <a:ext uri="{FF2B5EF4-FFF2-40B4-BE49-F238E27FC236}">
                <a16:creationId xmlns:a16="http://schemas.microsoft.com/office/drawing/2014/main" id="{7E7838DD-22B4-0773-CCB8-EAD360771E8E}"/>
              </a:ext>
            </a:extLst>
          </p:cNvPr>
          <p:cNvSpPr>
            <a:spLocks noGrp="1"/>
          </p:cNvSpPr>
          <p:nvPr>
            <p:ph type="body" idx="1"/>
          </p:nvPr>
        </p:nvSpPr>
        <p:spPr/>
        <p:txBody>
          <a:bodyPr/>
          <a:lstStyle/>
          <a:p>
            <a:pPr algn="ctr"/>
            <a:r>
              <a:rPr lang="fr-FR" b="1" dirty="0" err="1"/>
              <a:t>Step</a:t>
            </a:r>
            <a:r>
              <a:rPr lang="fr-FR" b="1" dirty="0"/>
              <a:t> 1</a:t>
            </a:r>
            <a:r>
              <a:rPr lang="fr-FR" dirty="0"/>
              <a:t>: A-</a:t>
            </a:r>
            <a:r>
              <a:rPr lang="fr-FR" dirty="0">
                <a:solidFill>
                  <a:schemeClr val="accent6"/>
                </a:solidFill>
              </a:rPr>
              <a:t>B</a:t>
            </a:r>
          </a:p>
        </p:txBody>
      </p:sp>
      <p:sp>
        <p:nvSpPr>
          <p:cNvPr id="34" name="Espace réservé du contenu 33">
            <a:extLst>
              <a:ext uri="{FF2B5EF4-FFF2-40B4-BE49-F238E27FC236}">
                <a16:creationId xmlns:a16="http://schemas.microsoft.com/office/drawing/2014/main" id="{2864F76B-FC53-E691-09B9-5646FD88BF8D}"/>
              </a:ext>
            </a:extLst>
          </p:cNvPr>
          <p:cNvSpPr>
            <a:spLocks noGrp="1"/>
          </p:cNvSpPr>
          <p:nvPr>
            <p:ph sz="half" idx="2"/>
          </p:nvPr>
        </p:nvSpPr>
        <p:spPr/>
        <p:txBody>
          <a:bodyPr>
            <a:normAutofit fontScale="92500" lnSpcReduction="10000"/>
          </a:bodyPr>
          <a:lstStyle/>
          <a:p>
            <a:pPr marL="0" indent="0" algn="ctr">
              <a:buNone/>
            </a:pPr>
            <a:endParaRPr lang="fr-FR" dirty="0"/>
          </a:p>
          <a:p>
            <a:pPr marL="0" indent="0" algn="ctr">
              <a:buNone/>
            </a:pPr>
            <a:r>
              <a:rPr lang="fr-FR" dirty="0"/>
              <a:t>Locomotive-</a:t>
            </a:r>
            <a:r>
              <a:rPr lang="fr-FR" dirty="0" err="1">
                <a:solidFill>
                  <a:schemeClr val="accent6"/>
                </a:solidFill>
              </a:rPr>
              <a:t>dishtowel</a:t>
            </a:r>
            <a:endParaRPr lang="fr-FR" dirty="0">
              <a:solidFill>
                <a:schemeClr val="accent6"/>
              </a:solidFill>
            </a:endParaRPr>
          </a:p>
          <a:p>
            <a:pPr marL="0" indent="0" algn="ctr">
              <a:buNone/>
            </a:pPr>
            <a:r>
              <a:rPr lang="fr-FR" dirty="0"/>
              <a:t>Table-</a:t>
            </a:r>
            <a:r>
              <a:rPr lang="fr-FR" dirty="0" err="1">
                <a:solidFill>
                  <a:schemeClr val="accent6"/>
                </a:solidFill>
              </a:rPr>
              <a:t>street</a:t>
            </a:r>
            <a:endParaRPr lang="fr-FR" dirty="0">
              <a:solidFill>
                <a:schemeClr val="accent6"/>
              </a:solidFill>
            </a:endParaRPr>
          </a:p>
          <a:p>
            <a:pPr marL="0" indent="0" algn="ctr">
              <a:buNone/>
            </a:pPr>
            <a:r>
              <a:rPr lang="fr-FR" dirty="0" err="1"/>
              <a:t>Carpet-</a:t>
            </a:r>
            <a:r>
              <a:rPr lang="fr-FR" dirty="0" err="1">
                <a:solidFill>
                  <a:schemeClr val="accent6"/>
                </a:solidFill>
              </a:rPr>
              <a:t>idea</a:t>
            </a:r>
            <a:endParaRPr lang="fr-FR" dirty="0">
              <a:solidFill>
                <a:schemeClr val="accent6"/>
              </a:solidFill>
            </a:endParaRPr>
          </a:p>
          <a:p>
            <a:pPr marL="0" indent="0" algn="ctr">
              <a:buNone/>
            </a:pPr>
            <a:r>
              <a:rPr lang="fr-FR" dirty="0"/>
              <a:t>…</a:t>
            </a:r>
          </a:p>
          <a:p>
            <a:pPr marL="0" indent="0">
              <a:buNone/>
            </a:pPr>
            <a:endParaRPr lang="fr-FR" dirty="0"/>
          </a:p>
        </p:txBody>
      </p:sp>
      <p:sp>
        <p:nvSpPr>
          <p:cNvPr id="35" name="Espace réservé du texte 34">
            <a:extLst>
              <a:ext uri="{FF2B5EF4-FFF2-40B4-BE49-F238E27FC236}">
                <a16:creationId xmlns:a16="http://schemas.microsoft.com/office/drawing/2014/main" id="{7B1955F5-8E3F-0B94-9DC3-24B0FF549766}"/>
              </a:ext>
            </a:extLst>
          </p:cNvPr>
          <p:cNvSpPr>
            <a:spLocks noGrp="1"/>
          </p:cNvSpPr>
          <p:nvPr>
            <p:ph type="body" sz="quarter" idx="3"/>
          </p:nvPr>
        </p:nvSpPr>
        <p:spPr/>
        <p:txBody>
          <a:bodyPr/>
          <a:lstStyle/>
          <a:p>
            <a:pPr algn="ctr"/>
            <a:r>
              <a:rPr lang="fr-FR" b="1" dirty="0" err="1"/>
              <a:t>Step</a:t>
            </a:r>
            <a:r>
              <a:rPr lang="fr-FR" b="1" dirty="0"/>
              <a:t> 2</a:t>
            </a:r>
            <a:r>
              <a:rPr lang="fr-FR" dirty="0"/>
              <a:t>: A-</a:t>
            </a:r>
            <a:r>
              <a:rPr lang="fr-FR" dirty="0">
                <a:solidFill>
                  <a:schemeClr val="accent4"/>
                </a:solidFill>
              </a:rPr>
              <a:t>C</a:t>
            </a:r>
            <a:r>
              <a:rPr lang="fr-FR" dirty="0"/>
              <a:t> </a:t>
            </a:r>
            <a:r>
              <a:rPr lang="fr-FR" dirty="0" err="1"/>
              <a:t>interleaved</a:t>
            </a:r>
            <a:r>
              <a:rPr lang="fr-FR" dirty="0"/>
              <a:t> with A-</a:t>
            </a:r>
            <a:r>
              <a:rPr lang="fr-FR" dirty="0">
                <a:solidFill>
                  <a:schemeClr val="accent6"/>
                </a:solidFill>
              </a:rPr>
              <a:t>B</a:t>
            </a:r>
          </a:p>
        </p:txBody>
      </p:sp>
      <p:sp>
        <p:nvSpPr>
          <p:cNvPr id="36" name="Espace réservé du contenu 35">
            <a:extLst>
              <a:ext uri="{FF2B5EF4-FFF2-40B4-BE49-F238E27FC236}">
                <a16:creationId xmlns:a16="http://schemas.microsoft.com/office/drawing/2014/main" id="{91A43931-024C-007C-BD37-E6A0E783B900}"/>
              </a:ext>
            </a:extLst>
          </p:cNvPr>
          <p:cNvSpPr>
            <a:spLocks noGrp="1"/>
          </p:cNvSpPr>
          <p:nvPr>
            <p:ph sz="quarter" idx="4"/>
          </p:nvPr>
        </p:nvSpPr>
        <p:spPr/>
        <p:txBody>
          <a:bodyPr>
            <a:normAutofit fontScale="92500" lnSpcReduction="10000"/>
          </a:bodyPr>
          <a:lstStyle/>
          <a:p>
            <a:pPr marL="0" indent="0" algn="ctr">
              <a:buNone/>
            </a:pPr>
            <a:endParaRPr lang="fr-FR" dirty="0"/>
          </a:p>
          <a:p>
            <a:pPr marL="0" indent="0" algn="ctr">
              <a:buNone/>
            </a:pPr>
            <a:r>
              <a:rPr lang="fr-FR" dirty="0"/>
              <a:t>Locomotive-</a:t>
            </a:r>
            <a:r>
              <a:rPr lang="fr-FR" dirty="0">
                <a:solidFill>
                  <a:schemeClr val="accent4"/>
                </a:solidFill>
              </a:rPr>
              <a:t>banana</a:t>
            </a:r>
          </a:p>
          <a:p>
            <a:pPr marL="0" indent="0" algn="ctr">
              <a:buNone/>
            </a:pPr>
            <a:r>
              <a:rPr lang="fr-FR" dirty="0" err="1"/>
              <a:t>Carpet-</a:t>
            </a:r>
            <a:r>
              <a:rPr lang="fr-FR" dirty="0" err="1">
                <a:solidFill>
                  <a:schemeClr val="accent6"/>
                </a:solidFill>
              </a:rPr>
              <a:t>idea</a:t>
            </a:r>
            <a:endParaRPr lang="fr-FR" dirty="0">
              <a:solidFill>
                <a:schemeClr val="accent6"/>
              </a:solidFill>
            </a:endParaRPr>
          </a:p>
          <a:p>
            <a:pPr marL="0" indent="0" algn="ctr">
              <a:buNone/>
            </a:pPr>
            <a:r>
              <a:rPr lang="fr-FR" dirty="0"/>
              <a:t>Table-</a:t>
            </a:r>
            <a:r>
              <a:rPr lang="fr-FR" dirty="0">
                <a:solidFill>
                  <a:schemeClr val="accent4"/>
                </a:solidFill>
              </a:rPr>
              <a:t>basket</a:t>
            </a:r>
          </a:p>
          <a:p>
            <a:pPr marL="0" indent="0" algn="ctr">
              <a:buNone/>
            </a:pPr>
            <a:r>
              <a:rPr lang="fr-FR" dirty="0" err="1"/>
              <a:t>Carpet-</a:t>
            </a:r>
            <a:r>
              <a:rPr lang="fr-FR" dirty="0" err="1">
                <a:solidFill>
                  <a:schemeClr val="accent6"/>
                </a:solidFill>
              </a:rPr>
              <a:t>idea</a:t>
            </a:r>
            <a:endParaRPr lang="fr-FR" dirty="0">
              <a:solidFill>
                <a:schemeClr val="accent6"/>
              </a:solidFill>
            </a:endParaRPr>
          </a:p>
          <a:p>
            <a:pPr marL="0" indent="0" algn="ctr">
              <a:buNone/>
            </a:pPr>
            <a:r>
              <a:rPr lang="fr-FR" dirty="0" err="1"/>
              <a:t>Carpet-</a:t>
            </a:r>
            <a:r>
              <a:rPr lang="fr-FR" dirty="0" err="1">
                <a:solidFill>
                  <a:schemeClr val="accent4"/>
                </a:solidFill>
              </a:rPr>
              <a:t>pencil</a:t>
            </a:r>
            <a:endParaRPr lang="fr-FR" dirty="0">
              <a:solidFill>
                <a:schemeClr val="accent4"/>
              </a:solidFill>
            </a:endParaRPr>
          </a:p>
          <a:p>
            <a:pPr marL="0" indent="0" algn="ctr">
              <a:buNone/>
            </a:pPr>
            <a:r>
              <a:rPr lang="fr-FR" dirty="0"/>
              <a:t>Table-</a:t>
            </a:r>
            <a:r>
              <a:rPr lang="fr-FR" dirty="0" err="1">
                <a:solidFill>
                  <a:schemeClr val="accent6"/>
                </a:solidFill>
              </a:rPr>
              <a:t>street</a:t>
            </a:r>
            <a:endParaRPr lang="fr-FR" dirty="0">
              <a:solidFill>
                <a:schemeClr val="accent6"/>
              </a:solidFill>
            </a:endParaRPr>
          </a:p>
          <a:p>
            <a:pPr marL="0" indent="0" algn="ctr">
              <a:buNone/>
            </a:pPr>
            <a:r>
              <a:rPr lang="fr-FR" dirty="0"/>
              <a:t>…</a:t>
            </a:r>
          </a:p>
          <a:p>
            <a:pPr marL="0" indent="0">
              <a:buNone/>
            </a:pPr>
            <a:endParaRPr lang="fr-FR" dirty="0"/>
          </a:p>
        </p:txBody>
      </p:sp>
      <p:sp>
        <p:nvSpPr>
          <p:cNvPr id="3" name="Espace réservé du numéro de diapositive 2">
            <a:extLst>
              <a:ext uri="{FF2B5EF4-FFF2-40B4-BE49-F238E27FC236}">
                <a16:creationId xmlns:a16="http://schemas.microsoft.com/office/drawing/2014/main" id="{CEE4F7C0-27D2-8F19-992E-0CE7C0F995DF}"/>
              </a:ext>
            </a:extLst>
          </p:cNvPr>
          <p:cNvSpPr>
            <a:spLocks noGrp="1"/>
          </p:cNvSpPr>
          <p:nvPr>
            <p:ph type="sldNum" sz="quarter" idx="12"/>
          </p:nvPr>
        </p:nvSpPr>
        <p:spPr/>
        <p:txBody>
          <a:bodyPr/>
          <a:lstStyle/>
          <a:p>
            <a:fld id="{5149A38E-4A7C-4C86-B631-64CD0F93C451}" type="slidenum">
              <a:rPr lang="fr-FR" smtClean="0"/>
              <a:t>5</a:t>
            </a:fld>
            <a:endParaRPr lang="fr-FR"/>
          </a:p>
        </p:txBody>
      </p:sp>
      <p:sp>
        <p:nvSpPr>
          <p:cNvPr id="4" name="Étoile : 5 branches 3">
            <a:extLst>
              <a:ext uri="{FF2B5EF4-FFF2-40B4-BE49-F238E27FC236}">
                <a16:creationId xmlns:a16="http://schemas.microsoft.com/office/drawing/2014/main" id="{C485C8CA-DDF1-A829-E031-50E3D1CA2975}"/>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22908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AD4B9D7-CF6A-0320-D16D-B8EE1F9D84E4}"/>
              </a:ext>
            </a:extLst>
          </p:cNvPr>
          <p:cNvSpPr>
            <a:spLocks noGrp="1"/>
          </p:cNvSpPr>
          <p:nvPr>
            <p:ph type="title"/>
          </p:nvPr>
        </p:nvSpPr>
        <p:spPr/>
        <p:txBody>
          <a:bodyPr/>
          <a:lstStyle/>
          <a:p>
            <a:r>
              <a:rPr lang="fr-FR" dirty="0" err="1"/>
              <a:t>Complementary</a:t>
            </a:r>
            <a:r>
              <a:rPr lang="fr-FR" dirty="0"/>
              <a:t> Learning </a:t>
            </a:r>
            <a:r>
              <a:rPr lang="fr-FR" dirty="0" err="1"/>
              <a:t>Systems</a:t>
            </a:r>
            <a:r>
              <a:rPr lang="fr-FR" dirty="0"/>
              <a:t> </a:t>
            </a:r>
            <a:r>
              <a:rPr lang="fr-FR" dirty="0" err="1"/>
              <a:t>theory</a:t>
            </a:r>
            <a:r>
              <a:rPr lang="fr-FR" dirty="0"/>
              <a:t> </a:t>
            </a:r>
            <a:r>
              <a:rPr lang="fr-FR" sz="3600" dirty="0"/>
              <a:t>(McClelland et al., 1995)</a:t>
            </a:r>
            <a:endParaRPr lang="fr-FR" dirty="0"/>
          </a:p>
        </p:txBody>
      </p:sp>
      <p:sp>
        <p:nvSpPr>
          <p:cNvPr id="8" name="Espace réservé du contenu 7">
            <a:extLst>
              <a:ext uri="{FF2B5EF4-FFF2-40B4-BE49-F238E27FC236}">
                <a16:creationId xmlns:a16="http://schemas.microsoft.com/office/drawing/2014/main" id="{1D0C859E-B871-6DF8-050E-074835105A68}"/>
              </a:ext>
            </a:extLst>
          </p:cNvPr>
          <p:cNvSpPr>
            <a:spLocks noGrp="1"/>
          </p:cNvSpPr>
          <p:nvPr>
            <p:ph sz="half" idx="1"/>
          </p:nvPr>
        </p:nvSpPr>
        <p:spPr/>
        <p:txBody>
          <a:bodyPr/>
          <a:lstStyle/>
          <a:p>
            <a:r>
              <a:rPr lang="fr-FR" dirty="0"/>
              <a:t>The </a:t>
            </a:r>
            <a:r>
              <a:rPr lang="fr-FR" dirty="0" err="1"/>
              <a:t>hippocampus</a:t>
            </a:r>
            <a:r>
              <a:rPr lang="fr-FR" dirty="0"/>
              <a:t> </a:t>
            </a:r>
            <a:r>
              <a:rPr lang="fr-FR" dirty="0" err="1"/>
              <a:t>quickly</a:t>
            </a:r>
            <a:r>
              <a:rPr lang="fr-FR" dirty="0"/>
              <a:t> stores the </a:t>
            </a:r>
            <a:r>
              <a:rPr lang="fr-FR" dirty="0" err="1"/>
              <a:t>details</a:t>
            </a:r>
            <a:r>
              <a:rPr lang="fr-FR" dirty="0"/>
              <a:t> of </a:t>
            </a:r>
            <a:r>
              <a:rPr lang="fr-FR" dirty="0" err="1"/>
              <a:t>individual</a:t>
            </a:r>
            <a:r>
              <a:rPr lang="fr-FR" dirty="0"/>
              <a:t> </a:t>
            </a:r>
            <a:r>
              <a:rPr lang="fr-FR" dirty="0" err="1"/>
              <a:t>experiences</a:t>
            </a:r>
            <a:r>
              <a:rPr lang="fr-FR" dirty="0"/>
              <a:t>.</a:t>
            </a:r>
          </a:p>
          <a:p>
            <a:r>
              <a:rPr lang="fr-FR" dirty="0"/>
              <a:t>The </a:t>
            </a:r>
            <a:r>
              <a:rPr lang="fr-FR" dirty="0" err="1"/>
              <a:t>neocortex</a:t>
            </a:r>
            <a:r>
              <a:rPr lang="fr-FR" dirty="0"/>
              <a:t> </a:t>
            </a:r>
            <a:r>
              <a:rPr lang="fr-FR" dirty="0" err="1"/>
              <a:t>slowly</a:t>
            </a:r>
            <a:r>
              <a:rPr lang="fr-FR" dirty="0"/>
              <a:t> </a:t>
            </a:r>
            <a:r>
              <a:rPr lang="fr-FR" dirty="0" err="1"/>
              <a:t>extracts</a:t>
            </a:r>
            <a:r>
              <a:rPr lang="fr-FR" dirty="0"/>
              <a:t> structure from </a:t>
            </a:r>
            <a:r>
              <a:rPr lang="fr-FR" dirty="0" err="1"/>
              <a:t>experiences</a:t>
            </a:r>
            <a:r>
              <a:rPr lang="fr-FR" dirty="0"/>
              <a:t>.</a:t>
            </a:r>
          </a:p>
          <a:p>
            <a:r>
              <a:rPr lang="fr-FR" dirty="0"/>
              <a:t> </a:t>
            </a:r>
            <a:r>
              <a:rPr lang="fr-FR" dirty="0" err="1"/>
              <a:t>Hippocampal</a:t>
            </a:r>
            <a:r>
              <a:rPr lang="fr-FR" dirty="0"/>
              <a:t> replay </a:t>
            </a:r>
            <a:r>
              <a:rPr lang="fr-FR" dirty="0" err="1"/>
              <a:t>interleaves</a:t>
            </a:r>
            <a:r>
              <a:rPr lang="fr-FR" dirty="0"/>
              <a:t> new </a:t>
            </a:r>
            <a:r>
              <a:rPr lang="fr-FR" dirty="0" err="1"/>
              <a:t>experiences</a:t>
            </a:r>
            <a:r>
              <a:rPr lang="fr-FR" dirty="0"/>
              <a:t> with other </a:t>
            </a:r>
            <a:r>
              <a:rPr lang="fr-FR" dirty="0" err="1"/>
              <a:t>experiences</a:t>
            </a:r>
            <a:r>
              <a:rPr lang="fr-FR" dirty="0"/>
              <a:t> to </a:t>
            </a:r>
            <a:r>
              <a:rPr lang="fr-FR" dirty="0" err="1"/>
              <a:t>integrate</a:t>
            </a:r>
            <a:r>
              <a:rPr lang="fr-FR" dirty="0"/>
              <a:t> them </a:t>
            </a:r>
            <a:r>
              <a:rPr lang="fr-FR" dirty="0" err="1"/>
              <a:t>into</a:t>
            </a:r>
            <a:r>
              <a:rPr lang="fr-FR" dirty="0"/>
              <a:t> the structure of the </a:t>
            </a:r>
            <a:r>
              <a:rPr lang="fr-FR" dirty="0" err="1"/>
              <a:t>neocortex</a:t>
            </a:r>
            <a:r>
              <a:rPr lang="fr-FR" dirty="0"/>
              <a:t>.</a:t>
            </a:r>
          </a:p>
        </p:txBody>
      </p:sp>
      <p:pic>
        <p:nvPicPr>
          <p:cNvPr id="10" name="Espace réservé du contenu 18">
            <a:extLst>
              <a:ext uri="{FF2B5EF4-FFF2-40B4-BE49-F238E27FC236}">
                <a16:creationId xmlns:a16="http://schemas.microsoft.com/office/drawing/2014/main" id="{0CE76C5A-F9F0-12D7-71A0-C50A03A1510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46345" y="2064102"/>
            <a:ext cx="4433310" cy="3874383"/>
          </a:xfrm>
          <a:prstGeom prst="rect">
            <a:avLst/>
          </a:prstGeom>
        </p:spPr>
      </p:pic>
      <p:sp>
        <p:nvSpPr>
          <p:cNvPr id="2" name="Espace réservé du numéro de diapositive 1">
            <a:extLst>
              <a:ext uri="{FF2B5EF4-FFF2-40B4-BE49-F238E27FC236}">
                <a16:creationId xmlns:a16="http://schemas.microsoft.com/office/drawing/2014/main" id="{4BA61127-8DE8-7CDD-DA5A-C9930BA4C1EB}"/>
              </a:ext>
            </a:extLst>
          </p:cNvPr>
          <p:cNvSpPr>
            <a:spLocks noGrp="1"/>
          </p:cNvSpPr>
          <p:nvPr>
            <p:ph type="sldNum" sz="quarter" idx="12"/>
          </p:nvPr>
        </p:nvSpPr>
        <p:spPr/>
        <p:txBody>
          <a:bodyPr/>
          <a:lstStyle/>
          <a:p>
            <a:fld id="{5149A38E-4A7C-4C86-B631-64CD0F93C451}" type="slidenum">
              <a:rPr lang="fr-FR" smtClean="0"/>
              <a:t>6</a:t>
            </a:fld>
            <a:endParaRPr lang="fr-FR"/>
          </a:p>
        </p:txBody>
      </p:sp>
    </p:spTree>
    <p:extLst>
      <p:ext uri="{BB962C8B-B14F-4D97-AF65-F5344CB8AC3E}">
        <p14:creationId xmlns:p14="http://schemas.microsoft.com/office/powerpoint/2010/main" val="1473077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F09587-F830-4EFC-7224-A092AD68AA68}"/>
              </a:ext>
            </a:extLst>
          </p:cNvPr>
          <p:cNvSpPr>
            <a:spLocks noGrp="1"/>
          </p:cNvSpPr>
          <p:nvPr>
            <p:ph type="title"/>
          </p:nvPr>
        </p:nvSpPr>
        <p:spPr/>
        <p:txBody>
          <a:bodyPr/>
          <a:lstStyle/>
          <a:p>
            <a:r>
              <a:rPr lang="fr-FR" dirty="0" err="1"/>
              <a:t>Complementary</a:t>
            </a:r>
            <a:r>
              <a:rPr lang="fr-FR" dirty="0"/>
              <a:t> Learning </a:t>
            </a:r>
            <a:r>
              <a:rPr lang="fr-FR" dirty="0" err="1"/>
              <a:t>Systems</a:t>
            </a:r>
            <a:r>
              <a:rPr lang="fr-FR" dirty="0"/>
              <a:t> </a:t>
            </a:r>
            <a:r>
              <a:rPr lang="fr-FR" dirty="0" err="1"/>
              <a:t>theory</a:t>
            </a:r>
            <a:r>
              <a:rPr lang="fr-FR" dirty="0"/>
              <a:t> </a:t>
            </a:r>
            <a:r>
              <a:rPr lang="fr-FR" sz="3600" dirty="0"/>
              <a:t>(McClelland et al., 1995)</a:t>
            </a:r>
            <a:endParaRPr lang="fr-FR" dirty="0"/>
          </a:p>
        </p:txBody>
      </p:sp>
      <p:sp>
        <p:nvSpPr>
          <p:cNvPr id="3" name="Espace réservé du texte 2">
            <a:extLst>
              <a:ext uri="{FF2B5EF4-FFF2-40B4-BE49-F238E27FC236}">
                <a16:creationId xmlns:a16="http://schemas.microsoft.com/office/drawing/2014/main" id="{14564583-A7AF-54C5-2BAF-71E3C5629B8C}"/>
              </a:ext>
            </a:extLst>
          </p:cNvPr>
          <p:cNvSpPr>
            <a:spLocks noGrp="1"/>
          </p:cNvSpPr>
          <p:nvPr>
            <p:ph type="body" idx="1"/>
          </p:nvPr>
        </p:nvSpPr>
        <p:spPr/>
        <p:txBody>
          <a:bodyPr/>
          <a:lstStyle/>
          <a:p>
            <a:r>
              <a:rPr lang="fr-FR" dirty="0"/>
              <a:t>Structure </a:t>
            </a:r>
            <a:r>
              <a:rPr lang="fr-FR" dirty="0" err="1"/>
              <a:t>discovery</a:t>
            </a:r>
            <a:r>
              <a:rPr lang="fr-FR" dirty="0"/>
              <a:t> in the </a:t>
            </a:r>
            <a:r>
              <a:rPr lang="fr-FR" dirty="0" err="1"/>
              <a:t>neocortex</a:t>
            </a:r>
            <a:r>
              <a:rPr lang="fr-FR" dirty="0"/>
              <a:t> </a:t>
            </a:r>
          </a:p>
        </p:txBody>
      </p:sp>
      <p:sp>
        <p:nvSpPr>
          <p:cNvPr id="4" name="Espace réservé du contenu 3">
            <a:extLst>
              <a:ext uri="{FF2B5EF4-FFF2-40B4-BE49-F238E27FC236}">
                <a16:creationId xmlns:a16="http://schemas.microsoft.com/office/drawing/2014/main" id="{F7148431-DF7A-E815-20E8-2CA9B1199DB3}"/>
              </a:ext>
            </a:extLst>
          </p:cNvPr>
          <p:cNvSpPr>
            <a:spLocks noGrp="1"/>
          </p:cNvSpPr>
          <p:nvPr>
            <p:ph sz="half" idx="2"/>
          </p:nvPr>
        </p:nvSpPr>
        <p:spPr>
          <a:xfrm>
            <a:off x="839788" y="2505075"/>
            <a:ext cx="5157787" cy="4067368"/>
          </a:xfrm>
        </p:spPr>
        <p:txBody>
          <a:bodyPr>
            <a:normAutofit lnSpcReduction="10000"/>
          </a:bodyPr>
          <a:lstStyle/>
          <a:p>
            <a:endParaRPr lang="fr-FR" dirty="0"/>
          </a:p>
          <a:p>
            <a:endParaRPr lang="fr-FR" dirty="0"/>
          </a:p>
          <a:p>
            <a:endParaRPr lang="fr-FR" dirty="0"/>
          </a:p>
          <a:p>
            <a:endParaRPr lang="fr-FR" dirty="0"/>
          </a:p>
          <a:p>
            <a:endParaRPr lang="fr-FR" dirty="0"/>
          </a:p>
          <a:p>
            <a:endParaRPr lang="fr-FR" dirty="0"/>
          </a:p>
          <a:p>
            <a:r>
              <a:rPr lang="fr-FR" dirty="0"/>
              <a:t>High </a:t>
            </a:r>
            <a:r>
              <a:rPr lang="fr-FR" dirty="0" err="1"/>
              <a:t>overlap</a:t>
            </a:r>
            <a:r>
              <a:rPr lang="fr-FR" dirty="0"/>
              <a:t> </a:t>
            </a:r>
            <a:r>
              <a:rPr lang="fr-FR" dirty="0" err="1"/>
              <a:t>between</a:t>
            </a:r>
            <a:r>
              <a:rPr lang="fr-FR" dirty="0"/>
              <a:t> </a:t>
            </a:r>
            <a:r>
              <a:rPr lang="fr-FR" dirty="0" err="1"/>
              <a:t>contexts</a:t>
            </a:r>
            <a:r>
              <a:rPr lang="fr-FR" dirty="0"/>
              <a:t> </a:t>
            </a:r>
          </a:p>
          <a:p>
            <a:r>
              <a:rPr lang="fr-FR" dirty="0" err="1"/>
              <a:t>Generalization</a:t>
            </a:r>
            <a:r>
              <a:rPr lang="fr-FR" dirty="0"/>
              <a:t> </a:t>
            </a:r>
            <a:r>
              <a:rPr lang="fr-FR" dirty="0" err="1"/>
              <a:t>accross</a:t>
            </a:r>
            <a:r>
              <a:rPr lang="fr-FR" dirty="0"/>
              <a:t> </a:t>
            </a:r>
            <a:r>
              <a:rPr lang="fr-FR" dirty="0" err="1"/>
              <a:t>contexts</a:t>
            </a:r>
            <a:endParaRPr lang="fr-FR" dirty="0"/>
          </a:p>
        </p:txBody>
      </p:sp>
      <p:sp>
        <p:nvSpPr>
          <p:cNvPr id="5" name="Espace réservé du texte 4">
            <a:extLst>
              <a:ext uri="{FF2B5EF4-FFF2-40B4-BE49-F238E27FC236}">
                <a16:creationId xmlns:a16="http://schemas.microsoft.com/office/drawing/2014/main" id="{613B02BC-E7BF-1C40-AAF4-1CF7FF308B15}"/>
              </a:ext>
            </a:extLst>
          </p:cNvPr>
          <p:cNvSpPr>
            <a:spLocks noGrp="1"/>
          </p:cNvSpPr>
          <p:nvPr>
            <p:ph type="body" sz="quarter" idx="3"/>
          </p:nvPr>
        </p:nvSpPr>
        <p:spPr/>
        <p:txBody>
          <a:bodyPr/>
          <a:lstStyle/>
          <a:p>
            <a:r>
              <a:rPr lang="fr-FR" dirty="0"/>
              <a:t>Fast </a:t>
            </a:r>
            <a:r>
              <a:rPr lang="fr-FR" dirty="0" err="1"/>
              <a:t>storage</a:t>
            </a:r>
            <a:r>
              <a:rPr lang="fr-FR" dirty="0"/>
              <a:t> in the </a:t>
            </a:r>
            <a:r>
              <a:rPr lang="fr-FR" dirty="0" err="1"/>
              <a:t>hippocampus</a:t>
            </a:r>
            <a:endParaRPr lang="fr-FR" dirty="0"/>
          </a:p>
        </p:txBody>
      </p:sp>
      <p:sp>
        <p:nvSpPr>
          <p:cNvPr id="6" name="Espace réservé du contenu 5">
            <a:extLst>
              <a:ext uri="{FF2B5EF4-FFF2-40B4-BE49-F238E27FC236}">
                <a16:creationId xmlns:a16="http://schemas.microsoft.com/office/drawing/2014/main" id="{B892BD57-60FA-7FA3-52DF-ABB57A2E10A4}"/>
              </a:ext>
            </a:extLst>
          </p:cNvPr>
          <p:cNvSpPr>
            <a:spLocks noGrp="1"/>
          </p:cNvSpPr>
          <p:nvPr>
            <p:ph sz="quarter" idx="4"/>
          </p:nvPr>
        </p:nvSpPr>
        <p:spPr>
          <a:xfrm>
            <a:off x="6172200" y="2505074"/>
            <a:ext cx="5183188" cy="4067369"/>
          </a:xfrm>
        </p:spPr>
        <p:txBody>
          <a:bodyPr>
            <a:normAutofit lnSpcReduction="10000"/>
          </a:bodyPr>
          <a:lstStyle/>
          <a:p>
            <a:endParaRPr lang="fr-FR" dirty="0"/>
          </a:p>
          <a:p>
            <a:endParaRPr lang="fr-FR" dirty="0"/>
          </a:p>
          <a:p>
            <a:endParaRPr lang="fr-FR" dirty="0"/>
          </a:p>
          <a:p>
            <a:endParaRPr lang="fr-FR" dirty="0"/>
          </a:p>
          <a:p>
            <a:endParaRPr lang="fr-FR" dirty="0"/>
          </a:p>
          <a:p>
            <a:endParaRPr lang="fr-FR" dirty="0"/>
          </a:p>
          <a:p>
            <a:r>
              <a:rPr lang="fr-FR" dirty="0"/>
              <a:t>Low </a:t>
            </a:r>
            <a:r>
              <a:rPr lang="fr-FR" dirty="0" err="1"/>
              <a:t>overlap</a:t>
            </a:r>
            <a:r>
              <a:rPr lang="fr-FR" dirty="0"/>
              <a:t> </a:t>
            </a:r>
            <a:r>
              <a:rPr lang="fr-FR" dirty="0" err="1"/>
              <a:t>between</a:t>
            </a:r>
            <a:r>
              <a:rPr lang="fr-FR" dirty="0"/>
              <a:t> </a:t>
            </a:r>
            <a:r>
              <a:rPr lang="fr-FR" dirty="0" err="1"/>
              <a:t>contexts</a:t>
            </a:r>
            <a:endParaRPr lang="fr-FR" dirty="0"/>
          </a:p>
          <a:p>
            <a:r>
              <a:rPr lang="fr-FR" dirty="0"/>
              <a:t>Fast </a:t>
            </a:r>
            <a:r>
              <a:rPr lang="fr-FR" dirty="0" err="1"/>
              <a:t>memorization</a:t>
            </a:r>
            <a:r>
              <a:rPr lang="fr-FR" dirty="0"/>
              <a:t> of </a:t>
            </a:r>
            <a:r>
              <a:rPr lang="fr-FR" dirty="0" err="1"/>
              <a:t>individual</a:t>
            </a:r>
            <a:r>
              <a:rPr lang="fr-FR" dirty="0"/>
              <a:t> </a:t>
            </a:r>
            <a:r>
              <a:rPr lang="fr-FR" dirty="0" err="1"/>
              <a:t>contexts</a:t>
            </a:r>
            <a:endParaRPr lang="fr-FR" dirty="0"/>
          </a:p>
        </p:txBody>
      </p:sp>
      <p:pic>
        <p:nvPicPr>
          <p:cNvPr id="7" name="Espace réservé du contenu 14">
            <a:extLst>
              <a:ext uri="{FF2B5EF4-FFF2-40B4-BE49-F238E27FC236}">
                <a16:creationId xmlns:a16="http://schemas.microsoft.com/office/drawing/2014/main" id="{22FDC441-09A8-2F60-5E2C-A9795C63ECD3}"/>
              </a:ext>
            </a:extLst>
          </p:cNvPr>
          <p:cNvPicPr>
            <a:picLocks noChangeAspect="1"/>
          </p:cNvPicPr>
          <p:nvPr/>
        </p:nvPicPr>
        <p:blipFill>
          <a:blip r:embed="rId3"/>
          <a:stretch>
            <a:fillRect/>
          </a:stretch>
        </p:blipFill>
        <p:spPr>
          <a:xfrm>
            <a:off x="2287294" y="2505073"/>
            <a:ext cx="1705213" cy="2791215"/>
          </a:xfrm>
          <a:prstGeom prst="rect">
            <a:avLst/>
          </a:prstGeom>
        </p:spPr>
      </p:pic>
      <p:pic>
        <p:nvPicPr>
          <p:cNvPr id="8" name="Espace réservé du contenu 16">
            <a:extLst>
              <a:ext uri="{FF2B5EF4-FFF2-40B4-BE49-F238E27FC236}">
                <a16:creationId xmlns:a16="http://schemas.microsoft.com/office/drawing/2014/main" id="{DFB3F88C-9D13-F482-2985-790C70CAB9CC}"/>
              </a:ext>
            </a:extLst>
          </p:cNvPr>
          <p:cNvPicPr>
            <a:picLocks noChangeAspect="1"/>
          </p:cNvPicPr>
          <p:nvPr/>
        </p:nvPicPr>
        <p:blipFill>
          <a:blip r:embed="rId4"/>
          <a:stretch>
            <a:fillRect/>
          </a:stretch>
        </p:blipFill>
        <p:spPr>
          <a:xfrm>
            <a:off x="6648949" y="2505073"/>
            <a:ext cx="4229690" cy="2800741"/>
          </a:xfrm>
          <a:prstGeom prst="rect">
            <a:avLst/>
          </a:prstGeom>
        </p:spPr>
      </p:pic>
      <p:sp>
        <p:nvSpPr>
          <p:cNvPr id="9" name="ZoneTexte 8">
            <a:extLst>
              <a:ext uri="{FF2B5EF4-FFF2-40B4-BE49-F238E27FC236}">
                <a16:creationId xmlns:a16="http://schemas.microsoft.com/office/drawing/2014/main" id="{3814D8A4-98F5-C2B1-5574-98FB3057E77F}"/>
              </a:ext>
            </a:extLst>
          </p:cNvPr>
          <p:cNvSpPr txBox="1"/>
          <p:nvPr/>
        </p:nvSpPr>
        <p:spPr>
          <a:xfrm>
            <a:off x="215494" y="6471772"/>
            <a:ext cx="6094140" cy="276999"/>
          </a:xfrm>
          <a:prstGeom prst="rect">
            <a:avLst/>
          </a:prstGeom>
          <a:noFill/>
        </p:spPr>
        <p:txBody>
          <a:bodyPr wrap="square">
            <a:spAutoFit/>
          </a:bodyPr>
          <a:lstStyle/>
          <a:p>
            <a:r>
              <a:rPr lang="fr-FR" sz="1200" dirty="0"/>
              <a:t>From </a:t>
            </a:r>
            <a:r>
              <a:rPr lang="fr-FR" sz="1200" dirty="0" err="1"/>
              <a:t>Spanne</a:t>
            </a:r>
            <a:r>
              <a:rPr lang="fr-FR" sz="1200" dirty="0"/>
              <a:t> and </a:t>
            </a:r>
            <a:r>
              <a:rPr lang="fr-FR" sz="1200" dirty="0" err="1"/>
              <a:t>Jörntell</a:t>
            </a:r>
            <a:r>
              <a:rPr lang="fr-FR" sz="1200" dirty="0"/>
              <a:t> (2015), Trends in Neurosciences.</a:t>
            </a:r>
          </a:p>
        </p:txBody>
      </p:sp>
      <p:sp>
        <p:nvSpPr>
          <p:cNvPr id="10" name="Espace réservé du numéro de diapositive 9">
            <a:extLst>
              <a:ext uri="{FF2B5EF4-FFF2-40B4-BE49-F238E27FC236}">
                <a16:creationId xmlns:a16="http://schemas.microsoft.com/office/drawing/2014/main" id="{2AD24714-1FB6-5248-5DE4-B10295EE0EEE}"/>
              </a:ext>
            </a:extLst>
          </p:cNvPr>
          <p:cNvSpPr>
            <a:spLocks noGrp="1"/>
          </p:cNvSpPr>
          <p:nvPr>
            <p:ph type="sldNum" sz="quarter" idx="12"/>
          </p:nvPr>
        </p:nvSpPr>
        <p:spPr/>
        <p:txBody>
          <a:bodyPr/>
          <a:lstStyle/>
          <a:p>
            <a:fld id="{5149A38E-4A7C-4C86-B631-64CD0F93C451}" type="slidenum">
              <a:rPr lang="fr-FR" smtClean="0"/>
              <a:t>7</a:t>
            </a:fld>
            <a:endParaRPr lang="fr-FR"/>
          </a:p>
        </p:txBody>
      </p:sp>
    </p:spTree>
    <p:extLst>
      <p:ext uri="{BB962C8B-B14F-4D97-AF65-F5344CB8AC3E}">
        <p14:creationId xmlns:p14="http://schemas.microsoft.com/office/powerpoint/2010/main" val="2503567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9D494A-1DE1-D745-8E6E-57AD7CC5E839}"/>
              </a:ext>
            </a:extLst>
          </p:cNvPr>
          <p:cNvSpPr>
            <a:spLocks noGrp="1"/>
          </p:cNvSpPr>
          <p:nvPr>
            <p:ph type="title"/>
          </p:nvPr>
        </p:nvSpPr>
        <p:spPr/>
        <p:txBody>
          <a:bodyPr/>
          <a:lstStyle/>
          <a:p>
            <a:r>
              <a:rPr lang="fr-FR" dirty="0" err="1"/>
              <a:t>Experience</a:t>
            </a:r>
            <a:r>
              <a:rPr lang="fr-FR" dirty="0"/>
              <a:t> replay in machine </a:t>
            </a:r>
            <a:r>
              <a:rPr lang="fr-FR" dirty="0" err="1"/>
              <a:t>learning</a:t>
            </a:r>
            <a:endParaRPr lang="fr-FR" dirty="0"/>
          </a:p>
        </p:txBody>
      </p:sp>
      <p:sp>
        <p:nvSpPr>
          <p:cNvPr id="3" name="Espace réservé du texte 2">
            <a:extLst>
              <a:ext uri="{FF2B5EF4-FFF2-40B4-BE49-F238E27FC236}">
                <a16:creationId xmlns:a16="http://schemas.microsoft.com/office/drawing/2014/main" id="{3F1634C4-689E-2FF3-3284-3A6220F64469}"/>
              </a:ext>
            </a:extLst>
          </p:cNvPr>
          <p:cNvSpPr>
            <a:spLocks noGrp="1"/>
          </p:cNvSpPr>
          <p:nvPr>
            <p:ph type="body" idx="1"/>
          </p:nvPr>
        </p:nvSpPr>
        <p:spPr/>
        <p:txBody>
          <a:bodyPr/>
          <a:lstStyle/>
          <a:p>
            <a:r>
              <a:rPr lang="fr-FR" dirty="0" err="1"/>
              <a:t>Continual</a:t>
            </a:r>
            <a:r>
              <a:rPr lang="fr-FR" dirty="0"/>
              <a:t> </a:t>
            </a:r>
            <a:r>
              <a:rPr lang="fr-FR" dirty="0" err="1"/>
              <a:t>learning</a:t>
            </a:r>
            <a:endParaRPr lang="fr-FR" dirty="0"/>
          </a:p>
        </p:txBody>
      </p:sp>
      <p:sp>
        <p:nvSpPr>
          <p:cNvPr id="4" name="Espace réservé du contenu 3">
            <a:extLst>
              <a:ext uri="{FF2B5EF4-FFF2-40B4-BE49-F238E27FC236}">
                <a16:creationId xmlns:a16="http://schemas.microsoft.com/office/drawing/2014/main" id="{953D5DA2-5216-D394-5EAE-7FCC2E56798B}"/>
              </a:ext>
            </a:extLst>
          </p:cNvPr>
          <p:cNvSpPr>
            <a:spLocks noGrp="1"/>
          </p:cNvSpPr>
          <p:nvPr>
            <p:ph sz="half" idx="2"/>
          </p:nvPr>
        </p:nvSpPr>
        <p:spPr/>
        <p:txBody>
          <a:bodyPr/>
          <a:lstStyle/>
          <a:p>
            <a:pPr marL="0" indent="0">
              <a:buNone/>
            </a:pPr>
            <a:r>
              <a:rPr lang="fr-FR" dirty="0"/>
              <a:t>MNIST digits </a:t>
            </a:r>
            <a:r>
              <a:rPr lang="fr-FR" dirty="0" err="1"/>
              <a:t>incremental</a:t>
            </a:r>
            <a:r>
              <a:rPr lang="fr-FR" dirty="0"/>
              <a:t> classification</a:t>
            </a:r>
          </a:p>
        </p:txBody>
      </p:sp>
      <p:sp>
        <p:nvSpPr>
          <p:cNvPr id="5" name="Espace réservé du texte 4">
            <a:extLst>
              <a:ext uri="{FF2B5EF4-FFF2-40B4-BE49-F238E27FC236}">
                <a16:creationId xmlns:a16="http://schemas.microsoft.com/office/drawing/2014/main" id="{B3A273B8-6F4B-BFCB-1648-16C5643D8591}"/>
              </a:ext>
            </a:extLst>
          </p:cNvPr>
          <p:cNvSpPr>
            <a:spLocks noGrp="1"/>
          </p:cNvSpPr>
          <p:nvPr>
            <p:ph type="body" sz="quarter" idx="3"/>
          </p:nvPr>
        </p:nvSpPr>
        <p:spPr/>
        <p:txBody>
          <a:bodyPr/>
          <a:lstStyle/>
          <a:p>
            <a:r>
              <a:rPr lang="fr-FR" dirty="0" err="1"/>
              <a:t>Reinforcement</a:t>
            </a:r>
            <a:r>
              <a:rPr lang="fr-FR" dirty="0"/>
              <a:t> </a:t>
            </a:r>
            <a:r>
              <a:rPr lang="fr-FR" dirty="0" err="1"/>
              <a:t>learning</a:t>
            </a:r>
            <a:r>
              <a:rPr lang="fr-FR" dirty="0"/>
              <a:t> agents</a:t>
            </a:r>
          </a:p>
        </p:txBody>
      </p:sp>
      <p:sp>
        <p:nvSpPr>
          <p:cNvPr id="6" name="Espace réservé du contenu 5">
            <a:extLst>
              <a:ext uri="{FF2B5EF4-FFF2-40B4-BE49-F238E27FC236}">
                <a16:creationId xmlns:a16="http://schemas.microsoft.com/office/drawing/2014/main" id="{11EE643E-C3BD-2D1C-6620-39CFCD2EF427}"/>
              </a:ext>
            </a:extLst>
          </p:cNvPr>
          <p:cNvSpPr>
            <a:spLocks noGrp="1"/>
          </p:cNvSpPr>
          <p:nvPr>
            <p:ph sz="quarter" idx="4"/>
          </p:nvPr>
        </p:nvSpPr>
        <p:spPr/>
        <p:txBody>
          <a:bodyPr/>
          <a:lstStyle/>
          <a:p>
            <a:pPr marL="0" indent="0">
              <a:buNone/>
            </a:pPr>
            <a:r>
              <a:rPr lang="fr-FR" dirty="0"/>
              <a:t>Atari 2600 </a:t>
            </a:r>
            <a:r>
              <a:rPr lang="fr-FR" dirty="0" err="1"/>
              <a:t>games</a:t>
            </a:r>
            <a:endParaRPr lang="fr-FR" dirty="0"/>
          </a:p>
        </p:txBody>
      </p:sp>
      <p:pic>
        <p:nvPicPr>
          <p:cNvPr id="8" name="Espace réservé du contenu 7">
            <a:extLst>
              <a:ext uri="{FF2B5EF4-FFF2-40B4-BE49-F238E27FC236}">
                <a16:creationId xmlns:a16="http://schemas.microsoft.com/office/drawing/2014/main" id="{D226B05E-B821-8928-CF59-20A2EA9855F4}"/>
              </a:ext>
            </a:extLst>
          </p:cNvPr>
          <p:cNvPicPr>
            <a:picLocks noChangeAspect="1"/>
          </p:cNvPicPr>
          <p:nvPr/>
        </p:nvPicPr>
        <p:blipFill>
          <a:blip r:embed="rId2"/>
          <a:stretch>
            <a:fillRect/>
          </a:stretch>
        </p:blipFill>
        <p:spPr>
          <a:xfrm>
            <a:off x="836612" y="3509030"/>
            <a:ext cx="4693506" cy="764414"/>
          </a:xfrm>
          <a:prstGeom prst="rect">
            <a:avLst/>
          </a:prstGeom>
        </p:spPr>
      </p:pic>
      <p:pic>
        <p:nvPicPr>
          <p:cNvPr id="7" name="Picture 6">
            <a:extLst>
              <a:ext uri="{FF2B5EF4-FFF2-40B4-BE49-F238E27FC236}">
                <a16:creationId xmlns:a16="http://schemas.microsoft.com/office/drawing/2014/main" id="{2CDC4365-329C-0AB5-AB80-F79C659BAB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3034562"/>
            <a:ext cx="5183188" cy="2915543"/>
          </a:xfrm>
          <a:prstGeom prst="rect">
            <a:avLst/>
          </a:prstGeom>
          <a:noFill/>
          <a:extLst>
            <a:ext uri="{909E8E84-426E-40DD-AFC4-6F175D3DCCD1}">
              <a14:hiddenFill xmlns:a14="http://schemas.microsoft.com/office/drawing/2010/main">
                <a:solidFill>
                  <a:srgbClr val="FFFFFF"/>
                </a:solidFill>
              </a14:hiddenFill>
            </a:ext>
          </a:extLst>
        </p:spPr>
      </p:pic>
      <p:sp>
        <p:nvSpPr>
          <p:cNvPr id="9" name="ZoneTexte 8">
            <a:extLst>
              <a:ext uri="{FF2B5EF4-FFF2-40B4-BE49-F238E27FC236}">
                <a16:creationId xmlns:a16="http://schemas.microsoft.com/office/drawing/2014/main" id="{6D9324B8-378F-63B1-0A49-375C95A0B27C}"/>
              </a:ext>
            </a:extLst>
          </p:cNvPr>
          <p:cNvSpPr txBox="1"/>
          <p:nvPr/>
        </p:nvSpPr>
        <p:spPr>
          <a:xfrm>
            <a:off x="836612" y="4273444"/>
            <a:ext cx="3279103" cy="276999"/>
          </a:xfrm>
          <a:prstGeom prst="rect">
            <a:avLst/>
          </a:prstGeom>
          <a:noFill/>
        </p:spPr>
        <p:txBody>
          <a:bodyPr wrap="none" rtlCol="0">
            <a:spAutoFit/>
          </a:bodyPr>
          <a:lstStyle/>
          <a:p>
            <a:r>
              <a:rPr lang="fr-FR" sz="1200" dirty="0"/>
              <a:t>From van De Ven (2020), Nature Communications</a:t>
            </a:r>
          </a:p>
        </p:txBody>
      </p:sp>
      <p:sp>
        <p:nvSpPr>
          <p:cNvPr id="10" name="Espace réservé du numéro de diapositive 9">
            <a:extLst>
              <a:ext uri="{FF2B5EF4-FFF2-40B4-BE49-F238E27FC236}">
                <a16:creationId xmlns:a16="http://schemas.microsoft.com/office/drawing/2014/main" id="{0C0E9922-6691-18B3-7D46-D63BD752F013}"/>
              </a:ext>
            </a:extLst>
          </p:cNvPr>
          <p:cNvSpPr>
            <a:spLocks noGrp="1"/>
          </p:cNvSpPr>
          <p:nvPr>
            <p:ph type="sldNum" sz="quarter" idx="12"/>
          </p:nvPr>
        </p:nvSpPr>
        <p:spPr/>
        <p:txBody>
          <a:bodyPr/>
          <a:lstStyle/>
          <a:p>
            <a:fld id="{5149A38E-4A7C-4C86-B631-64CD0F93C451}" type="slidenum">
              <a:rPr lang="fr-FR" smtClean="0"/>
              <a:t>8</a:t>
            </a:fld>
            <a:endParaRPr lang="fr-FR"/>
          </a:p>
        </p:txBody>
      </p:sp>
    </p:spTree>
    <p:extLst>
      <p:ext uri="{BB962C8B-B14F-4D97-AF65-F5344CB8AC3E}">
        <p14:creationId xmlns:p14="http://schemas.microsoft.com/office/powerpoint/2010/main" val="3488251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95FED0-0C64-4912-259B-39CF0368190D}"/>
              </a:ext>
            </a:extLst>
          </p:cNvPr>
          <p:cNvSpPr>
            <a:spLocks noGrp="1"/>
          </p:cNvSpPr>
          <p:nvPr>
            <p:ph type="title"/>
          </p:nvPr>
        </p:nvSpPr>
        <p:spPr/>
        <p:txBody>
          <a:bodyPr/>
          <a:lstStyle/>
          <a:p>
            <a:r>
              <a:rPr lang="fr-FR" dirty="0" err="1"/>
              <a:t>Additional</a:t>
            </a:r>
            <a:r>
              <a:rPr lang="fr-FR" dirty="0"/>
              <a:t> </a:t>
            </a:r>
            <a:r>
              <a:rPr lang="fr-FR" dirty="0" err="1"/>
              <a:t>roles</a:t>
            </a:r>
            <a:r>
              <a:rPr lang="fr-FR" dirty="0"/>
              <a:t> of replay</a:t>
            </a:r>
          </a:p>
        </p:txBody>
      </p:sp>
      <p:sp>
        <p:nvSpPr>
          <p:cNvPr id="3" name="Espace réservé du texte 2">
            <a:extLst>
              <a:ext uri="{FF2B5EF4-FFF2-40B4-BE49-F238E27FC236}">
                <a16:creationId xmlns:a16="http://schemas.microsoft.com/office/drawing/2014/main" id="{D1811741-5B30-FC75-845C-0C32F4E365C6}"/>
              </a:ext>
            </a:extLst>
          </p:cNvPr>
          <p:cNvSpPr>
            <a:spLocks noGrp="1"/>
          </p:cNvSpPr>
          <p:nvPr>
            <p:ph type="body" idx="1"/>
          </p:nvPr>
        </p:nvSpPr>
        <p:spPr/>
        <p:txBody>
          <a:bodyPr/>
          <a:lstStyle/>
          <a:p>
            <a:r>
              <a:rPr lang="fr-FR" dirty="0"/>
              <a:t>Prospective </a:t>
            </a:r>
            <a:r>
              <a:rPr lang="fr-FR" dirty="0" err="1"/>
              <a:t>trajectories</a:t>
            </a:r>
            <a:r>
              <a:rPr lang="fr-FR" dirty="0"/>
              <a:t> in </a:t>
            </a:r>
            <a:r>
              <a:rPr lang="fr-FR" dirty="0" err="1"/>
              <a:t>rodents</a:t>
            </a:r>
            <a:endParaRPr lang="fr-FR" dirty="0"/>
          </a:p>
        </p:txBody>
      </p:sp>
      <p:sp>
        <p:nvSpPr>
          <p:cNvPr id="5" name="Espace réservé du texte 4">
            <a:extLst>
              <a:ext uri="{FF2B5EF4-FFF2-40B4-BE49-F238E27FC236}">
                <a16:creationId xmlns:a16="http://schemas.microsoft.com/office/drawing/2014/main" id="{BFEDE802-1D68-2BEF-EA0E-DE7C14D80183}"/>
              </a:ext>
            </a:extLst>
          </p:cNvPr>
          <p:cNvSpPr>
            <a:spLocks noGrp="1"/>
          </p:cNvSpPr>
          <p:nvPr>
            <p:ph type="body" sz="quarter" idx="3"/>
          </p:nvPr>
        </p:nvSpPr>
        <p:spPr/>
        <p:txBody>
          <a:bodyPr/>
          <a:lstStyle/>
          <a:p>
            <a:r>
              <a:rPr lang="fr-FR" dirty="0" err="1"/>
              <a:t>Scene</a:t>
            </a:r>
            <a:r>
              <a:rPr lang="fr-FR" dirty="0"/>
              <a:t> construction in </a:t>
            </a:r>
            <a:r>
              <a:rPr lang="fr-FR" dirty="0" err="1"/>
              <a:t>humans</a:t>
            </a:r>
            <a:endParaRPr lang="fr-FR" dirty="0"/>
          </a:p>
        </p:txBody>
      </p:sp>
      <p:pic>
        <p:nvPicPr>
          <p:cNvPr id="11" name="Espace réservé du contenu 10">
            <a:extLst>
              <a:ext uri="{FF2B5EF4-FFF2-40B4-BE49-F238E27FC236}">
                <a16:creationId xmlns:a16="http://schemas.microsoft.com/office/drawing/2014/main" id="{3B06191F-D78D-58AB-833E-FCB94157ECD3}"/>
              </a:ext>
            </a:extLst>
          </p:cNvPr>
          <p:cNvPicPr>
            <a:picLocks noGrp="1" noChangeAspect="1"/>
          </p:cNvPicPr>
          <p:nvPr>
            <p:ph sz="half" idx="2"/>
          </p:nvPr>
        </p:nvPicPr>
        <p:blipFill>
          <a:blip r:embed="rId2"/>
          <a:stretch>
            <a:fillRect/>
          </a:stretch>
        </p:blipFill>
        <p:spPr>
          <a:xfrm>
            <a:off x="1474844" y="2505075"/>
            <a:ext cx="3887675" cy="3684588"/>
          </a:xfrm>
          <a:prstGeom prst="rect">
            <a:avLst/>
          </a:prstGeom>
        </p:spPr>
      </p:pic>
      <p:sp>
        <p:nvSpPr>
          <p:cNvPr id="12" name="ZoneTexte 11">
            <a:extLst>
              <a:ext uri="{FF2B5EF4-FFF2-40B4-BE49-F238E27FC236}">
                <a16:creationId xmlns:a16="http://schemas.microsoft.com/office/drawing/2014/main" id="{4571611A-628B-1D59-EFCD-D1DD606178EB}"/>
              </a:ext>
            </a:extLst>
          </p:cNvPr>
          <p:cNvSpPr txBox="1"/>
          <p:nvPr/>
        </p:nvSpPr>
        <p:spPr>
          <a:xfrm>
            <a:off x="1352183" y="6189663"/>
            <a:ext cx="4205831" cy="276999"/>
          </a:xfrm>
          <a:prstGeom prst="rect">
            <a:avLst/>
          </a:prstGeom>
          <a:noFill/>
        </p:spPr>
        <p:txBody>
          <a:bodyPr wrap="none" rtlCol="0">
            <a:spAutoFit/>
          </a:bodyPr>
          <a:lstStyle/>
          <a:p>
            <a:r>
              <a:rPr lang="fr-FR" sz="1200" dirty="0"/>
              <a:t>From </a:t>
            </a:r>
            <a:r>
              <a:rPr lang="fr-FR" sz="1200" dirty="0" err="1"/>
              <a:t>Wikenheiser</a:t>
            </a:r>
            <a:r>
              <a:rPr lang="fr-FR" sz="1200" dirty="0"/>
              <a:t> and </a:t>
            </a:r>
            <a:r>
              <a:rPr lang="fr-FR" sz="1200" dirty="0" err="1"/>
              <a:t>Redish</a:t>
            </a:r>
            <a:r>
              <a:rPr lang="fr-FR" sz="1200" dirty="0"/>
              <a:t> (2015), </a:t>
            </a:r>
            <a:r>
              <a:rPr lang="fr-FR" sz="1200" dirty="0" err="1"/>
              <a:t>Current</a:t>
            </a:r>
            <a:r>
              <a:rPr lang="fr-FR" sz="1200" dirty="0"/>
              <a:t> Opinion in </a:t>
            </a:r>
            <a:r>
              <a:rPr lang="fr-FR" sz="1200" dirty="0" err="1"/>
              <a:t>Biology</a:t>
            </a:r>
            <a:endParaRPr lang="fr-FR" sz="1200" dirty="0"/>
          </a:p>
        </p:txBody>
      </p:sp>
      <p:pic>
        <p:nvPicPr>
          <p:cNvPr id="1026" name="Picture 2" descr="Figure 3">
            <a:extLst>
              <a:ext uri="{FF2B5EF4-FFF2-40B4-BE49-F238E27FC236}">
                <a16:creationId xmlns:a16="http://schemas.microsoft.com/office/drawing/2014/main" id="{DD4CE4CB-17CA-F512-88FD-7A0B9D4D37D6}"/>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829483" y="2606268"/>
            <a:ext cx="3276618" cy="1645464"/>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 6">
            <a:extLst>
              <a:ext uri="{FF2B5EF4-FFF2-40B4-BE49-F238E27FC236}">
                <a16:creationId xmlns:a16="http://schemas.microsoft.com/office/drawing/2014/main" id="{E99AAE5C-B027-8F76-F1E4-DFB88AD4A1D6}"/>
              </a:ext>
            </a:extLst>
          </p:cNvPr>
          <p:cNvPicPr>
            <a:picLocks noChangeAspect="1"/>
          </p:cNvPicPr>
          <p:nvPr/>
        </p:nvPicPr>
        <p:blipFill>
          <a:blip r:embed="rId4"/>
          <a:stretch>
            <a:fillRect/>
          </a:stretch>
        </p:blipFill>
        <p:spPr>
          <a:xfrm>
            <a:off x="6288255" y="4730210"/>
            <a:ext cx="4653149" cy="1736452"/>
          </a:xfrm>
          <a:prstGeom prst="rect">
            <a:avLst/>
          </a:prstGeom>
        </p:spPr>
      </p:pic>
      <p:sp>
        <p:nvSpPr>
          <p:cNvPr id="9" name="ZoneTexte 8">
            <a:extLst>
              <a:ext uri="{FF2B5EF4-FFF2-40B4-BE49-F238E27FC236}">
                <a16:creationId xmlns:a16="http://schemas.microsoft.com/office/drawing/2014/main" id="{F16FE09C-C500-1954-9086-CE7537E89D3E}"/>
              </a:ext>
            </a:extLst>
          </p:cNvPr>
          <p:cNvSpPr txBox="1"/>
          <p:nvPr/>
        </p:nvSpPr>
        <p:spPr>
          <a:xfrm>
            <a:off x="5997575" y="4266834"/>
            <a:ext cx="5234510" cy="276999"/>
          </a:xfrm>
          <a:prstGeom prst="rect">
            <a:avLst/>
          </a:prstGeom>
          <a:noFill/>
        </p:spPr>
        <p:txBody>
          <a:bodyPr wrap="none" rtlCol="0">
            <a:spAutoFit/>
          </a:bodyPr>
          <a:lstStyle/>
          <a:p>
            <a:r>
              <a:rPr lang="fr-FR" sz="1200" dirty="0"/>
              <a:t>From Schacter and Addis (2007), </a:t>
            </a:r>
            <a:r>
              <a:rPr lang="en-US" sz="1200" dirty="0"/>
              <a:t>Philosophical Transactions of the Royal Society B</a:t>
            </a:r>
            <a:endParaRPr lang="fr-FR" sz="1200" dirty="0"/>
          </a:p>
        </p:txBody>
      </p:sp>
      <p:sp>
        <p:nvSpPr>
          <p:cNvPr id="10" name="ZoneTexte 9">
            <a:extLst>
              <a:ext uri="{FF2B5EF4-FFF2-40B4-BE49-F238E27FC236}">
                <a16:creationId xmlns:a16="http://schemas.microsoft.com/office/drawing/2014/main" id="{59432120-0644-73CE-E3D3-9486A304144E}"/>
              </a:ext>
            </a:extLst>
          </p:cNvPr>
          <p:cNvSpPr txBox="1"/>
          <p:nvPr/>
        </p:nvSpPr>
        <p:spPr>
          <a:xfrm>
            <a:off x="6564847" y="6444476"/>
            <a:ext cx="4091505" cy="276999"/>
          </a:xfrm>
          <a:prstGeom prst="rect">
            <a:avLst/>
          </a:prstGeom>
          <a:noFill/>
        </p:spPr>
        <p:txBody>
          <a:bodyPr wrap="none" rtlCol="0">
            <a:spAutoFit/>
          </a:bodyPr>
          <a:lstStyle/>
          <a:p>
            <a:r>
              <a:rPr lang="fr-FR" sz="1200" dirty="0"/>
              <a:t>From </a:t>
            </a:r>
            <a:r>
              <a:rPr lang="fr-FR" sz="1200" dirty="0" err="1"/>
              <a:t>Hassabis</a:t>
            </a:r>
            <a:r>
              <a:rPr lang="fr-FR" sz="1200" dirty="0"/>
              <a:t> and </a:t>
            </a:r>
            <a:r>
              <a:rPr lang="fr-FR" sz="1200" dirty="0" err="1"/>
              <a:t>Maguire</a:t>
            </a:r>
            <a:r>
              <a:rPr lang="fr-FR" sz="1200" dirty="0"/>
              <a:t> (2007), </a:t>
            </a:r>
            <a:r>
              <a:rPr lang="en-US" sz="1200" dirty="0"/>
              <a:t>Trends in cognitive science</a:t>
            </a:r>
            <a:endParaRPr lang="fr-FR" sz="1200" dirty="0"/>
          </a:p>
        </p:txBody>
      </p:sp>
      <p:sp>
        <p:nvSpPr>
          <p:cNvPr id="4" name="Espace réservé du numéro de diapositive 3">
            <a:extLst>
              <a:ext uri="{FF2B5EF4-FFF2-40B4-BE49-F238E27FC236}">
                <a16:creationId xmlns:a16="http://schemas.microsoft.com/office/drawing/2014/main" id="{129F37FF-AB26-8AAB-F239-EB3D843A56DF}"/>
              </a:ext>
            </a:extLst>
          </p:cNvPr>
          <p:cNvSpPr>
            <a:spLocks noGrp="1"/>
          </p:cNvSpPr>
          <p:nvPr>
            <p:ph type="sldNum" sz="quarter" idx="12"/>
          </p:nvPr>
        </p:nvSpPr>
        <p:spPr/>
        <p:txBody>
          <a:bodyPr/>
          <a:lstStyle/>
          <a:p>
            <a:fld id="{5149A38E-4A7C-4C86-B631-64CD0F93C451}" type="slidenum">
              <a:rPr lang="fr-FR" smtClean="0"/>
              <a:t>9</a:t>
            </a:fld>
            <a:endParaRPr lang="fr-FR"/>
          </a:p>
        </p:txBody>
      </p:sp>
    </p:spTree>
    <p:extLst>
      <p:ext uri="{BB962C8B-B14F-4D97-AF65-F5344CB8AC3E}">
        <p14:creationId xmlns:p14="http://schemas.microsoft.com/office/powerpoint/2010/main" val="4007247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FDE32E7C-BB6F-993A-7A34-23472295A9CA}"/>
              </a:ext>
            </a:extLst>
          </p:cNvPr>
          <p:cNvSpPr>
            <a:spLocks noGrp="1"/>
          </p:cNvSpPr>
          <p:nvPr>
            <p:ph type="title"/>
          </p:nvPr>
        </p:nvSpPr>
        <p:spPr/>
        <p:txBody>
          <a:bodyPr/>
          <a:lstStyle/>
          <a:p>
            <a:r>
              <a:rPr lang="fr-FR" dirty="0" err="1"/>
              <a:t>Generative</a:t>
            </a:r>
            <a:r>
              <a:rPr lang="fr-FR" dirty="0"/>
              <a:t> replay as sampling from a </a:t>
            </a:r>
            <a:r>
              <a:rPr lang="fr-FR" dirty="0" err="1"/>
              <a:t>generative</a:t>
            </a:r>
            <a:r>
              <a:rPr lang="fr-FR" dirty="0"/>
              <a:t> model</a:t>
            </a:r>
          </a:p>
        </p:txBody>
      </p:sp>
      <p:pic>
        <p:nvPicPr>
          <p:cNvPr id="38" name="Espace réservé du contenu 37">
            <a:extLst>
              <a:ext uri="{FF2B5EF4-FFF2-40B4-BE49-F238E27FC236}">
                <a16:creationId xmlns:a16="http://schemas.microsoft.com/office/drawing/2014/main" id="{F4C952CE-2538-562D-7E3C-A84D32C8C9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553970" y="1825625"/>
            <a:ext cx="5084059" cy="4351338"/>
          </a:xfrm>
          <a:prstGeom prst="rect">
            <a:avLst/>
          </a:prstGeom>
          <a:noFill/>
          <a:extLst>
            <a:ext uri="{909E8E84-426E-40DD-AFC4-6F175D3DCCD1}">
              <a14:hiddenFill xmlns:a14="http://schemas.microsoft.com/office/drawing/2010/main">
                <a:solidFill>
                  <a:srgbClr val="FFFFFF"/>
                </a:solidFill>
              </a14:hiddenFill>
            </a:ext>
          </a:extLst>
        </p:spPr>
      </p:pic>
      <p:sp>
        <p:nvSpPr>
          <p:cNvPr id="39" name="ZoneTexte 38">
            <a:extLst>
              <a:ext uri="{FF2B5EF4-FFF2-40B4-BE49-F238E27FC236}">
                <a16:creationId xmlns:a16="http://schemas.microsoft.com/office/drawing/2014/main" id="{46912197-8B44-BB84-10BB-DD7347BC784E}"/>
              </a:ext>
            </a:extLst>
          </p:cNvPr>
          <p:cNvSpPr txBox="1"/>
          <p:nvPr/>
        </p:nvSpPr>
        <p:spPr>
          <a:xfrm>
            <a:off x="3553970" y="6311900"/>
            <a:ext cx="3512757" cy="276999"/>
          </a:xfrm>
          <a:prstGeom prst="rect">
            <a:avLst/>
          </a:prstGeom>
          <a:noFill/>
        </p:spPr>
        <p:txBody>
          <a:bodyPr wrap="none" rtlCol="0">
            <a:spAutoFit/>
          </a:bodyPr>
          <a:lstStyle/>
          <a:p>
            <a:r>
              <a:rPr lang="fr-FR" sz="1200" dirty="0"/>
              <a:t>From </a:t>
            </a:r>
            <a:r>
              <a:rPr lang="fr-FR" sz="1200" dirty="0" err="1"/>
              <a:t>Stoianov</a:t>
            </a:r>
            <a:r>
              <a:rPr lang="fr-FR" sz="1200" dirty="0"/>
              <a:t> et al. (2022), Progress in </a:t>
            </a:r>
            <a:r>
              <a:rPr lang="fr-FR" sz="1200" dirty="0" err="1"/>
              <a:t>Neurobiology</a:t>
            </a:r>
            <a:endParaRPr lang="fr-FR" sz="1200" dirty="0"/>
          </a:p>
        </p:txBody>
      </p:sp>
      <p:sp>
        <p:nvSpPr>
          <p:cNvPr id="2" name="Espace réservé du numéro de diapositive 1">
            <a:extLst>
              <a:ext uri="{FF2B5EF4-FFF2-40B4-BE49-F238E27FC236}">
                <a16:creationId xmlns:a16="http://schemas.microsoft.com/office/drawing/2014/main" id="{0B3A44FA-5553-A978-87ED-CE9DA60AF4BF}"/>
              </a:ext>
            </a:extLst>
          </p:cNvPr>
          <p:cNvSpPr>
            <a:spLocks noGrp="1"/>
          </p:cNvSpPr>
          <p:nvPr>
            <p:ph type="sldNum" sz="quarter" idx="12"/>
          </p:nvPr>
        </p:nvSpPr>
        <p:spPr/>
        <p:txBody>
          <a:bodyPr/>
          <a:lstStyle/>
          <a:p>
            <a:fld id="{5149A38E-4A7C-4C86-B631-64CD0F93C451}" type="slidenum">
              <a:rPr lang="fr-FR" smtClean="0"/>
              <a:t>10</a:t>
            </a:fld>
            <a:endParaRPr lang="fr-FR"/>
          </a:p>
        </p:txBody>
      </p:sp>
    </p:spTree>
    <p:extLst>
      <p:ext uri="{BB962C8B-B14F-4D97-AF65-F5344CB8AC3E}">
        <p14:creationId xmlns:p14="http://schemas.microsoft.com/office/powerpoint/2010/main" val="1455578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FDE32E7C-BB6F-993A-7A34-23472295A9CA}"/>
              </a:ext>
            </a:extLst>
          </p:cNvPr>
          <p:cNvSpPr>
            <a:spLocks noGrp="1"/>
          </p:cNvSpPr>
          <p:nvPr>
            <p:ph type="title"/>
          </p:nvPr>
        </p:nvSpPr>
        <p:spPr/>
        <p:txBody>
          <a:bodyPr/>
          <a:lstStyle/>
          <a:p>
            <a:r>
              <a:rPr lang="fr-FR" dirty="0" err="1"/>
              <a:t>Generative</a:t>
            </a:r>
            <a:r>
              <a:rPr lang="fr-FR" dirty="0"/>
              <a:t> replay as sampling from a </a:t>
            </a:r>
            <a:r>
              <a:rPr lang="fr-FR" dirty="0" err="1"/>
              <a:t>generative</a:t>
            </a:r>
            <a:r>
              <a:rPr lang="fr-FR" dirty="0"/>
              <a:t> model</a:t>
            </a:r>
          </a:p>
        </p:txBody>
      </p:sp>
      <p:pic>
        <p:nvPicPr>
          <p:cNvPr id="38" name="Espace réservé du contenu 37">
            <a:extLst>
              <a:ext uri="{FF2B5EF4-FFF2-40B4-BE49-F238E27FC236}">
                <a16:creationId xmlns:a16="http://schemas.microsoft.com/office/drawing/2014/main" id="{F4C952CE-2538-562D-7E3C-A84D32C8C9F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553970" y="1825625"/>
            <a:ext cx="5084059" cy="4351338"/>
          </a:xfrm>
          <a:prstGeom prst="rect">
            <a:avLst/>
          </a:prstGeom>
          <a:noFill/>
          <a:extLst>
            <a:ext uri="{909E8E84-426E-40DD-AFC4-6F175D3DCCD1}">
              <a14:hiddenFill xmlns:a14="http://schemas.microsoft.com/office/drawing/2010/main">
                <a:solidFill>
                  <a:srgbClr val="FFFFFF"/>
                </a:solidFill>
              </a14:hiddenFill>
            </a:ext>
          </a:extLst>
        </p:spPr>
      </p:pic>
      <p:sp>
        <p:nvSpPr>
          <p:cNvPr id="39" name="ZoneTexte 38">
            <a:extLst>
              <a:ext uri="{FF2B5EF4-FFF2-40B4-BE49-F238E27FC236}">
                <a16:creationId xmlns:a16="http://schemas.microsoft.com/office/drawing/2014/main" id="{46912197-8B44-BB84-10BB-DD7347BC784E}"/>
              </a:ext>
            </a:extLst>
          </p:cNvPr>
          <p:cNvSpPr txBox="1"/>
          <p:nvPr/>
        </p:nvSpPr>
        <p:spPr>
          <a:xfrm>
            <a:off x="3553970" y="6311900"/>
            <a:ext cx="3512757" cy="276999"/>
          </a:xfrm>
          <a:prstGeom prst="rect">
            <a:avLst/>
          </a:prstGeom>
          <a:noFill/>
        </p:spPr>
        <p:txBody>
          <a:bodyPr wrap="none" rtlCol="0">
            <a:spAutoFit/>
          </a:bodyPr>
          <a:lstStyle/>
          <a:p>
            <a:r>
              <a:rPr lang="fr-FR" sz="1200" dirty="0"/>
              <a:t>From </a:t>
            </a:r>
            <a:r>
              <a:rPr lang="fr-FR" sz="1200" dirty="0" err="1"/>
              <a:t>Stoianov</a:t>
            </a:r>
            <a:r>
              <a:rPr lang="fr-FR" sz="1200" dirty="0"/>
              <a:t> et al. (2022), Progress in </a:t>
            </a:r>
            <a:r>
              <a:rPr lang="fr-FR" sz="1200" dirty="0" err="1"/>
              <a:t>Neurobiology</a:t>
            </a:r>
            <a:endParaRPr lang="fr-FR" sz="1200" dirty="0"/>
          </a:p>
        </p:txBody>
      </p:sp>
      <p:sp>
        <p:nvSpPr>
          <p:cNvPr id="40" name="Accolade ouvrante 39">
            <a:extLst>
              <a:ext uri="{FF2B5EF4-FFF2-40B4-BE49-F238E27FC236}">
                <a16:creationId xmlns:a16="http://schemas.microsoft.com/office/drawing/2014/main" id="{4AE55963-FFA2-0E87-A766-EF2363011791}"/>
              </a:ext>
            </a:extLst>
          </p:cNvPr>
          <p:cNvSpPr/>
          <p:nvPr/>
        </p:nvSpPr>
        <p:spPr>
          <a:xfrm>
            <a:off x="3092824" y="1825625"/>
            <a:ext cx="309282" cy="4351338"/>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41" name="ZoneTexte 40">
            <a:extLst>
              <a:ext uri="{FF2B5EF4-FFF2-40B4-BE49-F238E27FC236}">
                <a16:creationId xmlns:a16="http://schemas.microsoft.com/office/drawing/2014/main" id="{75E7756A-93E0-1334-CB87-DBCE068AC9E7}"/>
              </a:ext>
            </a:extLst>
          </p:cNvPr>
          <p:cNvSpPr txBox="1"/>
          <p:nvPr/>
        </p:nvSpPr>
        <p:spPr>
          <a:xfrm>
            <a:off x="1145917" y="3678128"/>
            <a:ext cx="1795043" cy="646331"/>
          </a:xfrm>
          <a:prstGeom prst="rect">
            <a:avLst/>
          </a:prstGeom>
          <a:noFill/>
        </p:spPr>
        <p:txBody>
          <a:bodyPr wrap="none" rtlCol="0">
            <a:spAutoFit/>
          </a:bodyPr>
          <a:lstStyle/>
          <a:p>
            <a:pPr algn="ctr"/>
            <a:r>
              <a:rPr lang="fr-FR" dirty="0" err="1"/>
              <a:t>Biological</a:t>
            </a:r>
            <a:r>
              <a:rPr lang="fr-FR" dirty="0"/>
              <a:t> </a:t>
            </a:r>
          </a:p>
          <a:p>
            <a:pPr algn="ctr"/>
            <a:r>
              <a:rPr lang="fr-FR" dirty="0" err="1"/>
              <a:t>implementation</a:t>
            </a:r>
            <a:r>
              <a:rPr lang="fr-FR" dirty="0"/>
              <a:t>?</a:t>
            </a:r>
          </a:p>
        </p:txBody>
      </p:sp>
      <p:sp>
        <p:nvSpPr>
          <p:cNvPr id="2" name="Espace réservé du numéro de diapositive 1">
            <a:extLst>
              <a:ext uri="{FF2B5EF4-FFF2-40B4-BE49-F238E27FC236}">
                <a16:creationId xmlns:a16="http://schemas.microsoft.com/office/drawing/2014/main" id="{B7018E37-D245-B98E-580A-A5D75BDC765D}"/>
              </a:ext>
            </a:extLst>
          </p:cNvPr>
          <p:cNvSpPr>
            <a:spLocks noGrp="1"/>
          </p:cNvSpPr>
          <p:nvPr>
            <p:ph type="sldNum" sz="quarter" idx="12"/>
          </p:nvPr>
        </p:nvSpPr>
        <p:spPr/>
        <p:txBody>
          <a:bodyPr/>
          <a:lstStyle/>
          <a:p>
            <a:fld id="{5149A38E-4A7C-4C86-B631-64CD0F93C451}" type="slidenum">
              <a:rPr lang="fr-FR" smtClean="0"/>
              <a:t>11</a:t>
            </a:fld>
            <a:endParaRPr lang="fr-FR"/>
          </a:p>
        </p:txBody>
      </p:sp>
    </p:spTree>
    <p:extLst>
      <p:ext uri="{BB962C8B-B14F-4D97-AF65-F5344CB8AC3E}">
        <p14:creationId xmlns:p14="http://schemas.microsoft.com/office/powerpoint/2010/main" val="1401555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786ECA-3994-6B6E-5B82-29F90D159897}"/>
              </a:ext>
            </a:extLst>
          </p:cNvPr>
          <p:cNvSpPr>
            <a:spLocks noGrp="1"/>
          </p:cNvSpPr>
          <p:nvPr>
            <p:ph type="title"/>
          </p:nvPr>
        </p:nvSpPr>
        <p:spPr/>
        <p:txBody>
          <a:bodyPr/>
          <a:lstStyle/>
          <a:p>
            <a:r>
              <a:rPr lang="fr-FR" dirty="0"/>
              <a:t>Location of the </a:t>
            </a:r>
            <a:r>
              <a:rPr lang="fr-FR" dirty="0" err="1"/>
              <a:t>hippocampus</a:t>
            </a:r>
            <a:endParaRPr lang="fr-FR" dirty="0"/>
          </a:p>
        </p:txBody>
      </p:sp>
      <p:pic>
        <p:nvPicPr>
          <p:cNvPr id="22" name="Espace réservé du contenu 16">
            <a:extLst>
              <a:ext uri="{FF2B5EF4-FFF2-40B4-BE49-F238E27FC236}">
                <a16:creationId xmlns:a16="http://schemas.microsoft.com/office/drawing/2014/main" id="{03F5BCED-96AE-C79B-76BD-431595B8B5B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87948" y="1825625"/>
            <a:ext cx="4482103" cy="4351338"/>
          </a:xfrm>
        </p:spPr>
      </p:pic>
      <p:sp>
        <p:nvSpPr>
          <p:cNvPr id="30" name="Espace réservé du contenu 29">
            <a:extLst>
              <a:ext uri="{FF2B5EF4-FFF2-40B4-BE49-F238E27FC236}">
                <a16:creationId xmlns:a16="http://schemas.microsoft.com/office/drawing/2014/main" id="{C2BFC988-B413-992B-48B9-1C4ACEA8699B}"/>
              </a:ext>
            </a:extLst>
          </p:cNvPr>
          <p:cNvSpPr>
            <a:spLocks noGrp="1"/>
          </p:cNvSpPr>
          <p:nvPr>
            <p:ph sz="half" idx="2"/>
          </p:nvPr>
        </p:nvSpPr>
        <p:spPr/>
        <p:txBody>
          <a:bodyPr/>
          <a:lstStyle/>
          <a:p>
            <a:pPr marL="0" indent="0">
              <a:buNone/>
            </a:pPr>
            <a:endParaRPr lang="fr-FR" dirty="0"/>
          </a:p>
        </p:txBody>
      </p:sp>
      <p:sp>
        <p:nvSpPr>
          <p:cNvPr id="3" name="Espace réservé du numéro de diapositive 2">
            <a:extLst>
              <a:ext uri="{FF2B5EF4-FFF2-40B4-BE49-F238E27FC236}">
                <a16:creationId xmlns:a16="http://schemas.microsoft.com/office/drawing/2014/main" id="{CF0361C8-1F79-6F23-B436-E046FD71193A}"/>
              </a:ext>
            </a:extLst>
          </p:cNvPr>
          <p:cNvSpPr>
            <a:spLocks noGrp="1"/>
          </p:cNvSpPr>
          <p:nvPr>
            <p:ph type="sldNum" sz="quarter" idx="12"/>
          </p:nvPr>
        </p:nvSpPr>
        <p:spPr/>
        <p:txBody>
          <a:bodyPr/>
          <a:lstStyle/>
          <a:p>
            <a:fld id="{5149A38E-4A7C-4C86-B631-64CD0F93C451}" type="slidenum">
              <a:rPr lang="fr-FR" smtClean="0"/>
              <a:t>12</a:t>
            </a:fld>
            <a:endParaRPr lang="fr-FR"/>
          </a:p>
        </p:txBody>
      </p:sp>
    </p:spTree>
    <p:extLst>
      <p:ext uri="{BB962C8B-B14F-4D97-AF65-F5344CB8AC3E}">
        <p14:creationId xmlns:p14="http://schemas.microsoft.com/office/powerpoint/2010/main" val="446709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786ECA-3994-6B6E-5B82-29F90D159897}"/>
              </a:ext>
            </a:extLst>
          </p:cNvPr>
          <p:cNvSpPr>
            <a:spLocks noGrp="1"/>
          </p:cNvSpPr>
          <p:nvPr>
            <p:ph type="title"/>
          </p:nvPr>
        </p:nvSpPr>
        <p:spPr/>
        <p:txBody>
          <a:bodyPr/>
          <a:lstStyle/>
          <a:p>
            <a:r>
              <a:rPr lang="fr-FR" dirty="0"/>
              <a:t>Interactions with the </a:t>
            </a:r>
            <a:r>
              <a:rPr lang="fr-FR" dirty="0" err="1"/>
              <a:t>neocortex</a:t>
            </a:r>
            <a:endParaRPr lang="fr-FR" dirty="0"/>
          </a:p>
        </p:txBody>
      </p:sp>
      <p:pic>
        <p:nvPicPr>
          <p:cNvPr id="24" name="Espace réservé du contenu 23">
            <a:extLst>
              <a:ext uri="{FF2B5EF4-FFF2-40B4-BE49-F238E27FC236}">
                <a16:creationId xmlns:a16="http://schemas.microsoft.com/office/drawing/2014/main" id="{3E459420-25E7-87C4-AB99-386290339DE3}"/>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177514"/>
            <a:ext cx="5181600" cy="3647559"/>
          </a:xfrm>
        </p:spPr>
      </p:pic>
      <p:pic>
        <p:nvPicPr>
          <p:cNvPr id="22" name="Espace réservé du contenu 16">
            <a:extLst>
              <a:ext uri="{FF2B5EF4-FFF2-40B4-BE49-F238E27FC236}">
                <a16:creationId xmlns:a16="http://schemas.microsoft.com/office/drawing/2014/main" id="{03F5BCED-96AE-C79B-76BD-431595B8B5B7}"/>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187948" y="1825625"/>
            <a:ext cx="4482103" cy="4351338"/>
          </a:xfrm>
        </p:spPr>
      </p:pic>
      <p:sp>
        <p:nvSpPr>
          <p:cNvPr id="25" name="Rectangle 24">
            <a:extLst>
              <a:ext uri="{FF2B5EF4-FFF2-40B4-BE49-F238E27FC236}">
                <a16:creationId xmlns:a16="http://schemas.microsoft.com/office/drawing/2014/main" id="{63BC7C33-D825-DD66-D9AE-330B77849911}"/>
              </a:ext>
            </a:extLst>
          </p:cNvPr>
          <p:cNvSpPr/>
          <p:nvPr/>
        </p:nvSpPr>
        <p:spPr>
          <a:xfrm>
            <a:off x="2286001" y="4437529"/>
            <a:ext cx="2205318" cy="1874370"/>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25">
            <a:extLst>
              <a:ext uri="{FF2B5EF4-FFF2-40B4-BE49-F238E27FC236}">
                <a16:creationId xmlns:a16="http://schemas.microsoft.com/office/drawing/2014/main" id="{CDCAE617-5D49-C2C7-DB81-8825C28184C9}"/>
              </a:ext>
            </a:extLst>
          </p:cNvPr>
          <p:cNvSpPr/>
          <p:nvPr/>
        </p:nvSpPr>
        <p:spPr>
          <a:xfrm>
            <a:off x="7032812" y="2931459"/>
            <a:ext cx="3523130" cy="2893614"/>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8" name="Connecteur droit 27">
            <a:extLst>
              <a:ext uri="{FF2B5EF4-FFF2-40B4-BE49-F238E27FC236}">
                <a16:creationId xmlns:a16="http://schemas.microsoft.com/office/drawing/2014/main" id="{F90E02DA-D010-3D28-6A90-C88D1323011D}"/>
              </a:ext>
            </a:extLst>
          </p:cNvPr>
          <p:cNvCxnSpPr>
            <a:stCxn id="25" idx="3"/>
            <a:endCxn id="26" idx="1"/>
          </p:cNvCxnSpPr>
          <p:nvPr/>
        </p:nvCxnSpPr>
        <p:spPr>
          <a:xfrm flipV="1">
            <a:off x="4491319" y="4378266"/>
            <a:ext cx="2541493" cy="996448"/>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sp>
        <p:nvSpPr>
          <p:cNvPr id="3" name="Espace réservé du numéro de diapositive 2">
            <a:extLst>
              <a:ext uri="{FF2B5EF4-FFF2-40B4-BE49-F238E27FC236}">
                <a16:creationId xmlns:a16="http://schemas.microsoft.com/office/drawing/2014/main" id="{E80CDFA1-C8D2-7DFE-2BCE-0CEA74309CA1}"/>
              </a:ext>
            </a:extLst>
          </p:cNvPr>
          <p:cNvSpPr>
            <a:spLocks noGrp="1"/>
          </p:cNvSpPr>
          <p:nvPr>
            <p:ph type="sldNum" sz="quarter" idx="12"/>
          </p:nvPr>
        </p:nvSpPr>
        <p:spPr/>
        <p:txBody>
          <a:bodyPr/>
          <a:lstStyle/>
          <a:p>
            <a:fld id="{5149A38E-4A7C-4C86-B631-64CD0F93C451}" type="slidenum">
              <a:rPr lang="fr-FR" smtClean="0"/>
              <a:t>13</a:t>
            </a:fld>
            <a:endParaRPr lang="fr-FR"/>
          </a:p>
        </p:txBody>
      </p:sp>
    </p:spTree>
    <p:extLst>
      <p:ext uri="{BB962C8B-B14F-4D97-AF65-F5344CB8AC3E}">
        <p14:creationId xmlns:p14="http://schemas.microsoft.com/office/powerpoint/2010/main" val="14105258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D64A2A-9650-DBF1-A5BB-403D4F920C79}"/>
              </a:ext>
            </a:extLst>
          </p:cNvPr>
          <p:cNvSpPr>
            <a:spLocks noGrp="1"/>
          </p:cNvSpPr>
          <p:nvPr>
            <p:ph type="title"/>
          </p:nvPr>
        </p:nvSpPr>
        <p:spPr/>
        <p:txBody>
          <a:bodyPr/>
          <a:lstStyle/>
          <a:p>
            <a:r>
              <a:rPr lang="fr-FR" dirty="0" err="1"/>
              <a:t>Hippocampal</a:t>
            </a:r>
            <a:r>
              <a:rPr lang="fr-FR" dirty="0"/>
              <a:t> circuit</a:t>
            </a:r>
          </a:p>
        </p:txBody>
      </p:sp>
      <p:pic>
        <p:nvPicPr>
          <p:cNvPr id="19" name="Espace réservé du contenu 18">
            <a:extLst>
              <a:ext uri="{FF2B5EF4-FFF2-40B4-BE49-F238E27FC236}">
                <a16:creationId xmlns:a16="http://schemas.microsoft.com/office/drawing/2014/main" id="{2A4B215E-2F41-1E67-B927-1F95B50C707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096000" y="629819"/>
            <a:ext cx="5181600" cy="3960850"/>
          </a:xfrm>
          <a:ln>
            <a:noFill/>
          </a:ln>
        </p:spPr>
      </p:pic>
      <p:pic>
        <p:nvPicPr>
          <p:cNvPr id="6" name="Espace réservé du contenu 16">
            <a:extLst>
              <a:ext uri="{FF2B5EF4-FFF2-40B4-BE49-F238E27FC236}">
                <a16:creationId xmlns:a16="http://schemas.microsoft.com/office/drawing/2014/main" id="{69582698-7313-B5F0-D1ED-8091F85D1C47}"/>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187948" y="1825625"/>
            <a:ext cx="4482103" cy="4351338"/>
          </a:xfrm>
        </p:spPr>
      </p:pic>
      <p:sp>
        <p:nvSpPr>
          <p:cNvPr id="7" name="Rectangle 6">
            <a:extLst>
              <a:ext uri="{FF2B5EF4-FFF2-40B4-BE49-F238E27FC236}">
                <a16:creationId xmlns:a16="http://schemas.microsoft.com/office/drawing/2014/main" id="{827EF19C-D2DB-A6A8-2D86-9AAAAEBD6945}"/>
              </a:ext>
            </a:extLst>
          </p:cNvPr>
          <p:cNvSpPr/>
          <p:nvPr/>
        </p:nvSpPr>
        <p:spPr>
          <a:xfrm>
            <a:off x="3018865" y="3644154"/>
            <a:ext cx="813548" cy="71610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1DD46262-B32A-FDC4-436B-073C50E7D055}"/>
              </a:ext>
            </a:extLst>
          </p:cNvPr>
          <p:cNvSpPr txBox="1"/>
          <p:nvPr/>
        </p:nvSpPr>
        <p:spPr>
          <a:xfrm>
            <a:off x="6521951" y="4624950"/>
            <a:ext cx="3440109" cy="276999"/>
          </a:xfrm>
          <a:prstGeom prst="rect">
            <a:avLst/>
          </a:prstGeom>
          <a:noFill/>
        </p:spPr>
        <p:txBody>
          <a:bodyPr wrap="none" rtlCol="0">
            <a:spAutoFit/>
          </a:bodyPr>
          <a:lstStyle/>
          <a:p>
            <a:r>
              <a:rPr lang="fr-FR" sz="1200" dirty="0"/>
              <a:t>From </a:t>
            </a:r>
            <a:r>
              <a:rPr lang="fr-FR" sz="1200" dirty="0" err="1"/>
              <a:t>Ketz</a:t>
            </a:r>
            <a:r>
              <a:rPr lang="fr-FR" sz="1200" dirty="0"/>
              <a:t> et al. (2013), </a:t>
            </a:r>
            <a:r>
              <a:rPr lang="en-US" sz="1200" dirty="0" err="1"/>
              <a:t>PLoS</a:t>
            </a:r>
            <a:r>
              <a:rPr lang="en-US" sz="1200" dirty="0"/>
              <a:t> computational biology</a:t>
            </a:r>
            <a:r>
              <a:rPr lang="fr-FR" sz="1200" dirty="0"/>
              <a:t> </a:t>
            </a:r>
          </a:p>
        </p:txBody>
      </p:sp>
      <p:sp>
        <p:nvSpPr>
          <p:cNvPr id="8" name="Flèche : double flèche verticale 7">
            <a:extLst>
              <a:ext uri="{FF2B5EF4-FFF2-40B4-BE49-F238E27FC236}">
                <a16:creationId xmlns:a16="http://schemas.microsoft.com/office/drawing/2014/main" id="{EDC4BFA0-F582-4EBC-1A05-EB178998BF7C}"/>
              </a:ext>
            </a:extLst>
          </p:cNvPr>
          <p:cNvSpPr/>
          <p:nvPr/>
        </p:nvSpPr>
        <p:spPr>
          <a:xfrm>
            <a:off x="8337882" y="5097832"/>
            <a:ext cx="577516" cy="1032257"/>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DC0F17EC-951E-58E8-0B4B-5E9F4C4DDF16}"/>
              </a:ext>
            </a:extLst>
          </p:cNvPr>
          <p:cNvSpPr txBox="1"/>
          <p:nvPr/>
        </p:nvSpPr>
        <p:spPr>
          <a:xfrm>
            <a:off x="8049334" y="6256991"/>
            <a:ext cx="1154611" cy="369332"/>
          </a:xfrm>
          <a:prstGeom prst="rect">
            <a:avLst/>
          </a:prstGeom>
          <a:noFill/>
        </p:spPr>
        <p:txBody>
          <a:bodyPr wrap="none" rtlCol="0">
            <a:spAutoFit/>
          </a:bodyPr>
          <a:lstStyle/>
          <a:p>
            <a:r>
              <a:rPr lang="fr-FR" dirty="0" err="1"/>
              <a:t>Neocortex</a:t>
            </a:r>
            <a:endParaRPr lang="fr-FR" dirty="0"/>
          </a:p>
        </p:txBody>
      </p:sp>
      <p:sp>
        <p:nvSpPr>
          <p:cNvPr id="10" name="Espace réservé du numéro de diapositive 9">
            <a:extLst>
              <a:ext uri="{FF2B5EF4-FFF2-40B4-BE49-F238E27FC236}">
                <a16:creationId xmlns:a16="http://schemas.microsoft.com/office/drawing/2014/main" id="{2F4A1225-7C1E-143F-B9A5-D6110EE01375}"/>
              </a:ext>
            </a:extLst>
          </p:cNvPr>
          <p:cNvSpPr>
            <a:spLocks noGrp="1"/>
          </p:cNvSpPr>
          <p:nvPr>
            <p:ph type="sldNum" sz="quarter" idx="12"/>
          </p:nvPr>
        </p:nvSpPr>
        <p:spPr/>
        <p:txBody>
          <a:bodyPr/>
          <a:lstStyle/>
          <a:p>
            <a:fld id="{5149A38E-4A7C-4C86-B631-64CD0F93C451}" type="slidenum">
              <a:rPr lang="fr-FR" smtClean="0"/>
              <a:t>14</a:t>
            </a:fld>
            <a:endParaRPr lang="fr-FR"/>
          </a:p>
        </p:txBody>
      </p:sp>
    </p:spTree>
    <p:extLst>
      <p:ext uri="{BB962C8B-B14F-4D97-AF65-F5344CB8AC3E}">
        <p14:creationId xmlns:p14="http://schemas.microsoft.com/office/powerpoint/2010/main" val="2977862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D64A2A-9650-DBF1-A5BB-403D4F920C79}"/>
              </a:ext>
            </a:extLst>
          </p:cNvPr>
          <p:cNvSpPr>
            <a:spLocks noGrp="1"/>
          </p:cNvSpPr>
          <p:nvPr>
            <p:ph type="title"/>
          </p:nvPr>
        </p:nvSpPr>
        <p:spPr/>
        <p:txBody>
          <a:bodyPr/>
          <a:lstStyle/>
          <a:p>
            <a:r>
              <a:rPr lang="fr-FR" dirty="0" err="1"/>
              <a:t>Synaptic</a:t>
            </a:r>
            <a:r>
              <a:rPr lang="fr-FR" dirty="0"/>
              <a:t> </a:t>
            </a:r>
            <a:r>
              <a:rPr lang="fr-FR" dirty="0" err="1"/>
              <a:t>plasticity</a:t>
            </a:r>
            <a:r>
              <a:rPr lang="fr-FR" dirty="0"/>
              <a:t> in the </a:t>
            </a:r>
            <a:r>
              <a:rPr lang="fr-FR" dirty="0" err="1"/>
              <a:t>hippocampus</a:t>
            </a:r>
            <a:endParaRPr lang="fr-FR" dirty="0"/>
          </a:p>
        </p:txBody>
      </p:sp>
      <p:pic>
        <p:nvPicPr>
          <p:cNvPr id="19" name="Espace réservé du contenu 18">
            <a:extLst>
              <a:ext uri="{FF2B5EF4-FFF2-40B4-BE49-F238E27FC236}">
                <a16:creationId xmlns:a16="http://schemas.microsoft.com/office/drawing/2014/main" id="{2A4B215E-2F41-1E67-B927-1F95B50C707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020869"/>
            <a:ext cx="5181600" cy="3960850"/>
          </a:xfrm>
          <a:ln>
            <a:noFill/>
          </a:ln>
        </p:spPr>
      </p:pic>
      <p:sp>
        <p:nvSpPr>
          <p:cNvPr id="3" name="ZoneTexte 2">
            <a:extLst>
              <a:ext uri="{FF2B5EF4-FFF2-40B4-BE49-F238E27FC236}">
                <a16:creationId xmlns:a16="http://schemas.microsoft.com/office/drawing/2014/main" id="{1DD46262-B32A-FDC4-436B-073C50E7D055}"/>
              </a:ext>
            </a:extLst>
          </p:cNvPr>
          <p:cNvSpPr txBox="1"/>
          <p:nvPr/>
        </p:nvSpPr>
        <p:spPr>
          <a:xfrm>
            <a:off x="6612673" y="6038463"/>
            <a:ext cx="3440109" cy="276999"/>
          </a:xfrm>
          <a:prstGeom prst="rect">
            <a:avLst/>
          </a:prstGeom>
          <a:noFill/>
        </p:spPr>
        <p:txBody>
          <a:bodyPr wrap="none" rtlCol="0">
            <a:spAutoFit/>
          </a:bodyPr>
          <a:lstStyle/>
          <a:p>
            <a:r>
              <a:rPr lang="fr-FR" sz="1200" dirty="0"/>
              <a:t>From </a:t>
            </a:r>
            <a:r>
              <a:rPr lang="fr-FR" sz="1200" dirty="0" err="1"/>
              <a:t>Ketz</a:t>
            </a:r>
            <a:r>
              <a:rPr lang="fr-FR" sz="1200" dirty="0"/>
              <a:t> et al. (2013), </a:t>
            </a:r>
            <a:r>
              <a:rPr lang="en-US" sz="1200" dirty="0" err="1"/>
              <a:t>PLoS</a:t>
            </a:r>
            <a:r>
              <a:rPr lang="en-US" sz="1200" dirty="0"/>
              <a:t> computational biology</a:t>
            </a:r>
            <a:r>
              <a:rPr lang="fr-FR" sz="1200" dirty="0"/>
              <a:t> </a:t>
            </a:r>
          </a:p>
        </p:txBody>
      </p:sp>
      <p:sp>
        <p:nvSpPr>
          <p:cNvPr id="5" name="Espace réservé du contenu 4">
            <a:extLst>
              <a:ext uri="{FF2B5EF4-FFF2-40B4-BE49-F238E27FC236}">
                <a16:creationId xmlns:a16="http://schemas.microsoft.com/office/drawing/2014/main" id="{8B76C3B9-D4C5-C57D-FDE1-A7CFBAF047A9}"/>
              </a:ext>
            </a:extLst>
          </p:cNvPr>
          <p:cNvSpPr>
            <a:spLocks noGrp="1"/>
          </p:cNvSpPr>
          <p:nvPr>
            <p:ph sz="half" idx="1"/>
          </p:nvPr>
        </p:nvSpPr>
        <p:spPr/>
        <p:txBody>
          <a:bodyPr/>
          <a:lstStyle/>
          <a:p>
            <a:endParaRPr lang="fr-FR" dirty="0"/>
          </a:p>
          <a:p>
            <a:r>
              <a:rPr lang="fr-FR" dirty="0"/>
              <a:t>Long-</a:t>
            </a:r>
            <a:r>
              <a:rPr lang="fr-FR" dirty="0" err="1"/>
              <a:t>term</a:t>
            </a:r>
            <a:r>
              <a:rPr lang="fr-FR" dirty="0"/>
              <a:t> </a:t>
            </a:r>
            <a:r>
              <a:rPr lang="fr-FR" dirty="0" err="1"/>
              <a:t>Hebbian</a:t>
            </a:r>
            <a:r>
              <a:rPr lang="fr-FR" dirty="0"/>
              <a:t> </a:t>
            </a:r>
            <a:r>
              <a:rPr lang="fr-FR" dirty="0" err="1"/>
              <a:t>plasticity</a:t>
            </a:r>
            <a:r>
              <a:rPr lang="fr-FR" dirty="0"/>
              <a:t> in all </a:t>
            </a:r>
            <a:r>
              <a:rPr lang="fr-FR" dirty="0" err="1"/>
              <a:t>glutamergic</a:t>
            </a:r>
            <a:r>
              <a:rPr lang="fr-FR" dirty="0"/>
              <a:t> synapses </a:t>
            </a:r>
            <a:r>
              <a:rPr lang="fr-FR" dirty="0" err="1"/>
              <a:t>except</a:t>
            </a:r>
            <a:r>
              <a:rPr lang="fr-FR" dirty="0"/>
              <a:t> DG-CA3</a:t>
            </a:r>
          </a:p>
          <a:p>
            <a:pPr marL="0" indent="0">
              <a:buNone/>
            </a:pPr>
            <a:endParaRPr lang="fr-FR" dirty="0"/>
          </a:p>
          <a:p>
            <a:endParaRPr lang="fr-FR" dirty="0"/>
          </a:p>
          <a:p>
            <a:endParaRPr lang="fr-FR" dirty="0"/>
          </a:p>
          <a:p>
            <a:r>
              <a:rPr lang="fr-FR" dirty="0"/>
              <a:t>DG-CA3 synapses: </a:t>
            </a:r>
            <a:r>
              <a:rPr lang="fr-FR" dirty="0" err="1"/>
              <a:t>primarily</a:t>
            </a:r>
            <a:r>
              <a:rPr lang="fr-FR" dirty="0"/>
              <a:t> non-</a:t>
            </a:r>
            <a:r>
              <a:rPr lang="fr-FR" dirty="0" err="1"/>
              <a:t>Hebbian</a:t>
            </a:r>
            <a:r>
              <a:rPr lang="fr-FR" dirty="0"/>
              <a:t> </a:t>
            </a:r>
            <a:r>
              <a:rPr lang="fr-FR" dirty="0" err="1"/>
              <a:t>plasticity</a:t>
            </a:r>
            <a:endParaRPr lang="fr-FR" dirty="0"/>
          </a:p>
          <a:p>
            <a:endParaRPr lang="fr-FR" dirty="0"/>
          </a:p>
          <a:p>
            <a:pPr marL="0" indent="0">
              <a:buNone/>
            </a:pPr>
            <a:endParaRPr lang="fr-FR" dirty="0"/>
          </a:p>
        </p:txBody>
      </p:sp>
      <p:grpSp>
        <p:nvGrpSpPr>
          <p:cNvPr id="12" name="Groupe 11">
            <a:extLst>
              <a:ext uri="{FF2B5EF4-FFF2-40B4-BE49-F238E27FC236}">
                <a16:creationId xmlns:a16="http://schemas.microsoft.com/office/drawing/2014/main" id="{B0BA1589-2E24-B135-105A-6B174E17DA20}"/>
              </a:ext>
            </a:extLst>
          </p:cNvPr>
          <p:cNvGrpSpPr/>
          <p:nvPr/>
        </p:nvGrpSpPr>
        <p:grpSpPr>
          <a:xfrm>
            <a:off x="2510862" y="3902017"/>
            <a:ext cx="1836276" cy="535258"/>
            <a:chOff x="2139218" y="4650059"/>
            <a:chExt cx="1836276" cy="535258"/>
          </a:xfrm>
        </p:grpSpPr>
        <p:sp>
          <p:nvSpPr>
            <p:cNvPr id="8" name="Ellipse 7">
              <a:extLst>
                <a:ext uri="{FF2B5EF4-FFF2-40B4-BE49-F238E27FC236}">
                  <a16:creationId xmlns:a16="http://schemas.microsoft.com/office/drawing/2014/main" id="{93609EF7-28BF-DA47-C80D-99D53B560EE2}"/>
                </a:ext>
              </a:extLst>
            </p:cNvPr>
            <p:cNvSpPr/>
            <p:nvPr/>
          </p:nvSpPr>
          <p:spPr>
            <a:xfrm>
              <a:off x="2139218" y="4650059"/>
              <a:ext cx="535258" cy="535258"/>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7C30DA74-E484-0403-BEF2-91A9F0719B3F}"/>
                </a:ext>
              </a:extLst>
            </p:cNvPr>
            <p:cNvSpPr/>
            <p:nvPr/>
          </p:nvSpPr>
          <p:spPr>
            <a:xfrm>
              <a:off x="3440236" y="4650059"/>
              <a:ext cx="535258" cy="535258"/>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Connecteur droit avec flèche 10">
              <a:extLst>
                <a:ext uri="{FF2B5EF4-FFF2-40B4-BE49-F238E27FC236}">
                  <a16:creationId xmlns:a16="http://schemas.microsoft.com/office/drawing/2014/main" id="{614929AA-58F0-0BB7-BEE6-6CE1950C53DB}"/>
                </a:ext>
              </a:extLst>
            </p:cNvPr>
            <p:cNvCxnSpPr>
              <a:stCxn id="8" idx="6"/>
              <a:endCxn id="9" idx="2"/>
            </p:cNvCxnSpPr>
            <p:nvPr/>
          </p:nvCxnSpPr>
          <p:spPr>
            <a:xfrm>
              <a:off x="2674476" y="4917688"/>
              <a:ext cx="765760"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3" name="ZoneTexte 12">
            <a:extLst>
              <a:ext uri="{FF2B5EF4-FFF2-40B4-BE49-F238E27FC236}">
                <a16:creationId xmlns:a16="http://schemas.microsoft.com/office/drawing/2014/main" id="{48D54662-24CA-81D8-1826-8BFD09C33792}"/>
              </a:ext>
            </a:extLst>
          </p:cNvPr>
          <p:cNvSpPr txBox="1"/>
          <p:nvPr/>
        </p:nvSpPr>
        <p:spPr>
          <a:xfrm>
            <a:off x="1561170" y="4572212"/>
            <a:ext cx="3748334" cy="369332"/>
          </a:xfrm>
          <a:prstGeom prst="rect">
            <a:avLst/>
          </a:prstGeom>
          <a:noFill/>
        </p:spPr>
        <p:txBody>
          <a:bodyPr wrap="none" rtlCol="0">
            <a:spAutoFit/>
          </a:bodyPr>
          <a:lstStyle/>
          <a:p>
            <a:r>
              <a:rPr lang="fr-FR" dirty="0"/>
              <a:t>‘</a:t>
            </a:r>
            <a:r>
              <a:rPr lang="fr-FR" i="1" dirty="0" err="1"/>
              <a:t>Cells</a:t>
            </a:r>
            <a:r>
              <a:rPr lang="fr-FR" i="1" dirty="0"/>
              <a:t> </a:t>
            </a:r>
            <a:r>
              <a:rPr lang="fr-FR" i="1" dirty="0" err="1"/>
              <a:t>that</a:t>
            </a:r>
            <a:r>
              <a:rPr lang="fr-FR" i="1" dirty="0"/>
              <a:t> </a:t>
            </a:r>
            <a:r>
              <a:rPr lang="fr-FR" i="1" dirty="0" err="1"/>
              <a:t>fire</a:t>
            </a:r>
            <a:r>
              <a:rPr lang="fr-FR" i="1" dirty="0"/>
              <a:t> </a:t>
            </a:r>
            <a:r>
              <a:rPr lang="fr-FR" i="1" dirty="0" err="1"/>
              <a:t>together</a:t>
            </a:r>
            <a:r>
              <a:rPr lang="fr-FR" i="1" dirty="0"/>
              <a:t>, </a:t>
            </a:r>
            <a:r>
              <a:rPr lang="fr-FR" i="1" dirty="0" err="1"/>
              <a:t>wire</a:t>
            </a:r>
            <a:r>
              <a:rPr lang="fr-FR" i="1" dirty="0"/>
              <a:t> </a:t>
            </a:r>
            <a:r>
              <a:rPr lang="fr-FR" i="1" dirty="0" err="1"/>
              <a:t>together</a:t>
            </a:r>
            <a:r>
              <a:rPr lang="fr-FR" i="1" dirty="0"/>
              <a:t>’</a:t>
            </a:r>
            <a:endParaRPr lang="fr-FR" dirty="0"/>
          </a:p>
        </p:txBody>
      </p:sp>
      <p:sp>
        <p:nvSpPr>
          <p:cNvPr id="4" name="Espace réservé du numéro de diapositive 3">
            <a:extLst>
              <a:ext uri="{FF2B5EF4-FFF2-40B4-BE49-F238E27FC236}">
                <a16:creationId xmlns:a16="http://schemas.microsoft.com/office/drawing/2014/main" id="{0C5778FD-9744-2AEA-1FA6-7DF955D3FD4E}"/>
              </a:ext>
            </a:extLst>
          </p:cNvPr>
          <p:cNvSpPr>
            <a:spLocks noGrp="1"/>
          </p:cNvSpPr>
          <p:nvPr>
            <p:ph type="sldNum" sz="quarter" idx="12"/>
          </p:nvPr>
        </p:nvSpPr>
        <p:spPr/>
        <p:txBody>
          <a:bodyPr/>
          <a:lstStyle/>
          <a:p>
            <a:fld id="{5149A38E-4A7C-4C86-B631-64CD0F93C451}" type="slidenum">
              <a:rPr lang="fr-FR" smtClean="0"/>
              <a:t>15</a:t>
            </a:fld>
            <a:endParaRPr lang="fr-FR"/>
          </a:p>
        </p:txBody>
      </p:sp>
    </p:spTree>
    <p:extLst>
      <p:ext uri="{BB962C8B-B14F-4D97-AF65-F5344CB8AC3E}">
        <p14:creationId xmlns:p14="http://schemas.microsoft.com/office/powerpoint/2010/main" val="2520418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D64A2A-9650-DBF1-A5BB-403D4F920C79}"/>
              </a:ext>
            </a:extLst>
          </p:cNvPr>
          <p:cNvSpPr>
            <a:spLocks noGrp="1"/>
          </p:cNvSpPr>
          <p:nvPr>
            <p:ph type="title"/>
          </p:nvPr>
        </p:nvSpPr>
        <p:spPr/>
        <p:txBody>
          <a:bodyPr/>
          <a:lstStyle/>
          <a:p>
            <a:r>
              <a:rPr lang="fr-FR" dirty="0" err="1"/>
              <a:t>Computational</a:t>
            </a:r>
            <a:r>
              <a:rPr lang="fr-FR" dirty="0"/>
              <a:t> </a:t>
            </a:r>
            <a:r>
              <a:rPr lang="fr-FR" dirty="0" err="1"/>
              <a:t>theories</a:t>
            </a:r>
            <a:r>
              <a:rPr lang="fr-FR" dirty="0"/>
              <a:t> of the </a:t>
            </a:r>
            <a:r>
              <a:rPr lang="fr-FR" dirty="0" err="1"/>
              <a:t>hippocampus</a:t>
            </a:r>
            <a:endParaRPr lang="fr-FR" dirty="0"/>
          </a:p>
        </p:txBody>
      </p:sp>
      <p:pic>
        <p:nvPicPr>
          <p:cNvPr id="19" name="Espace réservé du contenu 18">
            <a:extLst>
              <a:ext uri="{FF2B5EF4-FFF2-40B4-BE49-F238E27FC236}">
                <a16:creationId xmlns:a16="http://schemas.microsoft.com/office/drawing/2014/main" id="{2A4B215E-2F41-1E67-B927-1F95B50C707B}"/>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2020869"/>
            <a:ext cx="5181600" cy="3960850"/>
          </a:xfrm>
          <a:ln>
            <a:noFill/>
          </a:ln>
        </p:spPr>
      </p:pic>
      <p:sp>
        <p:nvSpPr>
          <p:cNvPr id="5" name="ZoneTexte 4">
            <a:extLst>
              <a:ext uri="{FF2B5EF4-FFF2-40B4-BE49-F238E27FC236}">
                <a16:creationId xmlns:a16="http://schemas.microsoft.com/office/drawing/2014/main" id="{77A60E3F-232D-BEDE-AD2C-EE1300CDCE45}"/>
              </a:ext>
            </a:extLst>
          </p:cNvPr>
          <p:cNvSpPr txBox="1"/>
          <p:nvPr/>
        </p:nvSpPr>
        <p:spPr>
          <a:xfrm>
            <a:off x="6612673" y="6038463"/>
            <a:ext cx="3440109" cy="276999"/>
          </a:xfrm>
          <a:prstGeom prst="rect">
            <a:avLst/>
          </a:prstGeom>
          <a:noFill/>
        </p:spPr>
        <p:txBody>
          <a:bodyPr wrap="none" rtlCol="0">
            <a:spAutoFit/>
          </a:bodyPr>
          <a:lstStyle/>
          <a:p>
            <a:r>
              <a:rPr lang="fr-FR" sz="1200" dirty="0"/>
              <a:t>From </a:t>
            </a:r>
            <a:r>
              <a:rPr lang="fr-FR" sz="1200" dirty="0" err="1"/>
              <a:t>Ketz</a:t>
            </a:r>
            <a:r>
              <a:rPr lang="fr-FR" sz="1200" dirty="0"/>
              <a:t> et al. (2013), </a:t>
            </a:r>
            <a:r>
              <a:rPr lang="en-US" sz="1200" dirty="0" err="1"/>
              <a:t>PLoS</a:t>
            </a:r>
            <a:r>
              <a:rPr lang="en-US" sz="1200" dirty="0"/>
              <a:t> computational biology</a:t>
            </a:r>
            <a:r>
              <a:rPr lang="fr-FR" sz="1200" dirty="0"/>
              <a:t> </a:t>
            </a:r>
          </a:p>
        </p:txBody>
      </p:sp>
      <p:pic>
        <p:nvPicPr>
          <p:cNvPr id="1026" name="Picture 2" descr="Model architecture. ECin serves as input and ECout as output for the network. The network is trained to reproduce the pattern of activity in ECin on ECout. Three hidden layers—DG, CA3, and CA1—learn representations to support this mapping, with activity flow governed by the projections indicated by the arrows. Blue arrows make up the TSP and green arrows make up the MSP. This snapshot shows network activity during pair structure learning, where pair AB is presented to the network and successfully reproduced in ECout. The height and yellowness of a unit both index its activity level. Refer to the image caption for details.">
            <a:extLst>
              <a:ext uri="{FF2B5EF4-FFF2-40B4-BE49-F238E27FC236}">
                <a16:creationId xmlns:a16="http://schemas.microsoft.com/office/drawing/2014/main" id="{C909D568-44DD-3E86-837D-81D999437815}"/>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221028" y="2357100"/>
            <a:ext cx="4414056" cy="3624619"/>
          </a:xfrm>
          <a:prstGeom prst="rect">
            <a:avLst/>
          </a:prstGeom>
          <a:noFill/>
          <a:extLst>
            <a:ext uri="{909E8E84-426E-40DD-AFC4-6F175D3DCCD1}">
              <a14:hiddenFill xmlns:a14="http://schemas.microsoft.com/office/drawing/2010/main">
                <a:solidFill>
                  <a:srgbClr val="FFFFFF"/>
                </a:solidFill>
              </a14:hiddenFill>
            </a:ext>
          </a:extLst>
        </p:spPr>
      </p:pic>
      <p:sp>
        <p:nvSpPr>
          <p:cNvPr id="14" name="ZoneTexte 13">
            <a:extLst>
              <a:ext uri="{FF2B5EF4-FFF2-40B4-BE49-F238E27FC236}">
                <a16:creationId xmlns:a16="http://schemas.microsoft.com/office/drawing/2014/main" id="{CBF29E1F-1DA0-5611-D2BE-CCBC28AED055}"/>
              </a:ext>
            </a:extLst>
          </p:cNvPr>
          <p:cNvSpPr txBox="1"/>
          <p:nvPr/>
        </p:nvSpPr>
        <p:spPr>
          <a:xfrm>
            <a:off x="838200" y="6038462"/>
            <a:ext cx="4966744" cy="276999"/>
          </a:xfrm>
          <a:prstGeom prst="rect">
            <a:avLst/>
          </a:prstGeom>
          <a:noFill/>
        </p:spPr>
        <p:txBody>
          <a:bodyPr wrap="none" rtlCol="0">
            <a:spAutoFit/>
          </a:bodyPr>
          <a:lstStyle/>
          <a:p>
            <a:r>
              <a:rPr lang="fr-FR" sz="1200" dirty="0"/>
              <a:t>From </a:t>
            </a:r>
            <a:r>
              <a:rPr lang="fr-FR" sz="1200" dirty="0" err="1"/>
              <a:t>Schapiro</a:t>
            </a:r>
            <a:r>
              <a:rPr lang="fr-FR" sz="1200" dirty="0"/>
              <a:t> et al. (2017), </a:t>
            </a:r>
            <a:r>
              <a:rPr lang="en-US" sz="1200" dirty="0"/>
              <a:t>Philosophical Transactions of the Royal Society B</a:t>
            </a:r>
            <a:endParaRPr lang="fr-FR" sz="1200" dirty="0"/>
          </a:p>
        </p:txBody>
      </p:sp>
      <p:sp>
        <p:nvSpPr>
          <p:cNvPr id="3" name="Espace réservé du numéro de diapositive 2">
            <a:extLst>
              <a:ext uri="{FF2B5EF4-FFF2-40B4-BE49-F238E27FC236}">
                <a16:creationId xmlns:a16="http://schemas.microsoft.com/office/drawing/2014/main" id="{1762620E-2BF9-6F5C-3E7A-2597445AAA77}"/>
              </a:ext>
            </a:extLst>
          </p:cNvPr>
          <p:cNvSpPr>
            <a:spLocks noGrp="1"/>
          </p:cNvSpPr>
          <p:nvPr>
            <p:ph type="sldNum" sz="quarter" idx="12"/>
          </p:nvPr>
        </p:nvSpPr>
        <p:spPr/>
        <p:txBody>
          <a:bodyPr/>
          <a:lstStyle/>
          <a:p>
            <a:fld id="{5149A38E-4A7C-4C86-B631-64CD0F93C451}" type="slidenum">
              <a:rPr lang="fr-FR" smtClean="0"/>
              <a:t>16</a:t>
            </a:fld>
            <a:endParaRPr lang="fr-FR"/>
          </a:p>
        </p:txBody>
      </p:sp>
    </p:spTree>
    <p:extLst>
      <p:ext uri="{BB962C8B-B14F-4D97-AF65-F5344CB8AC3E}">
        <p14:creationId xmlns:p14="http://schemas.microsoft.com/office/powerpoint/2010/main" val="1516418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Proposed</a:t>
            </a:r>
            <a:r>
              <a:rPr lang="fr-FR" dirty="0"/>
              <a:t> </a:t>
            </a:r>
            <a:r>
              <a:rPr lang="fr-FR" dirty="0" err="1"/>
              <a:t>neocortical-hippocampal</a:t>
            </a:r>
            <a:r>
              <a:rPr lang="fr-FR" dirty="0"/>
              <a:t> network model</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lstStyle/>
          <a:p>
            <a:pPr marL="0" indent="0">
              <a:buNone/>
            </a:pPr>
            <a:r>
              <a:rPr lang="fr-FR" dirty="0" err="1"/>
              <a:t>Fully-connected</a:t>
            </a:r>
            <a:r>
              <a:rPr lang="fr-FR" dirty="0"/>
              <a:t> </a:t>
            </a:r>
            <a:r>
              <a:rPr lang="fr-FR" dirty="0" err="1"/>
              <a:t>artificial</a:t>
            </a:r>
            <a:r>
              <a:rPr lang="fr-FR" dirty="0"/>
              <a:t> neural networks:</a:t>
            </a:r>
          </a:p>
          <a:p>
            <a:r>
              <a:rPr lang="fr-FR" dirty="0" err="1"/>
              <a:t>Hippocampal</a:t>
            </a:r>
            <a:r>
              <a:rPr lang="fr-FR" dirty="0"/>
              <a:t> circuit </a:t>
            </a:r>
            <a:r>
              <a:rPr lang="fr-FR" dirty="0" err="1"/>
              <a:t>reflecting</a:t>
            </a:r>
            <a:r>
              <a:rPr lang="fr-FR" dirty="0"/>
              <a:t> rat </a:t>
            </a:r>
            <a:r>
              <a:rPr lang="fr-FR" dirty="0" err="1"/>
              <a:t>hippocampus</a:t>
            </a:r>
            <a:r>
              <a:rPr lang="fr-FR" dirty="0"/>
              <a:t> </a:t>
            </a:r>
            <a:r>
              <a:rPr lang="fr-FR" dirty="0" err="1"/>
              <a:t>cell</a:t>
            </a:r>
            <a:r>
              <a:rPr lang="fr-FR" dirty="0"/>
              <a:t> </a:t>
            </a:r>
            <a:r>
              <a:rPr lang="fr-FR" dirty="0" err="1"/>
              <a:t>number</a:t>
            </a:r>
            <a:r>
              <a:rPr lang="fr-FR" dirty="0"/>
              <a:t> and sparsity in </a:t>
            </a:r>
            <a:r>
              <a:rPr lang="fr-FR" dirty="0" err="1"/>
              <a:t>each</a:t>
            </a:r>
            <a:r>
              <a:rPr lang="fr-FR" dirty="0"/>
              <a:t> </a:t>
            </a:r>
            <a:r>
              <a:rPr lang="fr-FR" dirty="0" err="1"/>
              <a:t>region</a:t>
            </a:r>
            <a:endParaRPr lang="fr-FR" dirty="0"/>
          </a:p>
          <a:p>
            <a:r>
              <a:rPr lang="fr-FR" dirty="0"/>
              <a:t> </a:t>
            </a:r>
            <a:r>
              <a:rPr lang="fr-FR" dirty="0" err="1"/>
              <a:t>Predictive</a:t>
            </a:r>
            <a:r>
              <a:rPr lang="fr-FR" dirty="0"/>
              <a:t> </a:t>
            </a:r>
            <a:r>
              <a:rPr lang="fr-FR" dirty="0" err="1"/>
              <a:t>coding</a:t>
            </a:r>
            <a:r>
              <a:rPr lang="fr-FR" dirty="0"/>
              <a:t> network for the </a:t>
            </a:r>
            <a:r>
              <a:rPr lang="fr-FR" dirty="0" err="1"/>
              <a:t>visual</a:t>
            </a:r>
            <a:r>
              <a:rPr lang="fr-FR" dirty="0"/>
              <a:t> cortex</a:t>
            </a:r>
          </a:p>
        </p:txBody>
      </p:sp>
      <p:grpSp>
        <p:nvGrpSpPr>
          <p:cNvPr id="7" name="Groupe 6">
            <a:extLst>
              <a:ext uri="{FF2B5EF4-FFF2-40B4-BE49-F238E27FC236}">
                <a16:creationId xmlns:a16="http://schemas.microsoft.com/office/drawing/2014/main" id="{BFFB4658-F29F-A363-11D4-2DBF06C7E4D2}"/>
              </a:ext>
            </a:extLst>
          </p:cNvPr>
          <p:cNvGrpSpPr/>
          <p:nvPr/>
        </p:nvGrpSpPr>
        <p:grpSpPr>
          <a:xfrm>
            <a:off x="2380983" y="2208090"/>
            <a:ext cx="3374118" cy="3618927"/>
            <a:chOff x="2380983" y="2208090"/>
            <a:chExt cx="3374118" cy="3618927"/>
          </a:xfrm>
        </p:grpSpPr>
        <p:cxnSp>
          <p:nvCxnSpPr>
            <p:cNvPr id="127" name="Connecteur droit 126">
              <a:extLst>
                <a:ext uri="{FF2B5EF4-FFF2-40B4-BE49-F238E27FC236}">
                  <a16:creationId xmlns:a16="http://schemas.microsoft.com/office/drawing/2014/main" id="{1FC718FF-2277-B10F-3663-837EC8D9368D}"/>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3" name="Groupe 2">
              <a:extLst>
                <a:ext uri="{FF2B5EF4-FFF2-40B4-BE49-F238E27FC236}">
                  <a16:creationId xmlns:a16="http://schemas.microsoft.com/office/drawing/2014/main" id="{973C77A5-950E-72FC-62A5-A400B1367EA0}"/>
                </a:ext>
              </a:extLst>
            </p:cNvPr>
            <p:cNvGrpSpPr/>
            <p:nvPr/>
          </p:nvGrpSpPr>
          <p:grpSpPr>
            <a:xfrm>
              <a:off x="2380983" y="2208090"/>
              <a:ext cx="3374118" cy="3618927"/>
              <a:chOff x="2380983" y="2208090"/>
              <a:chExt cx="3374118" cy="3618927"/>
            </a:xfrm>
          </p:grpSpPr>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3374118" cy="3459252"/>
                <a:chOff x="8748102" y="2544444"/>
                <a:chExt cx="3374118" cy="3459252"/>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3374118" cy="3459252"/>
                  <a:chOff x="2943959" y="2426625"/>
                  <a:chExt cx="3374118" cy="3459252"/>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556C1A8D-FB99-1493-9000-4BE78D13527B}"/>
                      </a:ext>
                    </a:extLst>
                  </p:cNvPr>
                  <p:cNvCxnSpPr/>
                  <p:nvPr/>
                </p:nvCxnSpPr>
                <p:spPr>
                  <a:xfrm>
                    <a:off x="5470847" y="557785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1" name="ZoneTexte 90">
                    <a:extLst>
                      <a:ext uri="{FF2B5EF4-FFF2-40B4-BE49-F238E27FC236}">
                        <a16:creationId xmlns:a16="http://schemas.microsoft.com/office/drawing/2014/main" id="{4DE208E7-0098-F3B7-8B8D-48EC67DCF407}"/>
                      </a:ext>
                    </a:extLst>
                  </p:cNvPr>
                  <p:cNvSpPr txBox="1"/>
                  <p:nvPr/>
                </p:nvSpPr>
                <p:spPr>
                  <a:xfrm>
                    <a:off x="5728027" y="5417617"/>
                    <a:ext cx="585288" cy="261610"/>
                  </a:xfrm>
                  <a:prstGeom prst="rect">
                    <a:avLst/>
                  </a:prstGeom>
                  <a:noFill/>
                </p:spPr>
                <p:txBody>
                  <a:bodyPr wrap="square" rtlCol="0">
                    <a:spAutoFit/>
                  </a:bodyPr>
                  <a:lstStyle/>
                  <a:p>
                    <a:r>
                      <a:rPr lang="fr-FR" sz="1100" dirty="0"/>
                      <a:t>plastic</a:t>
                    </a:r>
                  </a:p>
                </p:txBody>
              </p:sp>
              <p:cxnSp>
                <p:nvCxnSpPr>
                  <p:cNvPr id="92" name="Connecteur droit 91">
                    <a:extLst>
                      <a:ext uri="{FF2B5EF4-FFF2-40B4-BE49-F238E27FC236}">
                        <a16:creationId xmlns:a16="http://schemas.microsoft.com/office/drawing/2014/main" id="{B851D47E-1C9F-12D8-FD67-D1496F9FC382}"/>
                      </a:ext>
                    </a:extLst>
                  </p:cNvPr>
                  <p:cNvCxnSpPr/>
                  <p:nvPr/>
                </p:nvCxnSpPr>
                <p:spPr>
                  <a:xfrm>
                    <a:off x="5475610" y="577705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ZoneTexte 92">
                    <a:extLst>
                      <a:ext uri="{FF2B5EF4-FFF2-40B4-BE49-F238E27FC236}">
                        <a16:creationId xmlns:a16="http://schemas.microsoft.com/office/drawing/2014/main" id="{117DD928-DF82-970C-60C4-3B5E56DCDA2E}"/>
                      </a:ext>
                    </a:extLst>
                  </p:cNvPr>
                  <p:cNvSpPr txBox="1"/>
                  <p:nvPr/>
                </p:nvSpPr>
                <p:spPr>
                  <a:xfrm>
                    <a:off x="5732789" y="5624267"/>
                    <a:ext cx="585288" cy="261610"/>
                  </a:xfrm>
                  <a:prstGeom prst="rect">
                    <a:avLst/>
                  </a:prstGeom>
                  <a:noFill/>
                </p:spPr>
                <p:txBody>
                  <a:bodyPr wrap="square" rtlCol="0">
                    <a:spAutoFit/>
                  </a:bodyPr>
                  <a:lstStyle/>
                  <a:p>
                    <a:r>
                      <a:rPr lang="fr-FR" sz="1100" dirty="0" err="1"/>
                      <a:t>fixed</a:t>
                    </a:r>
                    <a:endParaRPr lang="fr-FR" sz="1100" dirty="0"/>
                  </a:p>
                </p:txBody>
              </p:sp>
              <p:cxnSp>
                <p:nvCxnSpPr>
                  <p:cNvPr id="94" name="Connecteur droit 93">
                    <a:extLst>
                      <a:ext uri="{FF2B5EF4-FFF2-40B4-BE49-F238E27FC236}">
                        <a16:creationId xmlns:a16="http://schemas.microsoft.com/office/drawing/2014/main" id="{CA14F4E1-E21A-EE95-5B82-21844532E770}"/>
                      </a:ext>
                    </a:extLst>
                  </p:cNvPr>
                  <p:cNvCxnSpPr/>
                  <p:nvPr/>
                </p:nvCxnSpPr>
                <p:spPr>
                  <a:xfrm>
                    <a:off x="5470847" y="553532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128" name="Connecteur : en angle 127">
                <a:extLst>
                  <a:ext uri="{FF2B5EF4-FFF2-40B4-BE49-F238E27FC236}">
                    <a16:creationId xmlns:a16="http://schemas.microsoft.com/office/drawing/2014/main" id="{564DF90B-5A1A-F162-BC50-CF10C335ED69}"/>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grpSp>
      <p:sp>
        <p:nvSpPr>
          <p:cNvPr id="6" name="Espace réservé du numéro de diapositive 5">
            <a:extLst>
              <a:ext uri="{FF2B5EF4-FFF2-40B4-BE49-F238E27FC236}">
                <a16:creationId xmlns:a16="http://schemas.microsoft.com/office/drawing/2014/main" id="{FA7496E5-119D-2272-B3BE-2FDFF02F208A}"/>
              </a:ext>
            </a:extLst>
          </p:cNvPr>
          <p:cNvSpPr>
            <a:spLocks noGrp="1"/>
          </p:cNvSpPr>
          <p:nvPr>
            <p:ph type="sldNum" sz="quarter" idx="12"/>
          </p:nvPr>
        </p:nvSpPr>
        <p:spPr/>
        <p:txBody>
          <a:bodyPr/>
          <a:lstStyle/>
          <a:p>
            <a:fld id="{5149A38E-4A7C-4C86-B631-64CD0F93C451}" type="slidenum">
              <a:rPr lang="fr-FR" smtClean="0"/>
              <a:t>17</a:t>
            </a:fld>
            <a:endParaRPr lang="fr-FR" dirty="0"/>
          </a:p>
        </p:txBody>
      </p:sp>
    </p:spTree>
    <p:extLst>
      <p:ext uri="{BB962C8B-B14F-4D97-AF65-F5344CB8AC3E}">
        <p14:creationId xmlns:p14="http://schemas.microsoft.com/office/powerpoint/2010/main" val="14037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Proposed</a:t>
            </a:r>
            <a:r>
              <a:rPr lang="fr-FR" dirty="0"/>
              <a:t> </a:t>
            </a:r>
            <a:r>
              <a:rPr lang="fr-FR" dirty="0" err="1"/>
              <a:t>neocortical-hippocampal</a:t>
            </a:r>
            <a:r>
              <a:rPr lang="fr-FR" dirty="0"/>
              <a:t> network model</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lstStyle/>
          <a:p>
            <a:pPr marL="0" indent="0">
              <a:buNone/>
            </a:pPr>
            <a:r>
              <a:rPr lang="fr-FR" dirty="0" err="1"/>
              <a:t>Fully-connected</a:t>
            </a:r>
            <a:r>
              <a:rPr lang="fr-FR" dirty="0"/>
              <a:t> </a:t>
            </a:r>
            <a:r>
              <a:rPr lang="fr-FR" dirty="0" err="1"/>
              <a:t>artificial</a:t>
            </a:r>
            <a:r>
              <a:rPr lang="fr-FR" dirty="0"/>
              <a:t> neural networks:</a:t>
            </a:r>
          </a:p>
          <a:p>
            <a:r>
              <a:rPr lang="fr-FR" dirty="0" err="1"/>
              <a:t>Hippocampal</a:t>
            </a:r>
            <a:r>
              <a:rPr lang="fr-FR" dirty="0"/>
              <a:t> circuit </a:t>
            </a:r>
            <a:r>
              <a:rPr lang="fr-FR" dirty="0" err="1"/>
              <a:t>reflecting</a:t>
            </a:r>
            <a:r>
              <a:rPr lang="fr-FR" dirty="0"/>
              <a:t> rat </a:t>
            </a:r>
            <a:r>
              <a:rPr lang="fr-FR" dirty="0" err="1"/>
              <a:t>hippocampus</a:t>
            </a:r>
            <a:r>
              <a:rPr lang="fr-FR" dirty="0"/>
              <a:t> </a:t>
            </a:r>
            <a:r>
              <a:rPr lang="fr-FR" dirty="0" err="1"/>
              <a:t>cell</a:t>
            </a:r>
            <a:r>
              <a:rPr lang="fr-FR" dirty="0"/>
              <a:t> </a:t>
            </a:r>
            <a:r>
              <a:rPr lang="fr-FR" dirty="0" err="1"/>
              <a:t>number</a:t>
            </a:r>
            <a:r>
              <a:rPr lang="fr-FR" dirty="0"/>
              <a:t> and sparsity in </a:t>
            </a:r>
            <a:r>
              <a:rPr lang="fr-FR" dirty="0" err="1"/>
              <a:t>each</a:t>
            </a:r>
            <a:r>
              <a:rPr lang="fr-FR" dirty="0"/>
              <a:t> </a:t>
            </a:r>
            <a:r>
              <a:rPr lang="fr-FR" dirty="0" err="1"/>
              <a:t>region</a:t>
            </a:r>
            <a:endParaRPr lang="fr-FR" dirty="0"/>
          </a:p>
          <a:p>
            <a:r>
              <a:rPr lang="fr-FR" dirty="0"/>
              <a:t> </a:t>
            </a:r>
            <a:r>
              <a:rPr lang="fr-FR" dirty="0" err="1"/>
              <a:t>Predictive</a:t>
            </a:r>
            <a:r>
              <a:rPr lang="fr-FR" dirty="0"/>
              <a:t> </a:t>
            </a:r>
            <a:r>
              <a:rPr lang="fr-FR" dirty="0" err="1"/>
              <a:t>coding</a:t>
            </a:r>
            <a:r>
              <a:rPr lang="fr-FR" dirty="0"/>
              <a:t> network for the </a:t>
            </a:r>
            <a:r>
              <a:rPr lang="fr-FR" dirty="0" err="1"/>
              <a:t>visual</a:t>
            </a:r>
            <a:r>
              <a:rPr lang="fr-FR" dirty="0"/>
              <a:t> cortex</a:t>
            </a:r>
          </a:p>
        </p:txBody>
      </p:sp>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3374118" cy="3459252"/>
            <a:chOff x="8748102" y="2544444"/>
            <a:chExt cx="3374118" cy="3459252"/>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3374118" cy="3459252"/>
              <a:chOff x="2943959" y="2426625"/>
              <a:chExt cx="3374118" cy="3459252"/>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556C1A8D-FB99-1493-9000-4BE78D13527B}"/>
                  </a:ext>
                </a:extLst>
              </p:cNvPr>
              <p:cNvCxnSpPr/>
              <p:nvPr/>
            </p:nvCxnSpPr>
            <p:spPr>
              <a:xfrm>
                <a:off x="5470847" y="557785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1" name="ZoneTexte 90">
                <a:extLst>
                  <a:ext uri="{FF2B5EF4-FFF2-40B4-BE49-F238E27FC236}">
                    <a16:creationId xmlns:a16="http://schemas.microsoft.com/office/drawing/2014/main" id="{4DE208E7-0098-F3B7-8B8D-48EC67DCF407}"/>
                  </a:ext>
                </a:extLst>
              </p:cNvPr>
              <p:cNvSpPr txBox="1"/>
              <p:nvPr/>
            </p:nvSpPr>
            <p:spPr>
              <a:xfrm>
                <a:off x="5728027" y="5417617"/>
                <a:ext cx="585288" cy="261610"/>
              </a:xfrm>
              <a:prstGeom prst="rect">
                <a:avLst/>
              </a:prstGeom>
              <a:noFill/>
            </p:spPr>
            <p:txBody>
              <a:bodyPr wrap="square" rtlCol="0">
                <a:spAutoFit/>
              </a:bodyPr>
              <a:lstStyle/>
              <a:p>
                <a:r>
                  <a:rPr lang="fr-FR" sz="1100" dirty="0"/>
                  <a:t>plastic</a:t>
                </a:r>
              </a:p>
            </p:txBody>
          </p:sp>
          <p:cxnSp>
            <p:nvCxnSpPr>
              <p:cNvPr id="92" name="Connecteur droit 91">
                <a:extLst>
                  <a:ext uri="{FF2B5EF4-FFF2-40B4-BE49-F238E27FC236}">
                    <a16:creationId xmlns:a16="http://schemas.microsoft.com/office/drawing/2014/main" id="{B851D47E-1C9F-12D8-FD67-D1496F9FC382}"/>
                  </a:ext>
                </a:extLst>
              </p:cNvPr>
              <p:cNvCxnSpPr/>
              <p:nvPr/>
            </p:nvCxnSpPr>
            <p:spPr>
              <a:xfrm>
                <a:off x="5475610" y="577705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ZoneTexte 92">
                <a:extLst>
                  <a:ext uri="{FF2B5EF4-FFF2-40B4-BE49-F238E27FC236}">
                    <a16:creationId xmlns:a16="http://schemas.microsoft.com/office/drawing/2014/main" id="{117DD928-DF82-970C-60C4-3B5E56DCDA2E}"/>
                  </a:ext>
                </a:extLst>
              </p:cNvPr>
              <p:cNvSpPr txBox="1"/>
              <p:nvPr/>
            </p:nvSpPr>
            <p:spPr>
              <a:xfrm>
                <a:off x="5732789" y="5624267"/>
                <a:ext cx="585288" cy="261610"/>
              </a:xfrm>
              <a:prstGeom prst="rect">
                <a:avLst/>
              </a:prstGeom>
              <a:noFill/>
            </p:spPr>
            <p:txBody>
              <a:bodyPr wrap="square" rtlCol="0">
                <a:spAutoFit/>
              </a:bodyPr>
              <a:lstStyle/>
              <a:p>
                <a:r>
                  <a:rPr lang="fr-FR" sz="1100" dirty="0" err="1"/>
                  <a:t>fixed</a:t>
                </a:r>
                <a:endParaRPr lang="fr-FR" sz="1100" dirty="0"/>
              </a:p>
            </p:txBody>
          </p:sp>
          <p:cxnSp>
            <p:nvCxnSpPr>
              <p:cNvPr id="94" name="Connecteur droit 93">
                <a:extLst>
                  <a:ext uri="{FF2B5EF4-FFF2-40B4-BE49-F238E27FC236}">
                    <a16:creationId xmlns:a16="http://schemas.microsoft.com/office/drawing/2014/main" id="{CA14F4E1-E21A-EE95-5B82-21844532E770}"/>
                  </a:ext>
                </a:extLst>
              </p:cNvPr>
              <p:cNvCxnSpPr/>
              <p:nvPr/>
            </p:nvCxnSpPr>
            <p:spPr>
              <a:xfrm>
                <a:off x="5470847" y="553532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127" name="Connecteur droit 126">
            <a:extLst>
              <a:ext uri="{FF2B5EF4-FFF2-40B4-BE49-F238E27FC236}">
                <a16:creationId xmlns:a16="http://schemas.microsoft.com/office/drawing/2014/main" id="{1FC718FF-2277-B10F-3663-837EC8D9368D}"/>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8" name="Connecteur : en angle 127">
            <a:extLst>
              <a:ext uri="{FF2B5EF4-FFF2-40B4-BE49-F238E27FC236}">
                <a16:creationId xmlns:a16="http://schemas.microsoft.com/office/drawing/2014/main" id="{564DF90B-5A1A-F162-BC50-CF10C335ED69}"/>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88C4F0A-9F7F-C3D8-5BC2-E82BF7F4A88C}"/>
              </a:ext>
            </a:extLst>
          </p:cNvPr>
          <p:cNvSpPr/>
          <p:nvPr/>
        </p:nvSpPr>
        <p:spPr>
          <a:xfrm>
            <a:off x="2612825" y="3661146"/>
            <a:ext cx="1502916" cy="2523639"/>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611B7C5-54C6-504E-E8B1-B5AB8142B6B8}"/>
              </a:ext>
            </a:extLst>
          </p:cNvPr>
          <p:cNvSpPr/>
          <p:nvPr/>
        </p:nvSpPr>
        <p:spPr>
          <a:xfrm>
            <a:off x="1976278" y="2094146"/>
            <a:ext cx="1181143" cy="2359702"/>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42F0CEAD-4A91-1D7A-071D-5F7B4D4FC0B0}"/>
              </a:ext>
            </a:extLst>
          </p:cNvPr>
          <p:cNvSpPr/>
          <p:nvPr/>
        </p:nvSpPr>
        <p:spPr>
          <a:xfrm>
            <a:off x="2851301" y="2105075"/>
            <a:ext cx="1073542" cy="799608"/>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E6BB68DD-5F6E-0B48-3B2B-1C223C7019FD}"/>
              </a:ext>
            </a:extLst>
          </p:cNvPr>
          <p:cNvSpPr/>
          <p:nvPr/>
        </p:nvSpPr>
        <p:spPr>
          <a:xfrm>
            <a:off x="2851301" y="2366781"/>
            <a:ext cx="1073542" cy="2049101"/>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6DC09DCE-A52E-A1B5-C1B7-621DB7563AF8}"/>
              </a:ext>
            </a:extLst>
          </p:cNvPr>
          <p:cNvSpPr/>
          <p:nvPr/>
        </p:nvSpPr>
        <p:spPr>
          <a:xfrm>
            <a:off x="3563566" y="2094146"/>
            <a:ext cx="1299292" cy="2359702"/>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F3D2AF5F-9234-0690-4EF7-E9814FF178D1}"/>
              </a:ext>
            </a:extLst>
          </p:cNvPr>
          <p:cNvSpPr txBox="1"/>
          <p:nvPr/>
        </p:nvSpPr>
        <p:spPr>
          <a:xfrm>
            <a:off x="2608931" y="5807632"/>
            <a:ext cx="301686" cy="369332"/>
          </a:xfrm>
          <a:prstGeom prst="rect">
            <a:avLst/>
          </a:prstGeom>
          <a:noFill/>
        </p:spPr>
        <p:txBody>
          <a:bodyPr wrap="none" rtlCol="0">
            <a:spAutoFit/>
          </a:bodyPr>
          <a:lstStyle/>
          <a:p>
            <a:r>
              <a:rPr lang="fr-FR" dirty="0">
                <a:solidFill>
                  <a:srgbClr val="0070C0"/>
                </a:solidFill>
              </a:rPr>
              <a:t>1</a:t>
            </a:r>
          </a:p>
        </p:txBody>
      </p:sp>
      <p:sp>
        <p:nvSpPr>
          <p:cNvPr id="11" name="Espace réservé du numéro de diapositive 10">
            <a:extLst>
              <a:ext uri="{FF2B5EF4-FFF2-40B4-BE49-F238E27FC236}">
                <a16:creationId xmlns:a16="http://schemas.microsoft.com/office/drawing/2014/main" id="{7391D932-A954-B4F6-320A-5EE1904C73FF}"/>
              </a:ext>
            </a:extLst>
          </p:cNvPr>
          <p:cNvSpPr>
            <a:spLocks noGrp="1"/>
          </p:cNvSpPr>
          <p:nvPr>
            <p:ph type="sldNum" sz="quarter" idx="12"/>
          </p:nvPr>
        </p:nvSpPr>
        <p:spPr/>
        <p:txBody>
          <a:bodyPr/>
          <a:lstStyle/>
          <a:p>
            <a:fld id="{5149A38E-4A7C-4C86-B631-64CD0F93C451}" type="slidenum">
              <a:rPr lang="fr-FR" smtClean="0"/>
              <a:t>18</a:t>
            </a:fld>
            <a:endParaRPr lang="fr-FR"/>
          </a:p>
        </p:txBody>
      </p:sp>
    </p:spTree>
    <p:extLst>
      <p:ext uri="{BB962C8B-B14F-4D97-AF65-F5344CB8AC3E}">
        <p14:creationId xmlns:p14="http://schemas.microsoft.com/office/powerpoint/2010/main" val="2844297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Proposed</a:t>
            </a:r>
            <a:r>
              <a:rPr lang="fr-FR" dirty="0"/>
              <a:t> </a:t>
            </a:r>
            <a:r>
              <a:rPr lang="fr-FR" dirty="0" err="1"/>
              <a:t>neocortical-hippocampal</a:t>
            </a:r>
            <a:r>
              <a:rPr lang="fr-FR" dirty="0"/>
              <a:t> network model</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lstStyle/>
          <a:p>
            <a:pPr marL="0" indent="0">
              <a:buNone/>
            </a:pPr>
            <a:r>
              <a:rPr lang="fr-FR" dirty="0" err="1"/>
              <a:t>Fully-connected</a:t>
            </a:r>
            <a:r>
              <a:rPr lang="fr-FR" dirty="0"/>
              <a:t> </a:t>
            </a:r>
            <a:r>
              <a:rPr lang="fr-FR" dirty="0" err="1"/>
              <a:t>artificial</a:t>
            </a:r>
            <a:r>
              <a:rPr lang="fr-FR" dirty="0"/>
              <a:t> neural networks:</a:t>
            </a:r>
          </a:p>
          <a:p>
            <a:r>
              <a:rPr lang="fr-FR" dirty="0" err="1"/>
              <a:t>Hippocampal</a:t>
            </a:r>
            <a:r>
              <a:rPr lang="fr-FR" dirty="0"/>
              <a:t> circuit </a:t>
            </a:r>
            <a:r>
              <a:rPr lang="fr-FR" dirty="0" err="1"/>
              <a:t>reflecting</a:t>
            </a:r>
            <a:r>
              <a:rPr lang="fr-FR" dirty="0"/>
              <a:t> rat </a:t>
            </a:r>
            <a:r>
              <a:rPr lang="fr-FR" dirty="0" err="1"/>
              <a:t>hippocampus</a:t>
            </a:r>
            <a:r>
              <a:rPr lang="fr-FR" dirty="0"/>
              <a:t> </a:t>
            </a:r>
            <a:r>
              <a:rPr lang="fr-FR" dirty="0" err="1"/>
              <a:t>cell</a:t>
            </a:r>
            <a:r>
              <a:rPr lang="fr-FR" dirty="0"/>
              <a:t> </a:t>
            </a:r>
            <a:r>
              <a:rPr lang="fr-FR" dirty="0" err="1"/>
              <a:t>number</a:t>
            </a:r>
            <a:r>
              <a:rPr lang="fr-FR" dirty="0"/>
              <a:t> and sparsity in </a:t>
            </a:r>
            <a:r>
              <a:rPr lang="fr-FR" dirty="0" err="1"/>
              <a:t>each</a:t>
            </a:r>
            <a:r>
              <a:rPr lang="fr-FR" dirty="0"/>
              <a:t> </a:t>
            </a:r>
            <a:r>
              <a:rPr lang="fr-FR" dirty="0" err="1"/>
              <a:t>region</a:t>
            </a:r>
            <a:endParaRPr lang="fr-FR" dirty="0"/>
          </a:p>
          <a:p>
            <a:r>
              <a:rPr lang="fr-FR" dirty="0"/>
              <a:t> </a:t>
            </a:r>
            <a:r>
              <a:rPr lang="fr-FR" dirty="0" err="1"/>
              <a:t>Predictive</a:t>
            </a:r>
            <a:r>
              <a:rPr lang="fr-FR" dirty="0"/>
              <a:t> </a:t>
            </a:r>
            <a:r>
              <a:rPr lang="fr-FR" dirty="0" err="1"/>
              <a:t>coding</a:t>
            </a:r>
            <a:r>
              <a:rPr lang="fr-FR" dirty="0"/>
              <a:t> network for the </a:t>
            </a:r>
            <a:r>
              <a:rPr lang="fr-FR" dirty="0" err="1"/>
              <a:t>visual</a:t>
            </a:r>
            <a:r>
              <a:rPr lang="fr-FR" dirty="0"/>
              <a:t> cortex</a:t>
            </a:r>
          </a:p>
        </p:txBody>
      </p:sp>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3374118" cy="3459252"/>
            <a:chOff x="8748102" y="2544444"/>
            <a:chExt cx="3374118" cy="3459252"/>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3374118" cy="3459252"/>
              <a:chOff x="2943959" y="2426625"/>
              <a:chExt cx="3374118" cy="3459252"/>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556C1A8D-FB99-1493-9000-4BE78D13527B}"/>
                  </a:ext>
                </a:extLst>
              </p:cNvPr>
              <p:cNvCxnSpPr/>
              <p:nvPr/>
            </p:nvCxnSpPr>
            <p:spPr>
              <a:xfrm>
                <a:off x="5470847" y="557785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1" name="ZoneTexte 90">
                <a:extLst>
                  <a:ext uri="{FF2B5EF4-FFF2-40B4-BE49-F238E27FC236}">
                    <a16:creationId xmlns:a16="http://schemas.microsoft.com/office/drawing/2014/main" id="{4DE208E7-0098-F3B7-8B8D-48EC67DCF407}"/>
                  </a:ext>
                </a:extLst>
              </p:cNvPr>
              <p:cNvSpPr txBox="1"/>
              <p:nvPr/>
            </p:nvSpPr>
            <p:spPr>
              <a:xfrm>
                <a:off x="5728027" y="5417617"/>
                <a:ext cx="585288" cy="261610"/>
              </a:xfrm>
              <a:prstGeom prst="rect">
                <a:avLst/>
              </a:prstGeom>
              <a:noFill/>
            </p:spPr>
            <p:txBody>
              <a:bodyPr wrap="square" rtlCol="0">
                <a:spAutoFit/>
              </a:bodyPr>
              <a:lstStyle/>
              <a:p>
                <a:r>
                  <a:rPr lang="fr-FR" sz="1100" dirty="0"/>
                  <a:t>plastic</a:t>
                </a:r>
              </a:p>
            </p:txBody>
          </p:sp>
          <p:cxnSp>
            <p:nvCxnSpPr>
              <p:cNvPr id="92" name="Connecteur droit 91">
                <a:extLst>
                  <a:ext uri="{FF2B5EF4-FFF2-40B4-BE49-F238E27FC236}">
                    <a16:creationId xmlns:a16="http://schemas.microsoft.com/office/drawing/2014/main" id="{B851D47E-1C9F-12D8-FD67-D1496F9FC382}"/>
                  </a:ext>
                </a:extLst>
              </p:cNvPr>
              <p:cNvCxnSpPr/>
              <p:nvPr/>
            </p:nvCxnSpPr>
            <p:spPr>
              <a:xfrm>
                <a:off x="5475610" y="577705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ZoneTexte 92">
                <a:extLst>
                  <a:ext uri="{FF2B5EF4-FFF2-40B4-BE49-F238E27FC236}">
                    <a16:creationId xmlns:a16="http://schemas.microsoft.com/office/drawing/2014/main" id="{117DD928-DF82-970C-60C4-3B5E56DCDA2E}"/>
                  </a:ext>
                </a:extLst>
              </p:cNvPr>
              <p:cNvSpPr txBox="1"/>
              <p:nvPr/>
            </p:nvSpPr>
            <p:spPr>
              <a:xfrm>
                <a:off x="5732789" y="5624267"/>
                <a:ext cx="585288" cy="261610"/>
              </a:xfrm>
              <a:prstGeom prst="rect">
                <a:avLst/>
              </a:prstGeom>
              <a:noFill/>
            </p:spPr>
            <p:txBody>
              <a:bodyPr wrap="square" rtlCol="0">
                <a:spAutoFit/>
              </a:bodyPr>
              <a:lstStyle/>
              <a:p>
                <a:r>
                  <a:rPr lang="fr-FR" sz="1100" dirty="0" err="1"/>
                  <a:t>fixed</a:t>
                </a:r>
                <a:endParaRPr lang="fr-FR" sz="1100" dirty="0"/>
              </a:p>
            </p:txBody>
          </p:sp>
          <p:cxnSp>
            <p:nvCxnSpPr>
              <p:cNvPr id="94" name="Connecteur droit 93">
                <a:extLst>
                  <a:ext uri="{FF2B5EF4-FFF2-40B4-BE49-F238E27FC236}">
                    <a16:creationId xmlns:a16="http://schemas.microsoft.com/office/drawing/2014/main" id="{CA14F4E1-E21A-EE95-5B82-21844532E770}"/>
                  </a:ext>
                </a:extLst>
              </p:cNvPr>
              <p:cNvCxnSpPr/>
              <p:nvPr/>
            </p:nvCxnSpPr>
            <p:spPr>
              <a:xfrm>
                <a:off x="5470847" y="553532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127" name="Connecteur droit 126">
            <a:extLst>
              <a:ext uri="{FF2B5EF4-FFF2-40B4-BE49-F238E27FC236}">
                <a16:creationId xmlns:a16="http://schemas.microsoft.com/office/drawing/2014/main" id="{1FC718FF-2277-B10F-3663-837EC8D9368D}"/>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8" name="Connecteur : en angle 127">
            <a:extLst>
              <a:ext uri="{FF2B5EF4-FFF2-40B4-BE49-F238E27FC236}">
                <a16:creationId xmlns:a16="http://schemas.microsoft.com/office/drawing/2014/main" id="{564DF90B-5A1A-F162-BC50-CF10C335ED69}"/>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88C4F0A-9F7F-C3D8-5BC2-E82BF7F4A88C}"/>
              </a:ext>
            </a:extLst>
          </p:cNvPr>
          <p:cNvSpPr/>
          <p:nvPr/>
        </p:nvSpPr>
        <p:spPr>
          <a:xfrm>
            <a:off x="2612825" y="3661146"/>
            <a:ext cx="1502916" cy="2523639"/>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611B7C5-54C6-504E-E8B1-B5AB8142B6B8}"/>
              </a:ext>
            </a:extLst>
          </p:cNvPr>
          <p:cNvSpPr/>
          <p:nvPr/>
        </p:nvSpPr>
        <p:spPr>
          <a:xfrm>
            <a:off x="1976278" y="2094146"/>
            <a:ext cx="1181143"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42F0CEAD-4A91-1D7A-071D-5F7B4D4FC0B0}"/>
              </a:ext>
            </a:extLst>
          </p:cNvPr>
          <p:cNvSpPr/>
          <p:nvPr/>
        </p:nvSpPr>
        <p:spPr>
          <a:xfrm>
            <a:off x="2851301" y="2105075"/>
            <a:ext cx="1073542" cy="799608"/>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E6BB68DD-5F6E-0B48-3B2B-1C223C7019FD}"/>
              </a:ext>
            </a:extLst>
          </p:cNvPr>
          <p:cNvSpPr/>
          <p:nvPr/>
        </p:nvSpPr>
        <p:spPr>
          <a:xfrm>
            <a:off x="2851301" y="2366781"/>
            <a:ext cx="1073542" cy="2049101"/>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6DC09DCE-A52E-A1B5-C1B7-621DB7563AF8}"/>
              </a:ext>
            </a:extLst>
          </p:cNvPr>
          <p:cNvSpPr/>
          <p:nvPr/>
        </p:nvSpPr>
        <p:spPr>
          <a:xfrm>
            <a:off x="3563566" y="2094146"/>
            <a:ext cx="1299292" cy="2359702"/>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25D0DD93-4F83-5EC7-5381-387DC74295F4}"/>
              </a:ext>
            </a:extLst>
          </p:cNvPr>
          <p:cNvSpPr txBox="1"/>
          <p:nvPr/>
        </p:nvSpPr>
        <p:spPr>
          <a:xfrm>
            <a:off x="1957224" y="4108478"/>
            <a:ext cx="301686" cy="369332"/>
          </a:xfrm>
          <a:prstGeom prst="rect">
            <a:avLst/>
          </a:prstGeom>
          <a:noFill/>
        </p:spPr>
        <p:txBody>
          <a:bodyPr wrap="none" rtlCol="0">
            <a:spAutoFit/>
          </a:bodyPr>
          <a:lstStyle/>
          <a:p>
            <a:r>
              <a:rPr lang="fr-FR" dirty="0">
                <a:solidFill>
                  <a:srgbClr val="0070C0"/>
                </a:solidFill>
              </a:rPr>
              <a:t>2</a:t>
            </a:r>
          </a:p>
        </p:txBody>
      </p:sp>
      <p:sp>
        <p:nvSpPr>
          <p:cNvPr id="11" name="Espace réservé du numéro de diapositive 10">
            <a:extLst>
              <a:ext uri="{FF2B5EF4-FFF2-40B4-BE49-F238E27FC236}">
                <a16:creationId xmlns:a16="http://schemas.microsoft.com/office/drawing/2014/main" id="{F4A34D05-0AE3-07A0-4B9B-7083298A5F43}"/>
              </a:ext>
            </a:extLst>
          </p:cNvPr>
          <p:cNvSpPr>
            <a:spLocks noGrp="1"/>
          </p:cNvSpPr>
          <p:nvPr>
            <p:ph type="sldNum" sz="quarter" idx="12"/>
          </p:nvPr>
        </p:nvSpPr>
        <p:spPr/>
        <p:txBody>
          <a:bodyPr/>
          <a:lstStyle/>
          <a:p>
            <a:fld id="{5149A38E-4A7C-4C86-B631-64CD0F93C451}" type="slidenum">
              <a:rPr lang="fr-FR" smtClean="0"/>
              <a:t>19</a:t>
            </a:fld>
            <a:endParaRPr lang="fr-FR"/>
          </a:p>
        </p:txBody>
      </p:sp>
    </p:spTree>
    <p:extLst>
      <p:ext uri="{BB962C8B-B14F-4D97-AF65-F5344CB8AC3E}">
        <p14:creationId xmlns:p14="http://schemas.microsoft.com/office/powerpoint/2010/main" val="4214933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Proposed</a:t>
            </a:r>
            <a:r>
              <a:rPr lang="fr-FR" dirty="0"/>
              <a:t> </a:t>
            </a:r>
            <a:r>
              <a:rPr lang="fr-FR" dirty="0" err="1"/>
              <a:t>neocortical-hippocampal</a:t>
            </a:r>
            <a:r>
              <a:rPr lang="fr-FR" dirty="0"/>
              <a:t> network model</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lstStyle/>
          <a:p>
            <a:pPr marL="0" indent="0">
              <a:buNone/>
            </a:pPr>
            <a:r>
              <a:rPr lang="fr-FR" dirty="0" err="1"/>
              <a:t>Fully-connected</a:t>
            </a:r>
            <a:r>
              <a:rPr lang="fr-FR" dirty="0"/>
              <a:t> </a:t>
            </a:r>
            <a:r>
              <a:rPr lang="fr-FR" dirty="0" err="1"/>
              <a:t>artificial</a:t>
            </a:r>
            <a:r>
              <a:rPr lang="fr-FR" dirty="0"/>
              <a:t> neural networks:</a:t>
            </a:r>
          </a:p>
          <a:p>
            <a:r>
              <a:rPr lang="fr-FR" dirty="0" err="1"/>
              <a:t>Hippocampal</a:t>
            </a:r>
            <a:r>
              <a:rPr lang="fr-FR" dirty="0"/>
              <a:t> circuit </a:t>
            </a:r>
            <a:r>
              <a:rPr lang="fr-FR" dirty="0" err="1"/>
              <a:t>reflecting</a:t>
            </a:r>
            <a:r>
              <a:rPr lang="fr-FR" dirty="0"/>
              <a:t> rat </a:t>
            </a:r>
            <a:r>
              <a:rPr lang="fr-FR" dirty="0" err="1"/>
              <a:t>hippocampus</a:t>
            </a:r>
            <a:r>
              <a:rPr lang="fr-FR" dirty="0"/>
              <a:t> </a:t>
            </a:r>
            <a:r>
              <a:rPr lang="fr-FR" dirty="0" err="1"/>
              <a:t>cell</a:t>
            </a:r>
            <a:r>
              <a:rPr lang="fr-FR" dirty="0"/>
              <a:t> </a:t>
            </a:r>
            <a:r>
              <a:rPr lang="fr-FR" dirty="0" err="1"/>
              <a:t>number</a:t>
            </a:r>
            <a:r>
              <a:rPr lang="fr-FR" dirty="0"/>
              <a:t> and sparsity in </a:t>
            </a:r>
            <a:r>
              <a:rPr lang="fr-FR" dirty="0" err="1"/>
              <a:t>each</a:t>
            </a:r>
            <a:r>
              <a:rPr lang="fr-FR" dirty="0"/>
              <a:t> </a:t>
            </a:r>
            <a:r>
              <a:rPr lang="fr-FR" dirty="0" err="1"/>
              <a:t>region</a:t>
            </a:r>
            <a:endParaRPr lang="fr-FR" dirty="0"/>
          </a:p>
          <a:p>
            <a:r>
              <a:rPr lang="fr-FR" dirty="0"/>
              <a:t> </a:t>
            </a:r>
            <a:r>
              <a:rPr lang="fr-FR" dirty="0" err="1"/>
              <a:t>Predictive</a:t>
            </a:r>
            <a:r>
              <a:rPr lang="fr-FR" dirty="0"/>
              <a:t> </a:t>
            </a:r>
            <a:r>
              <a:rPr lang="fr-FR" dirty="0" err="1"/>
              <a:t>coding</a:t>
            </a:r>
            <a:r>
              <a:rPr lang="fr-FR" dirty="0"/>
              <a:t> network for the </a:t>
            </a:r>
            <a:r>
              <a:rPr lang="fr-FR" dirty="0" err="1"/>
              <a:t>visual</a:t>
            </a:r>
            <a:r>
              <a:rPr lang="fr-FR" dirty="0"/>
              <a:t> cortex</a:t>
            </a:r>
          </a:p>
        </p:txBody>
      </p:sp>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3374118" cy="3459252"/>
            <a:chOff x="8748102" y="2544444"/>
            <a:chExt cx="3374118" cy="3459252"/>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3374118" cy="3459252"/>
              <a:chOff x="2943959" y="2426625"/>
              <a:chExt cx="3374118" cy="3459252"/>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556C1A8D-FB99-1493-9000-4BE78D13527B}"/>
                  </a:ext>
                </a:extLst>
              </p:cNvPr>
              <p:cNvCxnSpPr/>
              <p:nvPr/>
            </p:nvCxnSpPr>
            <p:spPr>
              <a:xfrm>
                <a:off x="5470847" y="557785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1" name="ZoneTexte 90">
                <a:extLst>
                  <a:ext uri="{FF2B5EF4-FFF2-40B4-BE49-F238E27FC236}">
                    <a16:creationId xmlns:a16="http://schemas.microsoft.com/office/drawing/2014/main" id="{4DE208E7-0098-F3B7-8B8D-48EC67DCF407}"/>
                  </a:ext>
                </a:extLst>
              </p:cNvPr>
              <p:cNvSpPr txBox="1"/>
              <p:nvPr/>
            </p:nvSpPr>
            <p:spPr>
              <a:xfrm>
                <a:off x="5728027" y="5417617"/>
                <a:ext cx="585288" cy="261610"/>
              </a:xfrm>
              <a:prstGeom prst="rect">
                <a:avLst/>
              </a:prstGeom>
              <a:noFill/>
            </p:spPr>
            <p:txBody>
              <a:bodyPr wrap="square" rtlCol="0">
                <a:spAutoFit/>
              </a:bodyPr>
              <a:lstStyle/>
              <a:p>
                <a:r>
                  <a:rPr lang="fr-FR" sz="1100" dirty="0"/>
                  <a:t>plastic</a:t>
                </a:r>
              </a:p>
            </p:txBody>
          </p:sp>
          <p:cxnSp>
            <p:nvCxnSpPr>
              <p:cNvPr id="92" name="Connecteur droit 91">
                <a:extLst>
                  <a:ext uri="{FF2B5EF4-FFF2-40B4-BE49-F238E27FC236}">
                    <a16:creationId xmlns:a16="http://schemas.microsoft.com/office/drawing/2014/main" id="{B851D47E-1C9F-12D8-FD67-D1496F9FC382}"/>
                  </a:ext>
                </a:extLst>
              </p:cNvPr>
              <p:cNvCxnSpPr/>
              <p:nvPr/>
            </p:nvCxnSpPr>
            <p:spPr>
              <a:xfrm>
                <a:off x="5475610" y="577705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ZoneTexte 92">
                <a:extLst>
                  <a:ext uri="{FF2B5EF4-FFF2-40B4-BE49-F238E27FC236}">
                    <a16:creationId xmlns:a16="http://schemas.microsoft.com/office/drawing/2014/main" id="{117DD928-DF82-970C-60C4-3B5E56DCDA2E}"/>
                  </a:ext>
                </a:extLst>
              </p:cNvPr>
              <p:cNvSpPr txBox="1"/>
              <p:nvPr/>
            </p:nvSpPr>
            <p:spPr>
              <a:xfrm>
                <a:off x="5732789" y="5624267"/>
                <a:ext cx="585288" cy="261610"/>
              </a:xfrm>
              <a:prstGeom prst="rect">
                <a:avLst/>
              </a:prstGeom>
              <a:noFill/>
            </p:spPr>
            <p:txBody>
              <a:bodyPr wrap="square" rtlCol="0">
                <a:spAutoFit/>
              </a:bodyPr>
              <a:lstStyle/>
              <a:p>
                <a:r>
                  <a:rPr lang="fr-FR" sz="1100" dirty="0" err="1"/>
                  <a:t>fixed</a:t>
                </a:r>
                <a:endParaRPr lang="fr-FR" sz="1100" dirty="0"/>
              </a:p>
            </p:txBody>
          </p:sp>
          <p:cxnSp>
            <p:nvCxnSpPr>
              <p:cNvPr id="94" name="Connecteur droit 93">
                <a:extLst>
                  <a:ext uri="{FF2B5EF4-FFF2-40B4-BE49-F238E27FC236}">
                    <a16:creationId xmlns:a16="http://schemas.microsoft.com/office/drawing/2014/main" id="{CA14F4E1-E21A-EE95-5B82-21844532E770}"/>
                  </a:ext>
                </a:extLst>
              </p:cNvPr>
              <p:cNvCxnSpPr/>
              <p:nvPr/>
            </p:nvCxnSpPr>
            <p:spPr>
              <a:xfrm>
                <a:off x="5470847" y="553532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127" name="Connecteur droit 126">
            <a:extLst>
              <a:ext uri="{FF2B5EF4-FFF2-40B4-BE49-F238E27FC236}">
                <a16:creationId xmlns:a16="http://schemas.microsoft.com/office/drawing/2014/main" id="{1FC718FF-2277-B10F-3663-837EC8D9368D}"/>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8" name="Connecteur : en angle 127">
            <a:extLst>
              <a:ext uri="{FF2B5EF4-FFF2-40B4-BE49-F238E27FC236}">
                <a16:creationId xmlns:a16="http://schemas.microsoft.com/office/drawing/2014/main" id="{564DF90B-5A1A-F162-BC50-CF10C335ED69}"/>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88C4F0A-9F7F-C3D8-5BC2-E82BF7F4A88C}"/>
              </a:ext>
            </a:extLst>
          </p:cNvPr>
          <p:cNvSpPr/>
          <p:nvPr/>
        </p:nvSpPr>
        <p:spPr>
          <a:xfrm>
            <a:off x="2612825" y="3661146"/>
            <a:ext cx="1502916" cy="2523639"/>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611B7C5-54C6-504E-E8B1-B5AB8142B6B8}"/>
              </a:ext>
            </a:extLst>
          </p:cNvPr>
          <p:cNvSpPr/>
          <p:nvPr/>
        </p:nvSpPr>
        <p:spPr>
          <a:xfrm>
            <a:off x="1976278" y="2094146"/>
            <a:ext cx="1181143" cy="2359702"/>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42F0CEAD-4A91-1D7A-071D-5F7B4D4FC0B0}"/>
              </a:ext>
            </a:extLst>
          </p:cNvPr>
          <p:cNvSpPr/>
          <p:nvPr/>
        </p:nvSpPr>
        <p:spPr>
          <a:xfrm>
            <a:off x="2851301" y="2105075"/>
            <a:ext cx="1073542" cy="79960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E6BB68DD-5F6E-0B48-3B2B-1C223C7019FD}"/>
              </a:ext>
            </a:extLst>
          </p:cNvPr>
          <p:cNvSpPr/>
          <p:nvPr/>
        </p:nvSpPr>
        <p:spPr>
          <a:xfrm>
            <a:off x="2851301" y="2366781"/>
            <a:ext cx="1073542" cy="2049101"/>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6DC09DCE-A52E-A1B5-C1B7-621DB7563AF8}"/>
              </a:ext>
            </a:extLst>
          </p:cNvPr>
          <p:cNvSpPr/>
          <p:nvPr/>
        </p:nvSpPr>
        <p:spPr>
          <a:xfrm>
            <a:off x="3563566" y="2094146"/>
            <a:ext cx="1299292" cy="2359702"/>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5E49C2F9-00A4-FEE5-EB9A-1C22D355014F}"/>
              </a:ext>
            </a:extLst>
          </p:cNvPr>
          <p:cNvSpPr txBox="1"/>
          <p:nvPr/>
        </p:nvSpPr>
        <p:spPr>
          <a:xfrm>
            <a:off x="2819342" y="2051262"/>
            <a:ext cx="301686" cy="369332"/>
          </a:xfrm>
          <a:prstGeom prst="rect">
            <a:avLst/>
          </a:prstGeom>
          <a:noFill/>
        </p:spPr>
        <p:txBody>
          <a:bodyPr wrap="none" rtlCol="0">
            <a:spAutoFit/>
          </a:bodyPr>
          <a:lstStyle/>
          <a:p>
            <a:r>
              <a:rPr lang="fr-FR" dirty="0">
                <a:solidFill>
                  <a:srgbClr val="0070C0"/>
                </a:solidFill>
              </a:rPr>
              <a:t>3</a:t>
            </a:r>
          </a:p>
        </p:txBody>
      </p:sp>
      <p:sp>
        <p:nvSpPr>
          <p:cNvPr id="11" name="Espace réservé du numéro de diapositive 10">
            <a:extLst>
              <a:ext uri="{FF2B5EF4-FFF2-40B4-BE49-F238E27FC236}">
                <a16:creationId xmlns:a16="http://schemas.microsoft.com/office/drawing/2014/main" id="{EEF6AC21-CED5-4309-5C7D-C93B6D64AB0C}"/>
              </a:ext>
            </a:extLst>
          </p:cNvPr>
          <p:cNvSpPr>
            <a:spLocks noGrp="1"/>
          </p:cNvSpPr>
          <p:nvPr>
            <p:ph type="sldNum" sz="quarter" idx="12"/>
          </p:nvPr>
        </p:nvSpPr>
        <p:spPr/>
        <p:txBody>
          <a:bodyPr/>
          <a:lstStyle/>
          <a:p>
            <a:fld id="{5149A38E-4A7C-4C86-B631-64CD0F93C451}" type="slidenum">
              <a:rPr lang="fr-FR" smtClean="0"/>
              <a:t>20</a:t>
            </a:fld>
            <a:endParaRPr lang="fr-FR"/>
          </a:p>
        </p:txBody>
      </p:sp>
    </p:spTree>
    <p:extLst>
      <p:ext uri="{BB962C8B-B14F-4D97-AF65-F5344CB8AC3E}">
        <p14:creationId xmlns:p14="http://schemas.microsoft.com/office/powerpoint/2010/main" val="2856372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Proposed</a:t>
            </a:r>
            <a:r>
              <a:rPr lang="fr-FR" dirty="0"/>
              <a:t> </a:t>
            </a:r>
            <a:r>
              <a:rPr lang="fr-FR" dirty="0" err="1"/>
              <a:t>neocortical-hippocampal</a:t>
            </a:r>
            <a:r>
              <a:rPr lang="fr-FR" dirty="0"/>
              <a:t> network model</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lstStyle/>
          <a:p>
            <a:pPr marL="0" indent="0">
              <a:buNone/>
            </a:pPr>
            <a:r>
              <a:rPr lang="fr-FR" dirty="0" err="1"/>
              <a:t>Fully-connected</a:t>
            </a:r>
            <a:r>
              <a:rPr lang="fr-FR" dirty="0"/>
              <a:t> </a:t>
            </a:r>
            <a:r>
              <a:rPr lang="fr-FR" dirty="0" err="1"/>
              <a:t>artificial</a:t>
            </a:r>
            <a:r>
              <a:rPr lang="fr-FR" dirty="0"/>
              <a:t> neural networks:</a:t>
            </a:r>
          </a:p>
          <a:p>
            <a:r>
              <a:rPr lang="fr-FR" dirty="0" err="1"/>
              <a:t>Hippocampal</a:t>
            </a:r>
            <a:r>
              <a:rPr lang="fr-FR" dirty="0"/>
              <a:t> circuit </a:t>
            </a:r>
            <a:r>
              <a:rPr lang="fr-FR" dirty="0" err="1"/>
              <a:t>reflecting</a:t>
            </a:r>
            <a:r>
              <a:rPr lang="fr-FR" dirty="0"/>
              <a:t> rat </a:t>
            </a:r>
            <a:r>
              <a:rPr lang="fr-FR" dirty="0" err="1"/>
              <a:t>hippocampus</a:t>
            </a:r>
            <a:r>
              <a:rPr lang="fr-FR" dirty="0"/>
              <a:t> </a:t>
            </a:r>
            <a:r>
              <a:rPr lang="fr-FR" dirty="0" err="1"/>
              <a:t>cell</a:t>
            </a:r>
            <a:r>
              <a:rPr lang="fr-FR" dirty="0"/>
              <a:t> </a:t>
            </a:r>
            <a:r>
              <a:rPr lang="fr-FR" dirty="0" err="1"/>
              <a:t>number</a:t>
            </a:r>
            <a:r>
              <a:rPr lang="fr-FR" dirty="0"/>
              <a:t> and sparsity in </a:t>
            </a:r>
            <a:r>
              <a:rPr lang="fr-FR" dirty="0" err="1"/>
              <a:t>each</a:t>
            </a:r>
            <a:r>
              <a:rPr lang="fr-FR" dirty="0"/>
              <a:t> </a:t>
            </a:r>
            <a:r>
              <a:rPr lang="fr-FR" dirty="0" err="1"/>
              <a:t>region</a:t>
            </a:r>
            <a:endParaRPr lang="fr-FR" dirty="0"/>
          </a:p>
          <a:p>
            <a:r>
              <a:rPr lang="fr-FR" dirty="0"/>
              <a:t> </a:t>
            </a:r>
            <a:r>
              <a:rPr lang="fr-FR" dirty="0" err="1"/>
              <a:t>Predictive</a:t>
            </a:r>
            <a:r>
              <a:rPr lang="fr-FR" dirty="0"/>
              <a:t> </a:t>
            </a:r>
            <a:r>
              <a:rPr lang="fr-FR" dirty="0" err="1"/>
              <a:t>coding</a:t>
            </a:r>
            <a:r>
              <a:rPr lang="fr-FR" dirty="0"/>
              <a:t> network for the </a:t>
            </a:r>
            <a:r>
              <a:rPr lang="fr-FR" dirty="0" err="1"/>
              <a:t>visual</a:t>
            </a:r>
            <a:r>
              <a:rPr lang="fr-FR" dirty="0"/>
              <a:t> cortex</a:t>
            </a:r>
          </a:p>
        </p:txBody>
      </p:sp>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3374118" cy="3459252"/>
            <a:chOff x="8748102" y="2544444"/>
            <a:chExt cx="3374118" cy="3459252"/>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3374118" cy="3459252"/>
              <a:chOff x="2943959" y="2426625"/>
              <a:chExt cx="3374118" cy="3459252"/>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556C1A8D-FB99-1493-9000-4BE78D13527B}"/>
                  </a:ext>
                </a:extLst>
              </p:cNvPr>
              <p:cNvCxnSpPr/>
              <p:nvPr/>
            </p:nvCxnSpPr>
            <p:spPr>
              <a:xfrm>
                <a:off x="5470847" y="557785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1" name="ZoneTexte 90">
                <a:extLst>
                  <a:ext uri="{FF2B5EF4-FFF2-40B4-BE49-F238E27FC236}">
                    <a16:creationId xmlns:a16="http://schemas.microsoft.com/office/drawing/2014/main" id="{4DE208E7-0098-F3B7-8B8D-48EC67DCF407}"/>
                  </a:ext>
                </a:extLst>
              </p:cNvPr>
              <p:cNvSpPr txBox="1"/>
              <p:nvPr/>
            </p:nvSpPr>
            <p:spPr>
              <a:xfrm>
                <a:off x="5728027" y="5417617"/>
                <a:ext cx="585288" cy="261610"/>
              </a:xfrm>
              <a:prstGeom prst="rect">
                <a:avLst/>
              </a:prstGeom>
              <a:noFill/>
            </p:spPr>
            <p:txBody>
              <a:bodyPr wrap="square" rtlCol="0">
                <a:spAutoFit/>
              </a:bodyPr>
              <a:lstStyle/>
              <a:p>
                <a:r>
                  <a:rPr lang="fr-FR" sz="1100" dirty="0"/>
                  <a:t>plastic</a:t>
                </a:r>
              </a:p>
            </p:txBody>
          </p:sp>
          <p:cxnSp>
            <p:nvCxnSpPr>
              <p:cNvPr id="92" name="Connecteur droit 91">
                <a:extLst>
                  <a:ext uri="{FF2B5EF4-FFF2-40B4-BE49-F238E27FC236}">
                    <a16:creationId xmlns:a16="http://schemas.microsoft.com/office/drawing/2014/main" id="{B851D47E-1C9F-12D8-FD67-D1496F9FC382}"/>
                  </a:ext>
                </a:extLst>
              </p:cNvPr>
              <p:cNvCxnSpPr/>
              <p:nvPr/>
            </p:nvCxnSpPr>
            <p:spPr>
              <a:xfrm>
                <a:off x="5475610" y="577705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ZoneTexte 92">
                <a:extLst>
                  <a:ext uri="{FF2B5EF4-FFF2-40B4-BE49-F238E27FC236}">
                    <a16:creationId xmlns:a16="http://schemas.microsoft.com/office/drawing/2014/main" id="{117DD928-DF82-970C-60C4-3B5E56DCDA2E}"/>
                  </a:ext>
                </a:extLst>
              </p:cNvPr>
              <p:cNvSpPr txBox="1"/>
              <p:nvPr/>
            </p:nvSpPr>
            <p:spPr>
              <a:xfrm>
                <a:off x="5732789" y="5624267"/>
                <a:ext cx="585288" cy="261610"/>
              </a:xfrm>
              <a:prstGeom prst="rect">
                <a:avLst/>
              </a:prstGeom>
              <a:noFill/>
            </p:spPr>
            <p:txBody>
              <a:bodyPr wrap="square" rtlCol="0">
                <a:spAutoFit/>
              </a:bodyPr>
              <a:lstStyle/>
              <a:p>
                <a:r>
                  <a:rPr lang="fr-FR" sz="1100" dirty="0" err="1"/>
                  <a:t>fixed</a:t>
                </a:r>
                <a:endParaRPr lang="fr-FR" sz="1100" dirty="0"/>
              </a:p>
            </p:txBody>
          </p:sp>
          <p:cxnSp>
            <p:nvCxnSpPr>
              <p:cNvPr id="94" name="Connecteur droit 93">
                <a:extLst>
                  <a:ext uri="{FF2B5EF4-FFF2-40B4-BE49-F238E27FC236}">
                    <a16:creationId xmlns:a16="http://schemas.microsoft.com/office/drawing/2014/main" id="{CA14F4E1-E21A-EE95-5B82-21844532E770}"/>
                  </a:ext>
                </a:extLst>
              </p:cNvPr>
              <p:cNvCxnSpPr/>
              <p:nvPr/>
            </p:nvCxnSpPr>
            <p:spPr>
              <a:xfrm>
                <a:off x="5470847" y="553532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127" name="Connecteur droit 126">
            <a:extLst>
              <a:ext uri="{FF2B5EF4-FFF2-40B4-BE49-F238E27FC236}">
                <a16:creationId xmlns:a16="http://schemas.microsoft.com/office/drawing/2014/main" id="{1FC718FF-2277-B10F-3663-837EC8D9368D}"/>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8" name="Connecteur : en angle 127">
            <a:extLst>
              <a:ext uri="{FF2B5EF4-FFF2-40B4-BE49-F238E27FC236}">
                <a16:creationId xmlns:a16="http://schemas.microsoft.com/office/drawing/2014/main" id="{564DF90B-5A1A-F162-BC50-CF10C335ED69}"/>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88C4F0A-9F7F-C3D8-5BC2-E82BF7F4A88C}"/>
              </a:ext>
            </a:extLst>
          </p:cNvPr>
          <p:cNvSpPr/>
          <p:nvPr/>
        </p:nvSpPr>
        <p:spPr>
          <a:xfrm>
            <a:off x="2612825" y="3661146"/>
            <a:ext cx="1502916" cy="2523639"/>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611B7C5-54C6-504E-E8B1-B5AB8142B6B8}"/>
              </a:ext>
            </a:extLst>
          </p:cNvPr>
          <p:cNvSpPr/>
          <p:nvPr/>
        </p:nvSpPr>
        <p:spPr>
          <a:xfrm>
            <a:off x="1976278" y="2094146"/>
            <a:ext cx="1181143" cy="2359702"/>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42F0CEAD-4A91-1D7A-071D-5F7B4D4FC0B0}"/>
              </a:ext>
            </a:extLst>
          </p:cNvPr>
          <p:cNvSpPr/>
          <p:nvPr/>
        </p:nvSpPr>
        <p:spPr>
          <a:xfrm>
            <a:off x="2851301" y="2105075"/>
            <a:ext cx="1073542" cy="799608"/>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E6BB68DD-5F6E-0B48-3B2B-1C223C7019FD}"/>
              </a:ext>
            </a:extLst>
          </p:cNvPr>
          <p:cNvSpPr/>
          <p:nvPr/>
        </p:nvSpPr>
        <p:spPr>
          <a:xfrm>
            <a:off x="2851301" y="2366781"/>
            <a:ext cx="1073542" cy="204910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6DC09DCE-A52E-A1B5-C1B7-621DB7563AF8}"/>
              </a:ext>
            </a:extLst>
          </p:cNvPr>
          <p:cNvSpPr/>
          <p:nvPr/>
        </p:nvSpPr>
        <p:spPr>
          <a:xfrm>
            <a:off x="3563566" y="2094146"/>
            <a:ext cx="1299292" cy="2359702"/>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51CF9C6C-68A5-D01F-C8B6-5793D05CAB91}"/>
              </a:ext>
            </a:extLst>
          </p:cNvPr>
          <p:cNvSpPr txBox="1"/>
          <p:nvPr/>
        </p:nvSpPr>
        <p:spPr>
          <a:xfrm>
            <a:off x="2819491" y="4060541"/>
            <a:ext cx="301686" cy="369332"/>
          </a:xfrm>
          <a:prstGeom prst="rect">
            <a:avLst/>
          </a:prstGeom>
          <a:noFill/>
        </p:spPr>
        <p:txBody>
          <a:bodyPr wrap="none" rtlCol="0">
            <a:spAutoFit/>
          </a:bodyPr>
          <a:lstStyle/>
          <a:p>
            <a:r>
              <a:rPr lang="fr-FR" dirty="0">
                <a:solidFill>
                  <a:srgbClr val="0070C0"/>
                </a:solidFill>
              </a:rPr>
              <a:t>4</a:t>
            </a:r>
          </a:p>
        </p:txBody>
      </p:sp>
      <p:sp>
        <p:nvSpPr>
          <p:cNvPr id="11" name="Espace réservé du numéro de diapositive 10">
            <a:extLst>
              <a:ext uri="{FF2B5EF4-FFF2-40B4-BE49-F238E27FC236}">
                <a16:creationId xmlns:a16="http://schemas.microsoft.com/office/drawing/2014/main" id="{B3CBE68B-9584-03EC-6EA1-193EC21657B7}"/>
              </a:ext>
            </a:extLst>
          </p:cNvPr>
          <p:cNvSpPr>
            <a:spLocks noGrp="1"/>
          </p:cNvSpPr>
          <p:nvPr>
            <p:ph type="sldNum" sz="quarter" idx="12"/>
          </p:nvPr>
        </p:nvSpPr>
        <p:spPr/>
        <p:txBody>
          <a:bodyPr/>
          <a:lstStyle/>
          <a:p>
            <a:fld id="{5149A38E-4A7C-4C86-B631-64CD0F93C451}" type="slidenum">
              <a:rPr lang="fr-FR" smtClean="0"/>
              <a:t>21</a:t>
            </a:fld>
            <a:endParaRPr lang="fr-FR"/>
          </a:p>
        </p:txBody>
      </p:sp>
    </p:spTree>
    <p:extLst>
      <p:ext uri="{BB962C8B-B14F-4D97-AF65-F5344CB8AC3E}">
        <p14:creationId xmlns:p14="http://schemas.microsoft.com/office/powerpoint/2010/main" val="3204151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Proposed</a:t>
            </a:r>
            <a:r>
              <a:rPr lang="fr-FR" dirty="0"/>
              <a:t> </a:t>
            </a:r>
            <a:r>
              <a:rPr lang="fr-FR" dirty="0" err="1"/>
              <a:t>neocortical-hippocampal</a:t>
            </a:r>
            <a:r>
              <a:rPr lang="fr-FR" dirty="0"/>
              <a:t> network model</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lstStyle/>
          <a:p>
            <a:pPr marL="0" indent="0">
              <a:buNone/>
            </a:pPr>
            <a:r>
              <a:rPr lang="fr-FR" dirty="0" err="1"/>
              <a:t>Fully-connected</a:t>
            </a:r>
            <a:r>
              <a:rPr lang="fr-FR" dirty="0"/>
              <a:t> </a:t>
            </a:r>
            <a:r>
              <a:rPr lang="fr-FR" dirty="0" err="1"/>
              <a:t>artificial</a:t>
            </a:r>
            <a:r>
              <a:rPr lang="fr-FR" dirty="0"/>
              <a:t> neural networks:</a:t>
            </a:r>
          </a:p>
          <a:p>
            <a:r>
              <a:rPr lang="fr-FR" dirty="0" err="1"/>
              <a:t>Hippocampal</a:t>
            </a:r>
            <a:r>
              <a:rPr lang="fr-FR" dirty="0"/>
              <a:t> circuit </a:t>
            </a:r>
            <a:r>
              <a:rPr lang="fr-FR" dirty="0" err="1"/>
              <a:t>reflecting</a:t>
            </a:r>
            <a:r>
              <a:rPr lang="fr-FR" dirty="0"/>
              <a:t> rat </a:t>
            </a:r>
            <a:r>
              <a:rPr lang="fr-FR" dirty="0" err="1"/>
              <a:t>hippocampus</a:t>
            </a:r>
            <a:r>
              <a:rPr lang="fr-FR" dirty="0"/>
              <a:t> </a:t>
            </a:r>
            <a:r>
              <a:rPr lang="fr-FR" dirty="0" err="1"/>
              <a:t>cell</a:t>
            </a:r>
            <a:r>
              <a:rPr lang="fr-FR" dirty="0"/>
              <a:t> </a:t>
            </a:r>
            <a:r>
              <a:rPr lang="fr-FR" dirty="0" err="1"/>
              <a:t>number</a:t>
            </a:r>
            <a:r>
              <a:rPr lang="fr-FR" dirty="0"/>
              <a:t> and sparsity in </a:t>
            </a:r>
            <a:r>
              <a:rPr lang="fr-FR" dirty="0" err="1"/>
              <a:t>each</a:t>
            </a:r>
            <a:r>
              <a:rPr lang="fr-FR" dirty="0"/>
              <a:t> </a:t>
            </a:r>
            <a:r>
              <a:rPr lang="fr-FR" dirty="0" err="1"/>
              <a:t>region</a:t>
            </a:r>
            <a:endParaRPr lang="fr-FR" dirty="0"/>
          </a:p>
          <a:p>
            <a:r>
              <a:rPr lang="fr-FR" dirty="0"/>
              <a:t> </a:t>
            </a:r>
            <a:r>
              <a:rPr lang="fr-FR" dirty="0" err="1"/>
              <a:t>Predictive</a:t>
            </a:r>
            <a:r>
              <a:rPr lang="fr-FR" dirty="0"/>
              <a:t> </a:t>
            </a:r>
            <a:r>
              <a:rPr lang="fr-FR" dirty="0" err="1"/>
              <a:t>coding</a:t>
            </a:r>
            <a:r>
              <a:rPr lang="fr-FR" dirty="0"/>
              <a:t> network for the </a:t>
            </a:r>
            <a:r>
              <a:rPr lang="fr-FR" dirty="0" err="1"/>
              <a:t>visual</a:t>
            </a:r>
            <a:r>
              <a:rPr lang="fr-FR" dirty="0"/>
              <a:t> cortex</a:t>
            </a:r>
          </a:p>
        </p:txBody>
      </p:sp>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3374118" cy="3459252"/>
            <a:chOff x="8748102" y="2544444"/>
            <a:chExt cx="3374118" cy="3459252"/>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3374118" cy="3459252"/>
              <a:chOff x="2943959" y="2426625"/>
              <a:chExt cx="3374118" cy="3459252"/>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90" name="Connecteur droit 89">
                <a:extLst>
                  <a:ext uri="{FF2B5EF4-FFF2-40B4-BE49-F238E27FC236}">
                    <a16:creationId xmlns:a16="http://schemas.microsoft.com/office/drawing/2014/main" id="{556C1A8D-FB99-1493-9000-4BE78D13527B}"/>
                  </a:ext>
                </a:extLst>
              </p:cNvPr>
              <p:cNvCxnSpPr/>
              <p:nvPr/>
            </p:nvCxnSpPr>
            <p:spPr>
              <a:xfrm>
                <a:off x="5470847" y="557785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1" name="ZoneTexte 90">
                <a:extLst>
                  <a:ext uri="{FF2B5EF4-FFF2-40B4-BE49-F238E27FC236}">
                    <a16:creationId xmlns:a16="http://schemas.microsoft.com/office/drawing/2014/main" id="{4DE208E7-0098-F3B7-8B8D-48EC67DCF407}"/>
                  </a:ext>
                </a:extLst>
              </p:cNvPr>
              <p:cNvSpPr txBox="1"/>
              <p:nvPr/>
            </p:nvSpPr>
            <p:spPr>
              <a:xfrm>
                <a:off x="5728027" y="5417617"/>
                <a:ext cx="585288" cy="261610"/>
              </a:xfrm>
              <a:prstGeom prst="rect">
                <a:avLst/>
              </a:prstGeom>
              <a:noFill/>
            </p:spPr>
            <p:txBody>
              <a:bodyPr wrap="square" rtlCol="0">
                <a:spAutoFit/>
              </a:bodyPr>
              <a:lstStyle/>
              <a:p>
                <a:r>
                  <a:rPr lang="fr-FR" sz="1100" dirty="0"/>
                  <a:t>plastic</a:t>
                </a:r>
              </a:p>
            </p:txBody>
          </p:sp>
          <p:cxnSp>
            <p:nvCxnSpPr>
              <p:cNvPr id="92" name="Connecteur droit 91">
                <a:extLst>
                  <a:ext uri="{FF2B5EF4-FFF2-40B4-BE49-F238E27FC236}">
                    <a16:creationId xmlns:a16="http://schemas.microsoft.com/office/drawing/2014/main" id="{B851D47E-1C9F-12D8-FD67-D1496F9FC382}"/>
                  </a:ext>
                </a:extLst>
              </p:cNvPr>
              <p:cNvCxnSpPr/>
              <p:nvPr/>
            </p:nvCxnSpPr>
            <p:spPr>
              <a:xfrm>
                <a:off x="5475610" y="577705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ZoneTexte 92">
                <a:extLst>
                  <a:ext uri="{FF2B5EF4-FFF2-40B4-BE49-F238E27FC236}">
                    <a16:creationId xmlns:a16="http://schemas.microsoft.com/office/drawing/2014/main" id="{117DD928-DF82-970C-60C4-3B5E56DCDA2E}"/>
                  </a:ext>
                </a:extLst>
              </p:cNvPr>
              <p:cNvSpPr txBox="1"/>
              <p:nvPr/>
            </p:nvSpPr>
            <p:spPr>
              <a:xfrm>
                <a:off x="5732789" y="5624267"/>
                <a:ext cx="585288" cy="261610"/>
              </a:xfrm>
              <a:prstGeom prst="rect">
                <a:avLst/>
              </a:prstGeom>
              <a:noFill/>
            </p:spPr>
            <p:txBody>
              <a:bodyPr wrap="square" rtlCol="0">
                <a:spAutoFit/>
              </a:bodyPr>
              <a:lstStyle/>
              <a:p>
                <a:r>
                  <a:rPr lang="fr-FR" sz="1100" dirty="0" err="1"/>
                  <a:t>fixed</a:t>
                </a:r>
                <a:endParaRPr lang="fr-FR" sz="1100" dirty="0"/>
              </a:p>
            </p:txBody>
          </p:sp>
          <p:cxnSp>
            <p:nvCxnSpPr>
              <p:cNvPr id="94" name="Connecteur droit 93">
                <a:extLst>
                  <a:ext uri="{FF2B5EF4-FFF2-40B4-BE49-F238E27FC236}">
                    <a16:creationId xmlns:a16="http://schemas.microsoft.com/office/drawing/2014/main" id="{CA14F4E1-E21A-EE95-5B82-21844532E770}"/>
                  </a:ext>
                </a:extLst>
              </p:cNvPr>
              <p:cNvCxnSpPr/>
              <p:nvPr/>
            </p:nvCxnSpPr>
            <p:spPr>
              <a:xfrm>
                <a:off x="5470847" y="553532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127" name="Connecteur droit 126">
            <a:extLst>
              <a:ext uri="{FF2B5EF4-FFF2-40B4-BE49-F238E27FC236}">
                <a16:creationId xmlns:a16="http://schemas.microsoft.com/office/drawing/2014/main" id="{1FC718FF-2277-B10F-3663-837EC8D9368D}"/>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8" name="Connecteur : en angle 127">
            <a:extLst>
              <a:ext uri="{FF2B5EF4-FFF2-40B4-BE49-F238E27FC236}">
                <a16:creationId xmlns:a16="http://schemas.microsoft.com/office/drawing/2014/main" id="{564DF90B-5A1A-F162-BC50-CF10C335ED69}"/>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488C4F0A-9F7F-C3D8-5BC2-E82BF7F4A88C}"/>
              </a:ext>
            </a:extLst>
          </p:cNvPr>
          <p:cNvSpPr/>
          <p:nvPr/>
        </p:nvSpPr>
        <p:spPr>
          <a:xfrm>
            <a:off x="2612825" y="3661146"/>
            <a:ext cx="1502916" cy="2523639"/>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611B7C5-54C6-504E-E8B1-B5AB8142B6B8}"/>
              </a:ext>
            </a:extLst>
          </p:cNvPr>
          <p:cNvSpPr/>
          <p:nvPr/>
        </p:nvSpPr>
        <p:spPr>
          <a:xfrm>
            <a:off x="1976278" y="2094146"/>
            <a:ext cx="1181143" cy="2359702"/>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42F0CEAD-4A91-1D7A-071D-5F7B4D4FC0B0}"/>
              </a:ext>
            </a:extLst>
          </p:cNvPr>
          <p:cNvSpPr/>
          <p:nvPr/>
        </p:nvSpPr>
        <p:spPr>
          <a:xfrm>
            <a:off x="2851301" y="2105075"/>
            <a:ext cx="1073542" cy="799608"/>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E6BB68DD-5F6E-0B48-3B2B-1C223C7019FD}"/>
              </a:ext>
            </a:extLst>
          </p:cNvPr>
          <p:cNvSpPr/>
          <p:nvPr/>
        </p:nvSpPr>
        <p:spPr>
          <a:xfrm>
            <a:off x="2851301" y="2366781"/>
            <a:ext cx="1073542" cy="2049101"/>
          </a:xfrm>
          <a:prstGeom prst="rect">
            <a:avLst/>
          </a:prstGeom>
          <a:noFill/>
          <a:ln>
            <a:solidFill>
              <a:srgbClr val="0070C0">
                <a:alpha val="20000"/>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6DC09DCE-A52E-A1B5-C1B7-621DB7563AF8}"/>
              </a:ext>
            </a:extLst>
          </p:cNvPr>
          <p:cNvSpPr/>
          <p:nvPr/>
        </p:nvSpPr>
        <p:spPr>
          <a:xfrm>
            <a:off x="3563566" y="2094146"/>
            <a:ext cx="1299292"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FF9CFF85-7A1D-3DEC-07CC-8325510D8357}"/>
              </a:ext>
            </a:extLst>
          </p:cNvPr>
          <p:cNvSpPr txBox="1"/>
          <p:nvPr/>
        </p:nvSpPr>
        <p:spPr>
          <a:xfrm>
            <a:off x="3619657" y="4110897"/>
            <a:ext cx="301686" cy="369332"/>
          </a:xfrm>
          <a:prstGeom prst="rect">
            <a:avLst/>
          </a:prstGeom>
          <a:noFill/>
        </p:spPr>
        <p:txBody>
          <a:bodyPr wrap="none" rtlCol="0">
            <a:spAutoFit/>
          </a:bodyPr>
          <a:lstStyle/>
          <a:p>
            <a:r>
              <a:rPr lang="fr-FR" dirty="0">
                <a:solidFill>
                  <a:srgbClr val="0070C0"/>
                </a:solidFill>
              </a:rPr>
              <a:t>5</a:t>
            </a:r>
          </a:p>
        </p:txBody>
      </p:sp>
      <p:sp>
        <p:nvSpPr>
          <p:cNvPr id="11" name="Espace réservé du numéro de diapositive 10">
            <a:extLst>
              <a:ext uri="{FF2B5EF4-FFF2-40B4-BE49-F238E27FC236}">
                <a16:creationId xmlns:a16="http://schemas.microsoft.com/office/drawing/2014/main" id="{1746E7C2-5576-7F7C-2604-9DB081C089AF}"/>
              </a:ext>
            </a:extLst>
          </p:cNvPr>
          <p:cNvSpPr>
            <a:spLocks noGrp="1"/>
          </p:cNvSpPr>
          <p:nvPr>
            <p:ph type="sldNum" sz="quarter" idx="12"/>
          </p:nvPr>
        </p:nvSpPr>
        <p:spPr/>
        <p:txBody>
          <a:bodyPr/>
          <a:lstStyle/>
          <a:p>
            <a:fld id="{5149A38E-4A7C-4C86-B631-64CD0F93C451}" type="slidenum">
              <a:rPr lang="fr-FR" smtClean="0"/>
              <a:t>22</a:t>
            </a:fld>
            <a:endParaRPr lang="fr-FR"/>
          </a:p>
        </p:txBody>
      </p:sp>
    </p:spTree>
    <p:extLst>
      <p:ext uri="{BB962C8B-B14F-4D97-AF65-F5344CB8AC3E}">
        <p14:creationId xmlns:p14="http://schemas.microsoft.com/office/powerpoint/2010/main" val="1778846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Predicting</a:t>
            </a:r>
            <a:r>
              <a:rPr lang="fr-FR" dirty="0"/>
              <a:t> </a:t>
            </a:r>
            <a:r>
              <a:rPr lang="fr-FR" dirty="0" err="1"/>
              <a:t>coding</a:t>
            </a:r>
            <a:r>
              <a:rPr lang="fr-FR" dirty="0"/>
              <a:t> model of the </a:t>
            </a:r>
            <a:r>
              <a:rPr lang="fr-FR" dirty="0" err="1"/>
              <a:t>neocortex</a:t>
            </a:r>
            <a:endParaRPr lang="fr-FR" dirty="0"/>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lstStyle/>
          <a:p>
            <a:pPr marL="0" indent="0">
              <a:buNone/>
            </a:pPr>
            <a:r>
              <a:rPr lang="fr-FR" dirty="0" err="1"/>
              <a:t>Predictive</a:t>
            </a:r>
            <a:r>
              <a:rPr lang="fr-FR" dirty="0"/>
              <a:t> </a:t>
            </a:r>
            <a:r>
              <a:rPr lang="fr-FR" dirty="0" err="1"/>
              <a:t>coding</a:t>
            </a:r>
            <a:r>
              <a:rPr lang="fr-FR" dirty="0"/>
              <a:t> network</a:t>
            </a:r>
          </a:p>
        </p:txBody>
      </p:sp>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2017735" cy="3429107"/>
            <a:chOff x="8748102" y="2544444"/>
            <a:chExt cx="2017735" cy="3429107"/>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sp>
        <p:nvSpPr>
          <p:cNvPr id="3" name="Rectangle 2">
            <a:extLst>
              <a:ext uri="{FF2B5EF4-FFF2-40B4-BE49-F238E27FC236}">
                <a16:creationId xmlns:a16="http://schemas.microsoft.com/office/drawing/2014/main" id="{CCD69D03-C459-901D-332B-AA56B3F5CEEE}"/>
              </a:ext>
            </a:extLst>
          </p:cNvPr>
          <p:cNvSpPr/>
          <p:nvPr/>
        </p:nvSpPr>
        <p:spPr>
          <a:xfrm>
            <a:off x="2612825" y="3661146"/>
            <a:ext cx="1502916" cy="2523639"/>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B2B2520B-AE50-B037-93A8-227FAAB40A87}"/>
              </a:ext>
            </a:extLst>
          </p:cNvPr>
          <p:cNvSpPr txBox="1"/>
          <p:nvPr/>
        </p:nvSpPr>
        <p:spPr>
          <a:xfrm>
            <a:off x="2558616" y="5874394"/>
            <a:ext cx="1324530" cy="369332"/>
          </a:xfrm>
          <a:prstGeom prst="rect">
            <a:avLst/>
          </a:prstGeom>
          <a:noFill/>
        </p:spPr>
        <p:txBody>
          <a:bodyPr wrap="none" rtlCol="0">
            <a:spAutoFit/>
          </a:bodyPr>
          <a:lstStyle/>
          <a:p>
            <a:r>
              <a:rPr lang="fr-FR" dirty="0">
                <a:solidFill>
                  <a:srgbClr val="0070C0"/>
                </a:solidFill>
              </a:rPr>
              <a:t>1 </a:t>
            </a:r>
            <a:r>
              <a:rPr lang="fr-FR" dirty="0" err="1">
                <a:solidFill>
                  <a:srgbClr val="0070C0"/>
                </a:solidFill>
              </a:rPr>
              <a:t>Neocortex</a:t>
            </a:r>
            <a:endParaRPr lang="fr-FR" dirty="0">
              <a:solidFill>
                <a:srgbClr val="0070C0"/>
              </a:solidFill>
            </a:endParaRPr>
          </a:p>
        </p:txBody>
      </p:sp>
      <p:grpSp>
        <p:nvGrpSpPr>
          <p:cNvPr id="7" name="Groupe 6">
            <a:extLst>
              <a:ext uri="{FF2B5EF4-FFF2-40B4-BE49-F238E27FC236}">
                <a16:creationId xmlns:a16="http://schemas.microsoft.com/office/drawing/2014/main" id="{2DCEE097-1434-D82B-7C02-3273A7E23AC5}"/>
              </a:ext>
            </a:extLst>
          </p:cNvPr>
          <p:cNvGrpSpPr/>
          <p:nvPr/>
        </p:nvGrpSpPr>
        <p:grpSpPr>
          <a:xfrm>
            <a:off x="6298497" y="2176215"/>
            <a:ext cx="5627851" cy="4488002"/>
            <a:chOff x="2715372" y="1035902"/>
            <a:chExt cx="6955359" cy="5546641"/>
          </a:xfrm>
        </p:grpSpPr>
        <mc:AlternateContent xmlns:mc="http://schemas.openxmlformats.org/markup-compatibility/2006" xmlns:a14="http://schemas.microsoft.com/office/drawing/2010/main">
          <mc:Choice Requires="a14">
            <p:sp>
              <p:nvSpPr>
                <p:cNvPr id="8" name="Flowchart: Connector 145">
                  <a:extLst>
                    <a:ext uri="{FF2B5EF4-FFF2-40B4-BE49-F238E27FC236}">
                      <a16:creationId xmlns:a16="http://schemas.microsoft.com/office/drawing/2014/main" id="{F5656BA3-A875-A895-E955-972700A36364}"/>
                    </a:ext>
                  </a:extLst>
                </p:cNvPr>
                <p:cNvSpPr/>
                <p:nvPr/>
              </p:nvSpPr>
              <p:spPr>
                <a:xfrm>
                  <a:off x="6176682" y="6130156"/>
                  <a:ext cx="452387" cy="452387"/>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fr-FR" sz="1400" b="1" i="1" smtClean="0">
                            <a:latin typeface="Cambria Math" panose="02040503050406030204" pitchFamily="18" charset="0"/>
                          </a:rPr>
                          <m:t>𝒙</m:t>
                        </m:r>
                      </m:oMath>
                    </m:oMathPara>
                  </a14:m>
                  <a:endParaRPr lang="en-GB" sz="1400" b="1" dirty="0"/>
                </a:p>
              </p:txBody>
            </p:sp>
          </mc:Choice>
          <mc:Fallback xmlns="">
            <p:sp>
              <p:nvSpPr>
                <p:cNvPr id="37" name="Flowchart: Connector 145">
                  <a:extLst>
                    <a:ext uri="{FF2B5EF4-FFF2-40B4-BE49-F238E27FC236}">
                      <a16:creationId xmlns:a16="http://schemas.microsoft.com/office/drawing/2014/main" id="{CC072DE3-1A2B-4360-BFCC-A19BE30A5D3F}"/>
                    </a:ext>
                  </a:extLst>
                </p:cNvPr>
                <p:cNvSpPr>
                  <a:spLocks noRot="1" noChangeAspect="1" noMove="1" noResize="1" noEditPoints="1" noAdjustHandles="1" noChangeArrowheads="1" noChangeShapeType="1" noTextEdit="1"/>
                </p:cNvSpPr>
                <p:nvPr/>
              </p:nvSpPr>
              <p:spPr>
                <a:xfrm>
                  <a:off x="6176682" y="6130156"/>
                  <a:ext cx="452387" cy="452387"/>
                </a:xfrm>
                <a:prstGeom prst="flowChartConnector">
                  <a:avLst/>
                </a:prstGeom>
                <a:blipFill>
                  <a:blip r:embed="rId3"/>
                  <a:stretch>
                    <a:fillRect/>
                  </a:stretch>
                </a:blipFill>
                <a:ln>
                  <a:solidFill>
                    <a:schemeClr val="tx1"/>
                  </a:solid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Isosceles Triangle 147">
                  <a:extLst>
                    <a:ext uri="{FF2B5EF4-FFF2-40B4-BE49-F238E27FC236}">
                      <a16:creationId xmlns:a16="http://schemas.microsoft.com/office/drawing/2014/main" id="{34C2022A-7988-1B6B-8351-A9C9E7A9B853}"/>
                    </a:ext>
                  </a:extLst>
                </p:cNvPr>
                <p:cNvSpPr/>
                <p:nvPr/>
              </p:nvSpPr>
              <p:spPr>
                <a:xfrm>
                  <a:off x="6140491" y="5374540"/>
                  <a:ext cx="524769" cy="452387"/>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𝝃</m:t>
                            </m:r>
                          </m:e>
                          <m:sub>
                            <m:r>
                              <a:rPr lang="en-US" sz="1400" b="0" i="1" smtClean="0">
                                <a:latin typeface="Cambria Math" panose="02040503050406030204" pitchFamily="18" charset="0"/>
                              </a:rPr>
                              <m:t>0</m:t>
                            </m:r>
                          </m:sub>
                        </m:sSub>
                      </m:oMath>
                    </m:oMathPara>
                  </a14:m>
                  <a:endParaRPr lang="fr-FR" sz="1400" b="0" dirty="0"/>
                </a:p>
              </p:txBody>
            </p:sp>
          </mc:Choice>
          <mc:Fallback xmlns="">
            <p:sp>
              <p:nvSpPr>
                <p:cNvPr id="38" name="Isosceles Triangle 147">
                  <a:extLst>
                    <a:ext uri="{FF2B5EF4-FFF2-40B4-BE49-F238E27FC236}">
                      <a16:creationId xmlns:a16="http://schemas.microsoft.com/office/drawing/2014/main" id="{7E54A756-41F2-4E6F-B11C-A89BE250231B}"/>
                    </a:ext>
                  </a:extLst>
                </p:cNvPr>
                <p:cNvSpPr>
                  <a:spLocks noRot="1" noChangeAspect="1" noMove="1" noResize="1" noEditPoints="1" noAdjustHandles="1" noChangeArrowheads="1" noChangeShapeType="1" noTextEdit="1"/>
                </p:cNvSpPr>
                <p:nvPr/>
              </p:nvSpPr>
              <p:spPr>
                <a:xfrm>
                  <a:off x="6140491" y="5374540"/>
                  <a:ext cx="524769" cy="452387"/>
                </a:xfrm>
                <a:prstGeom prst="triangle">
                  <a:avLst/>
                </a:prstGeom>
                <a:blipFill>
                  <a:blip r:embed="rId4"/>
                  <a:stretch>
                    <a:fillRect b="-20313"/>
                  </a:stretch>
                </a:blipFill>
                <a:ln>
                  <a:solidFill>
                    <a:schemeClr val="tx1"/>
                  </a:solid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0" name="Flowchart: Connector 149">
                  <a:extLst>
                    <a:ext uri="{FF2B5EF4-FFF2-40B4-BE49-F238E27FC236}">
                      <a16:creationId xmlns:a16="http://schemas.microsoft.com/office/drawing/2014/main" id="{40AD8DEC-C874-02DE-4D50-0975C21AE549}"/>
                    </a:ext>
                  </a:extLst>
                </p:cNvPr>
                <p:cNvSpPr/>
                <p:nvPr/>
              </p:nvSpPr>
              <p:spPr>
                <a:xfrm>
                  <a:off x="6192474" y="4475676"/>
                  <a:ext cx="452387" cy="452387"/>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𝝓</m:t>
                            </m:r>
                          </m:e>
                          <m:sub>
                            <m:r>
                              <a:rPr lang="fr-FR" sz="1400" b="0" i="1" smtClean="0">
                                <a:latin typeface="Cambria Math" panose="02040503050406030204" pitchFamily="18" charset="0"/>
                              </a:rPr>
                              <m:t>1</m:t>
                            </m:r>
                          </m:sub>
                        </m:sSub>
                      </m:oMath>
                    </m:oMathPara>
                  </a14:m>
                  <a:endParaRPr lang="en-GB" sz="1400" dirty="0"/>
                </a:p>
              </p:txBody>
            </p:sp>
          </mc:Choice>
          <mc:Fallback xmlns="">
            <p:sp>
              <p:nvSpPr>
                <p:cNvPr id="39" name="Flowchart: Connector 149">
                  <a:extLst>
                    <a:ext uri="{FF2B5EF4-FFF2-40B4-BE49-F238E27FC236}">
                      <a16:creationId xmlns:a16="http://schemas.microsoft.com/office/drawing/2014/main" id="{A4D67F87-A135-48CE-9D7E-CD59294CEDC5}"/>
                    </a:ext>
                  </a:extLst>
                </p:cNvPr>
                <p:cNvSpPr>
                  <a:spLocks noRot="1" noChangeAspect="1" noMove="1" noResize="1" noEditPoints="1" noAdjustHandles="1" noChangeArrowheads="1" noChangeShapeType="1" noTextEdit="1"/>
                </p:cNvSpPr>
                <p:nvPr/>
              </p:nvSpPr>
              <p:spPr>
                <a:xfrm>
                  <a:off x="6192474" y="4475676"/>
                  <a:ext cx="452387" cy="452387"/>
                </a:xfrm>
                <a:prstGeom prst="flowChartConnector">
                  <a:avLst/>
                </a:prstGeom>
                <a:blipFill>
                  <a:blip r:embed="rId5"/>
                  <a:stretch>
                    <a:fillRect l="-6452"/>
                  </a:stretch>
                </a:blipFill>
                <a:ln>
                  <a:solidFill>
                    <a:schemeClr val="tx1"/>
                  </a:solidFill>
                </a:ln>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Isosceles Triangle 151">
                  <a:extLst>
                    <a:ext uri="{FF2B5EF4-FFF2-40B4-BE49-F238E27FC236}">
                      <a16:creationId xmlns:a16="http://schemas.microsoft.com/office/drawing/2014/main" id="{8C9F07F1-F1F6-2B9C-4FD5-B3802D04F5F0}"/>
                    </a:ext>
                  </a:extLst>
                </p:cNvPr>
                <p:cNvSpPr/>
                <p:nvPr/>
              </p:nvSpPr>
              <p:spPr>
                <a:xfrm>
                  <a:off x="6139642" y="3698109"/>
                  <a:ext cx="524769" cy="452387"/>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𝝃</m:t>
                            </m:r>
                          </m:e>
                          <m:sub>
                            <m:r>
                              <a:rPr lang="fr-FR" sz="1400" b="0" i="1" smtClean="0">
                                <a:latin typeface="Cambria Math" panose="02040503050406030204" pitchFamily="18" charset="0"/>
                              </a:rPr>
                              <m:t>1</m:t>
                            </m:r>
                          </m:sub>
                        </m:sSub>
                      </m:oMath>
                    </m:oMathPara>
                  </a14:m>
                  <a:endParaRPr lang="fr-FR" sz="1400" b="0" dirty="0"/>
                </a:p>
              </p:txBody>
            </p:sp>
          </mc:Choice>
          <mc:Fallback xmlns="">
            <p:sp>
              <p:nvSpPr>
                <p:cNvPr id="40" name="Isosceles Triangle 151">
                  <a:extLst>
                    <a:ext uri="{FF2B5EF4-FFF2-40B4-BE49-F238E27FC236}">
                      <a16:creationId xmlns:a16="http://schemas.microsoft.com/office/drawing/2014/main" id="{6699671E-6EAC-41AC-8F06-8BF42D46DBE2}"/>
                    </a:ext>
                  </a:extLst>
                </p:cNvPr>
                <p:cNvSpPr>
                  <a:spLocks noRot="1" noChangeAspect="1" noMove="1" noResize="1" noEditPoints="1" noAdjustHandles="1" noChangeArrowheads="1" noChangeShapeType="1" noTextEdit="1"/>
                </p:cNvSpPr>
                <p:nvPr/>
              </p:nvSpPr>
              <p:spPr>
                <a:xfrm>
                  <a:off x="6139642" y="3698109"/>
                  <a:ext cx="524769" cy="452387"/>
                </a:xfrm>
                <a:prstGeom prst="triangle">
                  <a:avLst/>
                </a:prstGeom>
                <a:blipFill>
                  <a:blip r:embed="rId6"/>
                  <a:stretch>
                    <a:fillRect b="-20313"/>
                  </a:stretch>
                </a:blipFill>
                <a:ln>
                  <a:solidFill>
                    <a:schemeClr val="tx1"/>
                  </a:solidFill>
                </a:ln>
              </p:spPr>
              <p:txBody>
                <a:bodyPr/>
                <a:lstStyle/>
                <a:p>
                  <a:r>
                    <a:rPr lang="fr-FR">
                      <a:noFill/>
                    </a:rPr>
                    <a:t> </a:t>
                  </a:r>
                </a:p>
              </p:txBody>
            </p:sp>
          </mc:Fallback>
        </mc:AlternateContent>
        <p:cxnSp>
          <p:nvCxnSpPr>
            <p:cNvPr id="12" name="Straight Arrow Connector 155">
              <a:extLst>
                <a:ext uri="{FF2B5EF4-FFF2-40B4-BE49-F238E27FC236}">
                  <a16:creationId xmlns:a16="http://schemas.microsoft.com/office/drawing/2014/main" id="{846BF96A-EB2B-620A-255A-2FEAE4EC3356}"/>
                </a:ext>
              </a:extLst>
            </p:cNvPr>
            <p:cNvCxnSpPr>
              <a:cxnSpLocks/>
            </p:cNvCxnSpPr>
            <p:nvPr/>
          </p:nvCxnSpPr>
          <p:spPr>
            <a:xfrm>
              <a:off x="6280223" y="4898082"/>
              <a:ext cx="0" cy="672670"/>
            </a:xfrm>
            <a:prstGeom prst="straightConnector1">
              <a:avLst/>
            </a:prstGeom>
            <a:ln>
              <a:solidFill>
                <a:srgbClr val="00B050"/>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3" name="Straight Arrow Connector 157">
              <a:extLst>
                <a:ext uri="{FF2B5EF4-FFF2-40B4-BE49-F238E27FC236}">
                  <a16:creationId xmlns:a16="http://schemas.microsoft.com/office/drawing/2014/main" id="{3B0B2209-9483-4EDC-2D4B-4CC603A05265}"/>
                </a:ext>
              </a:extLst>
            </p:cNvPr>
            <p:cNvCxnSpPr>
              <a:cxnSpLocks/>
              <a:stCxn id="8" idx="0"/>
              <a:endCxn id="9" idx="3"/>
            </p:cNvCxnSpPr>
            <p:nvPr/>
          </p:nvCxnSpPr>
          <p:spPr>
            <a:xfrm flipV="1">
              <a:off x="6402876" y="5826927"/>
              <a:ext cx="0" cy="303229"/>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4" name="Straight Arrow Connector 164">
              <a:extLst>
                <a:ext uri="{FF2B5EF4-FFF2-40B4-BE49-F238E27FC236}">
                  <a16:creationId xmlns:a16="http://schemas.microsoft.com/office/drawing/2014/main" id="{25E9CE2E-23E3-84D3-BF77-9D404147CCF0}"/>
                </a:ext>
              </a:extLst>
            </p:cNvPr>
            <p:cNvCxnSpPr>
              <a:cxnSpLocks/>
              <a:endCxn id="10" idx="1"/>
            </p:cNvCxnSpPr>
            <p:nvPr/>
          </p:nvCxnSpPr>
          <p:spPr>
            <a:xfrm>
              <a:off x="6258725" y="4150496"/>
              <a:ext cx="0" cy="391431"/>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5" name="Straight Arrow Connector 165">
              <a:extLst>
                <a:ext uri="{FF2B5EF4-FFF2-40B4-BE49-F238E27FC236}">
                  <a16:creationId xmlns:a16="http://schemas.microsoft.com/office/drawing/2014/main" id="{875E6C72-4ACA-E28B-962E-707CB4D71B2F}"/>
                </a:ext>
              </a:extLst>
            </p:cNvPr>
            <p:cNvCxnSpPr>
              <a:cxnSpLocks/>
            </p:cNvCxnSpPr>
            <p:nvPr/>
          </p:nvCxnSpPr>
          <p:spPr>
            <a:xfrm flipV="1">
              <a:off x="6537741" y="4150496"/>
              <a:ext cx="0" cy="374880"/>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6" name="Straight Arrow Connector 166">
              <a:extLst>
                <a:ext uri="{FF2B5EF4-FFF2-40B4-BE49-F238E27FC236}">
                  <a16:creationId xmlns:a16="http://schemas.microsoft.com/office/drawing/2014/main" id="{5CEE2E6D-6A39-1961-EEAE-E188DF27A661}"/>
                </a:ext>
              </a:extLst>
            </p:cNvPr>
            <p:cNvCxnSpPr>
              <a:cxnSpLocks/>
            </p:cNvCxnSpPr>
            <p:nvPr/>
          </p:nvCxnSpPr>
          <p:spPr>
            <a:xfrm flipV="1">
              <a:off x="6523599" y="4898083"/>
              <a:ext cx="0" cy="672669"/>
            </a:xfrm>
            <a:prstGeom prst="straightConnector1">
              <a:avLst/>
            </a:prstGeom>
            <a:ln>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Flowchart: Connector 149">
                  <a:extLst>
                    <a:ext uri="{FF2B5EF4-FFF2-40B4-BE49-F238E27FC236}">
                      <a16:creationId xmlns:a16="http://schemas.microsoft.com/office/drawing/2014/main" id="{3FB01FC4-7026-E9A0-7853-3AD7A1E20DC9}"/>
                    </a:ext>
                  </a:extLst>
                </p:cNvPr>
                <p:cNvSpPr/>
                <p:nvPr/>
              </p:nvSpPr>
              <p:spPr>
                <a:xfrm>
                  <a:off x="6212024" y="2808325"/>
                  <a:ext cx="452387" cy="452387"/>
                </a:xfrm>
                <a:prstGeom prst="flowChartConnector">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𝝓</m:t>
                            </m:r>
                          </m:e>
                          <m:sub>
                            <m:r>
                              <a:rPr lang="en-US" sz="1400" b="0" i="1" smtClean="0">
                                <a:latin typeface="Cambria Math" panose="02040503050406030204" pitchFamily="18" charset="0"/>
                              </a:rPr>
                              <m:t>2</m:t>
                            </m:r>
                          </m:sub>
                        </m:sSub>
                      </m:oMath>
                    </m:oMathPara>
                  </a14:m>
                  <a:endParaRPr lang="en-GB" sz="1400" dirty="0"/>
                </a:p>
              </p:txBody>
            </p:sp>
          </mc:Choice>
          <mc:Fallback xmlns="">
            <p:sp>
              <p:nvSpPr>
                <p:cNvPr id="46" name="Flowchart: Connector 149">
                  <a:extLst>
                    <a:ext uri="{FF2B5EF4-FFF2-40B4-BE49-F238E27FC236}">
                      <a16:creationId xmlns:a16="http://schemas.microsoft.com/office/drawing/2014/main" id="{C57306E8-13D1-460D-9B36-9306D66CC07E}"/>
                    </a:ext>
                  </a:extLst>
                </p:cNvPr>
                <p:cNvSpPr>
                  <a:spLocks noRot="1" noChangeAspect="1" noMove="1" noResize="1" noEditPoints="1" noAdjustHandles="1" noChangeArrowheads="1" noChangeShapeType="1" noTextEdit="1"/>
                </p:cNvSpPr>
                <p:nvPr/>
              </p:nvSpPr>
              <p:spPr>
                <a:xfrm>
                  <a:off x="6212024" y="2808325"/>
                  <a:ext cx="452387" cy="452387"/>
                </a:xfrm>
                <a:prstGeom prst="flowChartConnector">
                  <a:avLst/>
                </a:prstGeom>
                <a:blipFill>
                  <a:blip r:embed="rId7"/>
                  <a:stretch>
                    <a:fillRect l="-4839"/>
                  </a:stretch>
                </a:blipFill>
                <a:ln>
                  <a:solidFill>
                    <a:schemeClr val="tx1"/>
                  </a:solidFill>
                </a:ln>
              </p:spPr>
              <p:txBody>
                <a:bodyPr/>
                <a:lstStyle/>
                <a:p>
                  <a:r>
                    <a:rPr lang="fr-FR">
                      <a:noFill/>
                    </a:rPr>
                    <a:t> </a:t>
                  </a:r>
                </a:p>
              </p:txBody>
            </p:sp>
          </mc:Fallback>
        </mc:AlternateContent>
        <p:cxnSp>
          <p:nvCxnSpPr>
            <p:cNvPr id="18" name="Straight Arrow Connector 155">
              <a:extLst>
                <a:ext uri="{FF2B5EF4-FFF2-40B4-BE49-F238E27FC236}">
                  <a16:creationId xmlns:a16="http://schemas.microsoft.com/office/drawing/2014/main" id="{7CB79566-4A1B-1E82-3E3E-23ED63809FFC}"/>
                </a:ext>
              </a:extLst>
            </p:cNvPr>
            <p:cNvCxnSpPr>
              <a:cxnSpLocks/>
              <a:endCxn id="11" idx="1"/>
            </p:cNvCxnSpPr>
            <p:nvPr/>
          </p:nvCxnSpPr>
          <p:spPr>
            <a:xfrm flipH="1">
              <a:off x="6270834" y="3230731"/>
              <a:ext cx="28940" cy="693572"/>
            </a:xfrm>
            <a:prstGeom prst="straightConnector1">
              <a:avLst/>
            </a:prstGeom>
            <a:ln>
              <a:solidFill>
                <a:srgbClr val="00B050"/>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9" name="Straight Arrow Connector 166">
              <a:extLst>
                <a:ext uri="{FF2B5EF4-FFF2-40B4-BE49-F238E27FC236}">
                  <a16:creationId xmlns:a16="http://schemas.microsoft.com/office/drawing/2014/main" id="{DF315872-B071-1B41-47F9-A6FD61564644}"/>
                </a:ext>
              </a:extLst>
            </p:cNvPr>
            <p:cNvCxnSpPr>
              <a:cxnSpLocks/>
              <a:stCxn id="11" idx="5"/>
            </p:cNvCxnSpPr>
            <p:nvPr/>
          </p:nvCxnSpPr>
          <p:spPr>
            <a:xfrm flipV="1">
              <a:off x="6533219" y="3230733"/>
              <a:ext cx="9930" cy="693570"/>
            </a:xfrm>
            <a:prstGeom prst="straightConnector1">
              <a:avLst/>
            </a:prstGeom>
            <a:ln>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Isosceles Triangle 151">
                  <a:extLst>
                    <a:ext uri="{FF2B5EF4-FFF2-40B4-BE49-F238E27FC236}">
                      <a16:creationId xmlns:a16="http://schemas.microsoft.com/office/drawing/2014/main" id="{09966232-15C3-5A0B-194C-DAED6DB12255}"/>
                    </a:ext>
                  </a:extLst>
                </p:cNvPr>
                <p:cNvSpPr/>
                <p:nvPr/>
              </p:nvSpPr>
              <p:spPr>
                <a:xfrm>
                  <a:off x="6176682" y="2018730"/>
                  <a:ext cx="524769" cy="452387"/>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𝝃</m:t>
                            </m:r>
                          </m:e>
                          <m:sub>
                            <m:r>
                              <a:rPr lang="en-US" sz="1400" b="0" i="1" smtClean="0">
                                <a:latin typeface="Cambria Math" panose="02040503050406030204" pitchFamily="18" charset="0"/>
                              </a:rPr>
                              <m:t>2</m:t>
                            </m:r>
                          </m:sub>
                        </m:sSub>
                      </m:oMath>
                    </m:oMathPara>
                  </a14:m>
                  <a:endParaRPr lang="fr-FR" sz="1400" b="0" dirty="0"/>
                </a:p>
              </p:txBody>
            </p:sp>
          </mc:Choice>
          <mc:Fallback xmlns="">
            <p:sp>
              <p:nvSpPr>
                <p:cNvPr id="49" name="Isosceles Triangle 151">
                  <a:extLst>
                    <a:ext uri="{FF2B5EF4-FFF2-40B4-BE49-F238E27FC236}">
                      <a16:creationId xmlns:a16="http://schemas.microsoft.com/office/drawing/2014/main" id="{F7E8A539-1209-4954-A41D-E77447A55462}"/>
                    </a:ext>
                  </a:extLst>
                </p:cNvPr>
                <p:cNvSpPr>
                  <a:spLocks noRot="1" noChangeAspect="1" noMove="1" noResize="1" noEditPoints="1" noAdjustHandles="1" noChangeArrowheads="1" noChangeShapeType="1" noTextEdit="1"/>
                </p:cNvSpPr>
                <p:nvPr/>
              </p:nvSpPr>
              <p:spPr>
                <a:xfrm>
                  <a:off x="6176682" y="2018730"/>
                  <a:ext cx="524769" cy="452387"/>
                </a:xfrm>
                <a:prstGeom prst="triangle">
                  <a:avLst/>
                </a:prstGeom>
                <a:blipFill>
                  <a:blip r:embed="rId8"/>
                  <a:stretch>
                    <a:fillRect b="-20313"/>
                  </a:stretch>
                </a:blipFill>
                <a:ln>
                  <a:solidFill>
                    <a:schemeClr val="tx1"/>
                  </a:solidFill>
                </a:ln>
              </p:spPr>
              <p:txBody>
                <a:bodyPr/>
                <a:lstStyle/>
                <a:p>
                  <a:r>
                    <a:rPr lang="fr-FR">
                      <a:noFill/>
                    </a:rPr>
                    <a:t> </a:t>
                  </a:r>
                </a:p>
              </p:txBody>
            </p:sp>
          </mc:Fallback>
        </mc:AlternateContent>
        <p:cxnSp>
          <p:nvCxnSpPr>
            <p:cNvPr id="21" name="Straight Arrow Connector 164">
              <a:extLst>
                <a:ext uri="{FF2B5EF4-FFF2-40B4-BE49-F238E27FC236}">
                  <a16:creationId xmlns:a16="http://schemas.microsoft.com/office/drawing/2014/main" id="{F5BED7E4-5F8B-FBE1-C6EB-E977DAC3F467}"/>
                </a:ext>
              </a:extLst>
            </p:cNvPr>
            <p:cNvCxnSpPr>
              <a:cxnSpLocks/>
            </p:cNvCxnSpPr>
            <p:nvPr/>
          </p:nvCxnSpPr>
          <p:spPr>
            <a:xfrm>
              <a:off x="6295765" y="2471117"/>
              <a:ext cx="0" cy="391431"/>
            </a:xfrm>
            <a:prstGeom prst="straightConnector1">
              <a:avLst/>
            </a:prstGeom>
            <a:ln>
              <a:solidFill>
                <a:schemeClr val="tx1"/>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 name="Straight Arrow Connector 165">
              <a:extLst>
                <a:ext uri="{FF2B5EF4-FFF2-40B4-BE49-F238E27FC236}">
                  <a16:creationId xmlns:a16="http://schemas.microsoft.com/office/drawing/2014/main" id="{41C76BCC-3FD8-F8BC-A119-245D73BF2DDA}"/>
                </a:ext>
              </a:extLst>
            </p:cNvPr>
            <p:cNvCxnSpPr>
              <a:cxnSpLocks/>
            </p:cNvCxnSpPr>
            <p:nvPr/>
          </p:nvCxnSpPr>
          <p:spPr>
            <a:xfrm flipV="1">
              <a:off x="6574781" y="2471117"/>
              <a:ext cx="0" cy="374880"/>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 name="Straight Arrow Connector 155">
              <a:extLst>
                <a:ext uri="{FF2B5EF4-FFF2-40B4-BE49-F238E27FC236}">
                  <a16:creationId xmlns:a16="http://schemas.microsoft.com/office/drawing/2014/main" id="{308F1A53-F141-44DF-0B08-944CC95DE9BC}"/>
                </a:ext>
              </a:extLst>
            </p:cNvPr>
            <p:cNvCxnSpPr>
              <a:cxnSpLocks/>
            </p:cNvCxnSpPr>
            <p:nvPr/>
          </p:nvCxnSpPr>
          <p:spPr>
            <a:xfrm>
              <a:off x="6424221" y="1378628"/>
              <a:ext cx="0" cy="672670"/>
            </a:xfrm>
            <a:prstGeom prst="straightConnector1">
              <a:avLst/>
            </a:prstGeom>
            <a:ln>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4" name="ZoneTexte 23">
              <a:extLst>
                <a:ext uri="{FF2B5EF4-FFF2-40B4-BE49-F238E27FC236}">
                  <a16:creationId xmlns:a16="http://schemas.microsoft.com/office/drawing/2014/main" id="{093B8B26-F327-DA66-D122-757864B322CC}"/>
                </a:ext>
              </a:extLst>
            </p:cNvPr>
            <p:cNvSpPr txBox="1"/>
            <p:nvPr/>
          </p:nvSpPr>
          <p:spPr>
            <a:xfrm>
              <a:off x="6287374" y="1035902"/>
              <a:ext cx="341150" cy="380376"/>
            </a:xfrm>
            <a:prstGeom prst="rect">
              <a:avLst/>
            </a:prstGeom>
            <a:noFill/>
          </p:spPr>
          <p:txBody>
            <a:bodyPr wrap="none" rtlCol="0">
              <a:spAutoFit/>
            </a:bodyPr>
            <a:lstStyle/>
            <a:p>
              <a:r>
                <a:rPr lang="fr-FR" sz="1400" b="1" dirty="0"/>
                <a:t>0</a:t>
              </a:r>
            </a:p>
          </p:txBody>
        </p:sp>
        <mc:AlternateContent xmlns:mc="http://schemas.openxmlformats.org/markup-compatibility/2006" xmlns:a14="http://schemas.microsoft.com/office/drawing/2010/main">
          <mc:Choice Requires="a14">
            <p:sp>
              <p:nvSpPr>
                <p:cNvPr id="25" name="TextBox 182">
                  <a:extLst>
                    <a:ext uri="{FF2B5EF4-FFF2-40B4-BE49-F238E27FC236}">
                      <a16:creationId xmlns:a16="http://schemas.microsoft.com/office/drawing/2014/main" id="{E1BE043C-2683-2489-651D-45511EBE6DCB}"/>
                    </a:ext>
                  </a:extLst>
                </p:cNvPr>
                <p:cNvSpPr txBox="1"/>
                <p:nvPr/>
              </p:nvSpPr>
              <p:spPr>
                <a:xfrm>
                  <a:off x="5713724" y="4860764"/>
                  <a:ext cx="533400" cy="3803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𝑾</m:t>
                            </m:r>
                          </m:e>
                          <m:sub>
                            <m:r>
                              <a:rPr lang="en-US" sz="1400" b="0" i="1" smtClean="0">
                                <a:latin typeface="Cambria Math" panose="02040503050406030204" pitchFamily="18" charset="0"/>
                              </a:rPr>
                              <m:t>0</m:t>
                            </m:r>
                          </m:sub>
                        </m:sSub>
                      </m:oMath>
                    </m:oMathPara>
                  </a14:m>
                  <a:endParaRPr lang="en-GB" sz="1400" dirty="0"/>
                </a:p>
              </p:txBody>
            </p:sp>
          </mc:Choice>
          <mc:Fallback xmlns="">
            <p:sp>
              <p:nvSpPr>
                <p:cNvPr id="54" name="TextBox 182">
                  <a:extLst>
                    <a:ext uri="{FF2B5EF4-FFF2-40B4-BE49-F238E27FC236}">
                      <a16:creationId xmlns:a16="http://schemas.microsoft.com/office/drawing/2014/main" id="{B079CBA2-53F4-4284-BC0C-B3D689910869}"/>
                    </a:ext>
                  </a:extLst>
                </p:cNvPr>
                <p:cNvSpPr txBox="1">
                  <a:spLocks noRot="1" noChangeAspect="1" noMove="1" noResize="1" noEditPoints="1" noAdjustHandles="1" noChangeArrowheads="1" noChangeShapeType="1" noTextEdit="1"/>
                </p:cNvSpPr>
                <p:nvPr/>
              </p:nvSpPr>
              <p:spPr>
                <a:xfrm>
                  <a:off x="5713724" y="4860764"/>
                  <a:ext cx="533400" cy="380376"/>
                </a:xfrm>
                <a:prstGeom prst="rect">
                  <a:avLst/>
                </a:prstGeom>
                <a:blipFill>
                  <a:blip r:embed="rId9"/>
                  <a:stretch>
                    <a:fillRect/>
                  </a:stretch>
                </a:blipFill>
              </p:spPr>
              <p:txBody>
                <a:bodyPr/>
                <a:lstStyle/>
                <a:p>
                  <a:r>
                    <a:rPr lang="fr-FR">
                      <a:noFill/>
                    </a:rPr>
                    <a:t> </a:t>
                  </a:r>
                </a:p>
              </p:txBody>
            </p:sp>
          </mc:Fallback>
        </mc:AlternateContent>
        <p:sp>
          <p:nvSpPr>
            <p:cNvPr id="26" name="ZoneTexte 25">
              <a:extLst>
                <a:ext uri="{FF2B5EF4-FFF2-40B4-BE49-F238E27FC236}">
                  <a16:creationId xmlns:a16="http://schemas.microsoft.com/office/drawing/2014/main" id="{0125159A-9AAF-61D3-A721-E5E4E08EB0ED}"/>
                </a:ext>
              </a:extLst>
            </p:cNvPr>
            <p:cNvSpPr txBox="1"/>
            <p:nvPr/>
          </p:nvSpPr>
          <p:spPr>
            <a:xfrm>
              <a:off x="5923389" y="3659867"/>
              <a:ext cx="295583" cy="380376"/>
            </a:xfrm>
            <a:prstGeom prst="rect">
              <a:avLst/>
            </a:prstGeom>
            <a:noFill/>
          </p:spPr>
          <p:txBody>
            <a:bodyPr wrap="none" rtlCol="0">
              <a:spAutoFit/>
            </a:bodyPr>
            <a:lstStyle/>
            <a:p>
              <a:r>
                <a:rPr lang="fr-FR" sz="1400" dirty="0"/>
                <a:t>f</a:t>
              </a:r>
            </a:p>
          </p:txBody>
        </p:sp>
        <mc:AlternateContent xmlns:mc="http://schemas.openxmlformats.org/markup-compatibility/2006" xmlns:a14="http://schemas.microsoft.com/office/drawing/2010/main">
          <mc:Choice Requires="a14">
            <p:sp>
              <p:nvSpPr>
                <p:cNvPr id="27" name="TextBox 182">
                  <a:extLst>
                    <a:ext uri="{FF2B5EF4-FFF2-40B4-BE49-F238E27FC236}">
                      <a16:creationId xmlns:a16="http://schemas.microsoft.com/office/drawing/2014/main" id="{1975A91B-C32A-6AD4-A012-A92C2A144190}"/>
                    </a:ext>
                  </a:extLst>
                </p:cNvPr>
                <p:cNvSpPr txBox="1"/>
                <p:nvPr/>
              </p:nvSpPr>
              <p:spPr>
                <a:xfrm>
                  <a:off x="5725325" y="3206909"/>
                  <a:ext cx="533400" cy="3803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𝑾</m:t>
                            </m:r>
                          </m:e>
                          <m:sub>
                            <m:r>
                              <a:rPr lang="fr-FR" sz="1400" b="0" i="1" smtClean="0">
                                <a:latin typeface="Cambria Math" panose="02040503050406030204" pitchFamily="18" charset="0"/>
                              </a:rPr>
                              <m:t>1</m:t>
                            </m:r>
                          </m:sub>
                        </m:sSub>
                      </m:oMath>
                    </m:oMathPara>
                  </a14:m>
                  <a:endParaRPr lang="en-GB" sz="1400" dirty="0"/>
                </a:p>
              </p:txBody>
            </p:sp>
          </mc:Choice>
          <mc:Fallback xmlns="">
            <p:sp>
              <p:nvSpPr>
                <p:cNvPr id="56" name="TextBox 182">
                  <a:extLst>
                    <a:ext uri="{FF2B5EF4-FFF2-40B4-BE49-F238E27FC236}">
                      <a16:creationId xmlns:a16="http://schemas.microsoft.com/office/drawing/2014/main" id="{1F6BE02C-1E70-4011-8D91-9C57B2DC156A}"/>
                    </a:ext>
                  </a:extLst>
                </p:cNvPr>
                <p:cNvSpPr txBox="1">
                  <a:spLocks noRot="1" noChangeAspect="1" noMove="1" noResize="1" noEditPoints="1" noAdjustHandles="1" noChangeArrowheads="1" noChangeShapeType="1" noTextEdit="1"/>
                </p:cNvSpPr>
                <p:nvPr/>
              </p:nvSpPr>
              <p:spPr>
                <a:xfrm>
                  <a:off x="5725325" y="3206909"/>
                  <a:ext cx="533400" cy="380376"/>
                </a:xfrm>
                <a:prstGeom prst="rect">
                  <a:avLst/>
                </a:prstGeom>
                <a:blipFill>
                  <a:blip r:embed="rId10"/>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8" name="ZoneTexte 27">
                  <a:extLst>
                    <a:ext uri="{FF2B5EF4-FFF2-40B4-BE49-F238E27FC236}">
                      <a16:creationId xmlns:a16="http://schemas.microsoft.com/office/drawing/2014/main" id="{AA64E091-63E8-75BA-9562-4D0DDC264A9B}"/>
                    </a:ext>
                  </a:extLst>
                </p:cNvPr>
                <p:cNvSpPr txBox="1"/>
                <p:nvPr/>
              </p:nvSpPr>
              <p:spPr>
                <a:xfrm>
                  <a:off x="7117436" y="5423846"/>
                  <a:ext cx="1766210" cy="3803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𝝃</m:t>
                            </m:r>
                          </m:e>
                          <m:sub>
                            <m:r>
                              <a:rPr lang="en-US" sz="1400" b="0" i="1" smtClean="0">
                                <a:latin typeface="Cambria Math" panose="02040503050406030204" pitchFamily="18" charset="0"/>
                              </a:rPr>
                              <m:t>0</m:t>
                            </m:r>
                          </m:sub>
                        </m:sSub>
                        <m:r>
                          <a:rPr lang="fr-FR" sz="1400" b="0" i="1" smtClean="0">
                            <a:latin typeface="Cambria Math" panose="02040503050406030204" pitchFamily="18" charset="0"/>
                          </a:rPr>
                          <m:t>=</m:t>
                        </m:r>
                        <m:r>
                          <a:rPr lang="fr-FR" sz="1400" b="1" i="1" smtClean="0">
                            <a:latin typeface="Cambria Math" panose="02040503050406030204" pitchFamily="18" charset="0"/>
                          </a:rPr>
                          <m:t>𝒙</m:t>
                        </m:r>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𝑾</m:t>
                            </m:r>
                          </m:e>
                          <m:sub>
                            <m:r>
                              <a:rPr lang="en-US" sz="1400" b="0" i="1" smtClean="0">
                                <a:latin typeface="Cambria Math" panose="02040503050406030204" pitchFamily="18" charset="0"/>
                              </a:rPr>
                              <m:t>0</m:t>
                            </m:r>
                          </m:sub>
                        </m:sSub>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𝝓</m:t>
                            </m:r>
                          </m:e>
                          <m:sub>
                            <m:r>
                              <a:rPr lang="en-US" sz="1400" b="0" i="1" smtClean="0">
                                <a:latin typeface="Cambria Math" panose="02040503050406030204" pitchFamily="18" charset="0"/>
                              </a:rPr>
                              <m:t>1</m:t>
                            </m:r>
                          </m:sub>
                        </m:sSub>
                      </m:oMath>
                    </m:oMathPara>
                  </a14:m>
                  <a:endParaRPr lang="fr-FR" sz="1400" dirty="0"/>
                </a:p>
              </p:txBody>
            </p:sp>
          </mc:Choice>
          <mc:Fallback xmlns="">
            <p:sp>
              <p:nvSpPr>
                <p:cNvPr id="28" name="ZoneTexte 27">
                  <a:extLst>
                    <a:ext uri="{FF2B5EF4-FFF2-40B4-BE49-F238E27FC236}">
                      <a16:creationId xmlns:a16="http://schemas.microsoft.com/office/drawing/2014/main" id="{AA64E091-63E8-75BA-9562-4D0DDC264A9B}"/>
                    </a:ext>
                  </a:extLst>
                </p:cNvPr>
                <p:cNvSpPr txBox="1">
                  <a:spLocks noRot="1" noChangeAspect="1" noMove="1" noResize="1" noEditPoints="1" noAdjustHandles="1" noChangeArrowheads="1" noChangeShapeType="1" noTextEdit="1"/>
                </p:cNvSpPr>
                <p:nvPr/>
              </p:nvSpPr>
              <p:spPr>
                <a:xfrm>
                  <a:off x="7117436" y="5423846"/>
                  <a:ext cx="1766210" cy="380376"/>
                </a:xfrm>
                <a:prstGeom prst="rect">
                  <a:avLst/>
                </a:prstGeom>
                <a:blipFill>
                  <a:blip r:embed="rId11"/>
                  <a:stretch>
                    <a:fillRect b="-5882"/>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1083E04D-C9CB-082A-8A98-C56EA4223476}"/>
                    </a:ext>
                  </a:extLst>
                </p:cNvPr>
                <p:cNvSpPr txBox="1"/>
                <p:nvPr/>
              </p:nvSpPr>
              <p:spPr>
                <a:xfrm>
                  <a:off x="6960618" y="3782218"/>
                  <a:ext cx="2708273" cy="3803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𝝃</m:t>
                            </m:r>
                          </m:e>
                          <m:sub>
                            <m:r>
                              <a:rPr lang="fr-FR" sz="1400" b="0" i="1" smtClean="0">
                                <a:latin typeface="Cambria Math" panose="02040503050406030204" pitchFamily="18" charset="0"/>
                              </a:rPr>
                              <m:t>1</m:t>
                            </m:r>
                          </m:sub>
                        </m:sSub>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𝝓</m:t>
                            </m:r>
                          </m:e>
                          <m:sub>
                            <m:r>
                              <a:rPr lang="fr-FR" sz="1400" b="0" i="1" smtClean="0">
                                <a:latin typeface="Cambria Math" panose="02040503050406030204" pitchFamily="18" charset="0"/>
                              </a:rPr>
                              <m:t>1</m:t>
                            </m:r>
                          </m:sub>
                        </m:sSub>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𝑓</m:t>
                            </m:r>
                            <m:r>
                              <a:rPr lang="fr-FR" sz="1400" b="0" i="1" smtClean="0">
                                <a:latin typeface="Cambria Math" panose="02040503050406030204" pitchFamily="18" charset="0"/>
                              </a:rPr>
                              <m:t>(</m:t>
                            </m:r>
                            <m:r>
                              <a:rPr lang="fr-FR" sz="1400" b="1" i="1" smtClean="0">
                                <a:latin typeface="Cambria Math" panose="02040503050406030204" pitchFamily="18" charset="0"/>
                              </a:rPr>
                              <m:t>𝑾</m:t>
                            </m:r>
                          </m:e>
                          <m:sub>
                            <m:r>
                              <a:rPr lang="fr-FR" sz="1400" b="0" i="1" smtClean="0">
                                <a:latin typeface="Cambria Math" panose="02040503050406030204" pitchFamily="18" charset="0"/>
                              </a:rPr>
                              <m:t>1</m:t>
                            </m:r>
                          </m:sub>
                        </m:sSub>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𝝓</m:t>
                            </m:r>
                          </m:e>
                          <m:sub>
                            <m:r>
                              <a:rPr lang="en-US" sz="1400" b="0" i="1" smtClean="0">
                                <a:latin typeface="Cambria Math" panose="02040503050406030204" pitchFamily="18" charset="0"/>
                              </a:rPr>
                              <m:t>2</m:t>
                            </m:r>
                          </m:sub>
                        </m:sSub>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𝒃</m:t>
                            </m:r>
                          </m:e>
                          <m:sub>
                            <m:r>
                              <a:rPr lang="en-US" sz="1400" b="0" i="1" smtClean="0">
                                <a:latin typeface="Cambria Math" panose="02040503050406030204" pitchFamily="18" charset="0"/>
                              </a:rPr>
                              <m:t>1</m:t>
                            </m:r>
                          </m:sub>
                        </m:sSub>
                        <m:r>
                          <a:rPr lang="fr-FR" sz="1400" b="0" i="1" smtClean="0">
                            <a:latin typeface="Cambria Math" panose="02040503050406030204" pitchFamily="18" charset="0"/>
                          </a:rPr>
                          <m:t>)</m:t>
                        </m:r>
                      </m:oMath>
                    </m:oMathPara>
                  </a14:m>
                  <a:endParaRPr lang="fr-FR" sz="1400" dirty="0"/>
                </a:p>
              </p:txBody>
            </p:sp>
          </mc:Choice>
          <mc:Fallback xmlns="">
            <p:sp>
              <p:nvSpPr>
                <p:cNvPr id="29" name="ZoneTexte 28">
                  <a:extLst>
                    <a:ext uri="{FF2B5EF4-FFF2-40B4-BE49-F238E27FC236}">
                      <a16:creationId xmlns:a16="http://schemas.microsoft.com/office/drawing/2014/main" id="{1083E04D-C9CB-082A-8A98-C56EA4223476}"/>
                    </a:ext>
                  </a:extLst>
                </p:cNvPr>
                <p:cNvSpPr txBox="1">
                  <a:spLocks noRot="1" noChangeAspect="1" noMove="1" noResize="1" noEditPoints="1" noAdjustHandles="1" noChangeArrowheads="1" noChangeShapeType="1" noTextEdit="1"/>
                </p:cNvSpPr>
                <p:nvPr/>
              </p:nvSpPr>
              <p:spPr>
                <a:xfrm>
                  <a:off x="6960618" y="3782218"/>
                  <a:ext cx="2708273" cy="380376"/>
                </a:xfrm>
                <a:prstGeom prst="rect">
                  <a:avLst/>
                </a:prstGeom>
                <a:blipFill>
                  <a:blip r:embed="rId12"/>
                  <a:stretch>
                    <a:fillRect b="-8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E0F5DEC7-9F9B-66C4-D8F1-DCA9D48D997A}"/>
                    </a:ext>
                  </a:extLst>
                </p:cNvPr>
                <p:cNvSpPr txBox="1"/>
                <p:nvPr/>
              </p:nvSpPr>
              <p:spPr>
                <a:xfrm>
                  <a:off x="6966128" y="2029800"/>
                  <a:ext cx="1455095" cy="38037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𝝃</m:t>
                            </m:r>
                          </m:e>
                          <m:sub>
                            <m:r>
                              <a:rPr lang="en-US" sz="1400" b="0" i="1" smtClean="0">
                                <a:latin typeface="Cambria Math" panose="02040503050406030204" pitchFamily="18" charset="0"/>
                              </a:rPr>
                              <m:t>2</m:t>
                            </m:r>
                          </m:sub>
                        </m:sSub>
                        <m:r>
                          <a:rPr lang="fr-FR" sz="1400" b="0" i="1" smtClean="0">
                            <a:latin typeface="Cambria Math" panose="02040503050406030204" pitchFamily="18" charset="0"/>
                          </a:rPr>
                          <m:t>=</m:t>
                        </m:r>
                        <m:sSub>
                          <m:sSubPr>
                            <m:ctrlPr>
                              <a:rPr lang="fr-FR" sz="1400" b="0" i="1" smtClean="0">
                                <a:latin typeface="Cambria Math" panose="02040503050406030204" pitchFamily="18" charset="0"/>
                              </a:rPr>
                            </m:ctrlPr>
                          </m:sSubPr>
                          <m:e>
                            <m:r>
                              <a:rPr lang="fr-FR" sz="1400" b="1" i="1" smtClean="0">
                                <a:latin typeface="Cambria Math" panose="02040503050406030204" pitchFamily="18" charset="0"/>
                              </a:rPr>
                              <m:t>𝝓</m:t>
                            </m:r>
                          </m:e>
                          <m:sub>
                            <m:r>
                              <a:rPr lang="en-US" sz="1400" b="0" i="1" smtClean="0">
                                <a:latin typeface="Cambria Math" panose="02040503050406030204" pitchFamily="18" charset="0"/>
                              </a:rPr>
                              <m:t>2</m:t>
                            </m:r>
                          </m:sub>
                        </m:sSub>
                        <m:r>
                          <a:rPr lang="fr-FR" sz="1400" b="0" i="1" smtClean="0">
                            <a:latin typeface="Cambria Math" panose="02040503050406030204" pitchFamily="18" charset="0"/>
                          </a:rPr>
                          <m:t>−</m:t>
                        </m:r>
                        <m:r>
                          <a:rPr lang="fr-FR" sz="1400" b="1" i="1" smtClean="0">
                            <a:latin typeface="Cambria Math" panose="02040503050406030204" pitchFamily="18" charset="0"/>
                          </a:rPr>
                          <m:t>𝟎</m:t>
                        </m:r>
                      </m:oMath>
                    </m:oMathPara>
                  </a14:m>
                  <a:endParaRPr lang="fr-FR" sz="1400" b="1" dirty="0"/>
                </a:p>
              </p:txBody>
            </p:sp>
          </mc:Choice>
          <mc:Fallback xmlns="">
            <p:sp>
              <p:nvSpPr>
                <p:cNvPr id="30" name="ZoneTexte 29">
                  <a:extLst>
                    <a:ext uri="{FF2B5EF4-FFF2-40B4-BE49-F238E27FC236}">
                      <a16:creationId xmlns:a16="http://schemas.microsoft.com/office/drawing/2014/main" id="{E0F5DEC7-9F9B-66C4-D8F1-DCA9D48D997A}"/>
                    </a:ext>
                  </a:extLst>
                </p:cNvPr>
                <p:cNvSpPr txBox="1">
                  <a:spLocks noRot="1" noChangeAspect="1" noMove="1" noResize="1" noEditPoints="1" noAdjustHandles="1" noChangeArrowheads="1" noChangeShapeType="1" noTextEdit="1"/>
                </p:cNvSpPr>
                <p:nvPr/>
              </p:nvSpPr>
              <p:spPr>
                <a:xfrm>
                  <a:off x="6966128" y="2029800"/>
                  <a:ext cx="1455095" cy="380376"/>
                </a:xfrm>
                <a:prstGeom prst="rect">
                  <a:avLst/>
                </a:prstGeom>
                <a:blipFill>
                  <a:blip r:embed="rId13"/>
                  <a:stretch>
                    <a:fillRect b="-8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1" name="TextBox 182">
                  <a:extLst>
                    <a:ext uri="{FF2B5EF4-FFF2-40B4-BE49-F238E27FC236}">
                      <a16:creationId xmlns:a16="http://schemas.microsoft.com/office/drawing/2014/main" id="{8A90B239-6EAE-CFE0-277A-0B41DBAE69AD}"/>
                    </a:ext>
                  </a:extLst>
                </p:cNvPr>
                <p:cNvSpPr txBox="1"/>
                <p:nvPr/>
              </p:nvSpPr>
              <p:spPr>
                <a:xfrm>
                  <a:off x="6644861" y="4860764"/>
                  <a:ext cx="533400" cy="38497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fr-FR" sz="1400" b="0" i="1" smtClean="0">
                                <a:solidFill>
                                  <a:schemeClr val="tx1">
                                    <a:lumMod val="50000"/>
                                    <a:lumOff val="50000"/>
                                  </a:schemeClr>
                                </a:solidFill>
                                <a:latin typeface="Cambria Math" panose="02040503050406030204" pitchFamily="18" charset="0"/>
                              </a:rPr>
                            </m:ctrlPr>
                          </m:sSubSupPr>
                          <m:e>
                            <m:r>
                              <a:rPr lang="fr-FR" sz="1400" b="1" i="1" smtClean="0">
                                <a:solidFill>
                                  <a:schemeClr val="tx1">
                                    <a:lumMod val="50000"/>
                                    <a:lumOff val="50000"/>
                                  </a:schemeClr>
                                </a:solidFill>
                                <a:latin typeface="Cambria Math" panose="02040503050406030204" pitchFamily="18" charset="0"/>
                              </a:rPr>
                              <m:t>𝑾</m:t>
                            </m:r>
                          </m:e>
                          <m:sub>
                            <m:r>
                              <a:rPr lang="en-US" sz="1400" b="0" i="1" smtClean="0">
                                <a:solidFill>
                                  <a:schemeClr val="tx1">
                                    <a:lumMod val="50000"/>
                                    <a:lumOff val="50000"/>
                                  </a:schemeClr>
                                </a:solidFill>
                                <a:latin typeface="Cambria Math" panose="02040503050406030204" pitchFamily="18" charset="0"/>
                              </a:rPr>
                              <m:t>0</m:t>
                            </m:r>
                          </m:sub>
                          <m:sup>
                            <m:r>
                              <a:rPr lang="fr-FR" sz="1400" b="0" i="1" smtClean="0">
                                <a:solidFill>
                                  <a:schemeClr val="tx1">
                                    <a:lumMod val="50000"/>
                                    <a:lumOff val="50000"/>
                                  </a:schemeClr>
                                </a:solidFill>
                                <a:latin typeface="Cambria Math" panose="02040503050406030204" pitchFamily="18" charset="0"/>
                              </a:rPr>
                              <m:t>⊤</m:t>
                            </m:r>
                          </m:sup>
                        </m:sSubSup>
                      </m:oMath>
                    </m:oMathPara>
                  </a14:m>
                  <a:endParaRPr lang="en-GB" sz="1400" dirty="0"/>
                </a:p>
              </p:txBody>
            </p:sp>
          </mc:Choice>
          <mc:Fallback xmlns="">
            <p:sp>
              <p:nvSpPr>
                <p:cNvPr id="31" name="TextBox 182">
                  <a:extLst>
                    <a:ext uri="{FF2B5EF4-FFF2-40B4-BE49-F238E27FC236}">
                      <a16:creationId xmlns:a16="http://schemas.microsoft.com/office/drawing/2014/main" id="{8A90B239-6EAE-CFE0-277A-0B41DBAE69AD}"/>
                    </a:ext>
                  </a:extLst>
                </p:cNvPr>
                <p:cNvSpPr txBox="1">
                  <a:spLocks noRot="1" noChangeAspect="1" noMove="1" noResize="1" noEditPoints="1" noAdjustHandles="1" noChangeArrowheads="1" noChangeShapeType="1" noTextEdit="1"/>
                </p:cNvSpPr>
                <p:nvPr/>
              </p:nvSpPr>
              <p:spPr>
                <a:xfrm>
                  <a:off x="6644861" y="4860764"/>
                  <a:ext cx="533400" cy="384972"/>
                </a:xfrm>
                <a:prstGeom prst="rect">
                  <a:avLst/>
                </a:prstGeom>
                <a:blipFill>
                  <a:blip r:embed="rId1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2" name="TextBox 182">
                  <a:extLst>
                    <a:ext uri="{FF2B5EF4-FFF2-40B4-BE49-F238E27FC236}">
                      <a16:creationId xmlns:a16="http://schemas.microsoft.com/office/drawing/2014/main" id="{0F6C1C70-C031-BA6C-EDEE-754A4680BF03}"/>
                    </a:ext>
                  </a:extLst>
                </p:cNvPr>
                <p:cNvSpPr txBox="1"/>
                <p:nvPr/>
              </p:nvSpPr>
              <p:spPr>
                <a:xfrm>
                  <a:off x="6574781" y="3212584"/>
                  <a:ext cx="3095950" cy="3828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fr-FR" sz="1400" b="0" i="1" smtClean="0">
                                <a:solidFill>
                                  <a:schemeClr val="tx1">
                                    <a:lumMod val="50000"/>
                                    <a:lumOff val="50000"/>
                                  </a:schemeClr>
                                </a:solidFill>
                                <a:latin typeface="Cambria Math" panose="02040503050406030204" pitchFamily="18" charset="0"/>
                              </a:rPr>
                            </m:ctrlPr>
                          </m:sSubSupPr>
                          <m:e>
                            <m:r>
                              <a:rPr lang="fr-FR" sz="1400" b="1" i="1" smtClean="0">
                                <a:solidFill>
                                  <a:schemeClr val="tx1">
                                    <a:lumMod val="50000"/>
                                    <a:lumOff val="50000"/>
                                  </a:schemeClr>
                                </a:solidFill>
                                <a:latin typeface="Cambria Math" panose="02040503050406030204" pitchFamily="18" charset="0"/>
                              </a:rPr>
                              <m:t>𝑾</m:t>
                            </m:r>
                          </m:e>
                          <m:sub>
                            <m:r>
                              <a:rPr lang="fr-FR" sz="1400" b="0" i="1" smtClean="0">
                                <a:solidFill>
                                  <a:schemeClr val="tx1">
                                    <a:lumMod val="50000"/>
                                    <a:lumOff val="50000"/>
                                  </a:schemeClr>
                                </a:solidFill>
                                <a:latin typeface="Cambria Math" panose="02040503050406030204" pitchFamily="18" charset="0"/>
                              </a:rPr>
                              <m:t>1</m:t>
                            </m:r>
                          </m:sub>
                          <m:sup>
                            <m:r>
                              <a:rPr lang="fr-FR" sz="1400" b="0" i="1" smtClean="0">
                                <a:solidFill>
                                  <a:schemeClr val="tx1">
                                    <a:lumMod val="50000"/>
                                    <a:lumOff val="50000"/>
                                  </a:schemeClr>
                                </a:solidFill>
                                <a:latin typeface="Cambria Math" panose="02040503050406030204" pitchFamily="18" charset="0"/>
                              </a:rPr>
                              <m:t>⊤</m:t>
                            </m:r>
                          </m:sup>
                        </m:sSubSup>
                        <m:r>
                          <m:rPr>
                            <m:sty m:val="p"/>
                          </m:rPr>
                          <a:rPr lang="fr-FR" sz="1400" b="0" i="0" smtClean="0">
                            <a:solidFill>
                              <a:schemeClr val="tx1">
                                <a:lumMod val="50000"/>
                                <a:lumOff val="50000"/>
                              </a:schemeClr>
                            </a:solidFill>
                            <a:latin typeface="Cambria Math" panose="02040503050406030204" pitchFamily="18" charset="0"/>
                          </a:rPr>
                          <m:t>diag</m:t>
                        </m:r>
                        <m:d>
                          <m:dPr>
                            <m:begChr m:val="["/>
                            <m:endChr m:val="]"/>
                            <m:ctrlPr>
                              <a:rPr lang="fr-FR" sz="1400" b="0" i="1" smtClean="0">
                                <a:solidFill>
                                  <a:schemeClr val="tx1">
                                    <a:lumMod val="50000"/>
                                    <a:lumOff val="50000"/>
                                  </a:schemeClr>
                                </a:solidFill>
                                <a:latin typeface="Cambria Math" panose="02040503050406030204" pitchFamily="18" charset="0"/>
                              </a:rPr>
                            </m:ctrlPr>
                          </m:dPr>
                          <m:e>
                            <m:r>
                              <a:rPr lang="fr-FR" sz="1400" b="0" i="1" smtClean="0">
                                <a:solidFill>
                                  <a:schemeClr val="tx1">
                                    <a:lumMod val="50000"/>
                                    <a:lumOff val="50000"/>
                                  </a:schemeClr>
                                </a:solidFill>
                                <a:latin typeface="Cambria Math" panose="02040503050406030204" pitchFamily="18" charset="0"/>
                              </a:rPr>
                              <m:t>𝑓</m:t>
                            </m:r>
                            <m:r>
                              <a:rPr lang="fr-FR" sz="1400" b="0" i="1" smtClean="0">
                                <a:solidFill>
                                  <a:schemeClr val="tx1">
                                    <a:lumMod val="50000"/>
                                    <a:lumOff val="50000"/>
                                  </a:schemeClr>
                                </a:solidFill>
                                <a:latin typeface="Cambria Math" panose="02040503050406030204" pitchFamily="18" charset="0"/>
                              </a:rPr>
                              <m:t>′</m:t>
                            </m:r>
                            <m:d>
                              <m:dPr>
                                <m:ctrlPr>
                                  <a:rPr lang="fr-FR" sz="1400" b="0" i="1" smtClean="0">
                                    <a:solidFill>
                                      <a:schemeClr val="tx1">
                                        <a:lumMod val="50000"/>
                                        <a:lumOff val="50000"/>
                                      </a:schemeClr>
                                    </a:solidFill>
                                    <a:latin typeface="Cambria Math" panose="02040503050406030204" pitchFamily="18" charset="0"/>
                                  </a:rPr>
                                </m:ctrlPr>
                              </m:dPr>
                              <m:e>
                                <m:sSub>
                                  <m:sSubPr>
                                    <m:ctrlPr>
                                      <a:rPr lang="fr-FR" sz="1400" b="0" i="1" smtClean="0">
                                        <a:solidFill>
                                          <a:schemeClr val="tx1">
                                            <a:lumMod val="50000"/>
                                            <a:lumOff val="50000"/>
                                          </a:schemeClr>
                                        </a:solidFill>
                                        <a:latin typeface="Cambria Math" panose="02040503050406030204" pitchFamily="18" charset="0"/>
                                      </a:rPr>
                                    </m:ctrlPr>
                                  </m:sSubPr>
                                  <m:e>
                                    <m:r>
                                      <a:rPr lang="fr-FR" sz="1400" b="1" i="1" smtClean="0">
                                        <a:solidFill>
                                          <a:schemeClr val="tx1">
                                            <a:lumMod val="50000"/>
                                            <a:lumOff val="50000"/>
                                          </a:schemeClr>
                                        </a:solidFill>
                                        <a:latin typeface="Cambria Math" panose="02040503050406030204" pitchFamily="18" charset="0"/>
                                      </a:rPr>
                                      <m:t>𝑾</m:t>
                                    </m:r>
                                  </m:e>
                                  <m:sub>
                                    <m:r>
                                      <a:rPr lang="fr-FR" sz="1400" b="0" i="1" smtClean="0">
                                        <a:solidFill>
                                          <a:schemeClr val="tx1">
                                            <a:lumMod val="50000"/>
                                            <a:lumOff val="50000"/>
                                          </a:schemeClr>
                                        </a:solidFill>
                                        <a:latin typeface="Cambria Math" panose="02040503050406030204" pitchFamily="18" charset="0"/>
                                      </a:rPr>
                                      <m:t>1</m:t>
                                    </m:r>
                                  </m:sub>
                                </m:sSub>
                                <m:sSub>
                                  <m:sSubPr>
                                    <m:ctrlPr>
                                      <a:rPr lang="fr-FR" sz="1400" b="0" i="1" smtClean="0">
                                        <a:solidFill>
                                          <a:schemeClr val="tx1">
                                            <a:lumMod val="50000"/>
                                            <a:lumOff val="50000"/>
                                          </a:schemeClr>
                                        </a:solidFill>
                                        <a:latin typeface="Cambria Math" panose="02040503050406030204" pitchFamily="18" charset="0"/>
                                      </a:rPr>
                                    </m:ctrlPr>
                                  </m:sSubPr>
                                  <m:e>
                                    <m:r>
                                      <a:rPr lang="fr-FR" sz="1400" b="1" i="1" smtClean="0">
                                        <a:solidFill>
                                          <a:schemeClr val="tx1">
                                            <a:lumMod val="50000"/>
                                            <a:lumOff val="50000"/>
                                          </a:schemeClr>
                                        </a:solidFill>
                                        <a:latin typeface="Cambria Math" panose="02040503050406030204" pitchFamily="18" charset="0"/>
                                      </a:rPr>
                                      <m:t>𝝓</m:t>
                                    </m:r>
                                  </m:e>
                                  <m:sub>
                                    <m:r>
                                      <a:rPr lang="en-US" sz="1400" b="0" i="1" smtClean="0">
                                        <a:solidFill>
                                          <a:schemeClr val="tx1">
                                            <a:lumMod val="50000"/>
                                            <a:lumOff val="50000"/>
                                          </a:schemeClr>
                                        </a:solidFill>
                                        <a:latin typeface="Cambria Math" panose="02040503050406030204" pitchFamily="18" charset="0"/>
                                      </a:rPr>
                                      <m:t>2</m:t>
                                    </m:r>
                                  </m:sub>
                                </m:sSub>
                                <m:r>
                                  <a:rPr lang="fr-FR" sz="1400" b="0" i="1" smtClean="0">
                                    <a:solidFill>
                                      <a:schemeClr val="tx1">
                                        <a:lumMod val="50000"/>
                                        <a:lumOff val="50000"/>
                                      </a:schemeClr>
                                    </a:solidFill>
                                    <a:latin typeface="Cambria Math" panose="02040503050406030204" pitchFamily="18" charset="0"/>
                                  </a:rPr>
                                  <m:t>+</m:t>
                                </m:r>
                                <m:sSub>
                                  <m:sSubPr>
                                    <m:ctrlPr>
                                      <a:rPr lang="fr-FR" sz="1400" b="1" i="1" smtClean="0">
                                        <a:solidFill>
                                          <a:schemeClr val="tx1">
                                            <a:lumMod val="50000"/>
                                            <a:lumOff val="50000"/>
                                          </a:schemeClr>
                                        </a:solidFill>
                                        <a:latin typeface="Cambria Math" panose="02040503050406030204" pitchFamily="18" charset="0"/>
                                      </a:rPr>
                                    </m:ctrlPr>
                                  </m:sSubPr>
                                  <m:e>
                                    <m:r>
                                      <a:rPr lang="fr-FR" sz="1400" b="1" i="1" smtClean="0">
                                        <a:solidFill>
                                          <a:schemeClr val="tx1">
                                            <a:lumMod val="50000"/>
                                            <a:lumOff val="50000"/>
                                          </a:schemeClr>
                                        </a:solidFill>
                                        <a:latin typeface="Cambria Math" panose="02040503050406030204" pitchFamily="18" charset="0"/>
                                      </a:rPr>
                                      <m:t>𝒃</m:t>
                                    </m:r>
                                  </m:e>
                                  <m:sub>
                                    <m:r>
                                      <a:rPr lang="en-US" sz="1400" b="0" i="1" smtClean="0">
                                        <a:solidFill>
                                          <a:schemeClr val="tx1">
                                            <a:lumMod val="50000"/>
                                            <a:lumOff val="50000"/>
                                          </a:schemeClr>
                                        </a:solidFill>
                                        <a:latin typeface="Cambria Math" panose="02040503050406030204" pitchFamily="18" charset="0"/>
                                      </a:rPr>
                                      <m:t>1</m:t>
                                    </m:r>
                                  </m:sub>
                                </m:sSub>
                              </m:e>
                            </m:d>
                          </m:e>
                        </m:d>
                      </m:oMath>
                    </m:oMathPara>
                  </a14:m>
                  <a:endParaRPr lang="en-GB" sz="1400" dirty="0"/>
                </a:p>
              </p:txBody>
            </p:sp>
          </mc:Choice>
          <mc:Fallback xmlns="">
            <p:sp>
              <p:nvSpPr>
                <p:cNvPr id="32" name="TextBox 182">
                  <a:extLst>
                    <a:ext uri="{FF2B5EF4-FFF2-40B4-BE49-F238E27FC236}">
                      <a16:creationId xmlns:a16="http://schemas.microsoft.com/office/drawing/2014/main" id="{0F6C1C70-C031-BA6C-EDEE-754A4680BF03}"/>
                    </a:ext>
                  </a:extLst>
                </p:cNvPr>
                <p:cNvSpPr txBox="1">
                  <a:spLocks noRot="1" noChangeAspect="1" noMove="1" noResize="1" noEditPoints="1" noAdjustHandles="1" noChangeArrowheads="1" noChangeShapeType="1" noTextEdit="1"/>
                </p:cNvSpPr>
                <p:nvPr/>
              </p:nvSpPr>
              <p:spPr>
                <a:xfrm>
                  <a:off x="6574781" y="3212584"/>
                  <a:ext cx="3095950" cy="382833"/>
                </a:xfrm>
                <a:prstGeom prst="rect">
                  <a:avLst/>
                </a:prstGeom>
                <a:blipFill>
                  <a:blip r:embed="rId15"/>
                  <a:stretch>
                    <a:fillRect b="-9804"/>
                  </a:stretch>
                </a:blipFill>
              </p:spPr>
              <p:txBody>
                <a:bodyPr/>
                <a:lstStyle/>
                <a:p>
                  <a:r>
                    <a:rPr lang="fr-FR">
                      <a:noFill/>
                    </a:rPr>
                    <a:t> </a:t>
                  </a:r>
                </a:p>
              </p:txBody>
            </p:sp>
          </mc:Fallback>
        </mc:AlternateContent>
        <p:cxnSp>
          <p:nvCxnSpPr>
            <p:cNvPr id="33" name="Connecteur droit 32">
              <a:extLst>
                <a:ext uri="{FF2B5EF4-FFF2-40B4-BE49-F238E27FC236}">
                  <a16:creationId xmlns:a16="http://schemas.microsoft.com/office/drawing/2014/main" id="{CF60DC40-0FD7-D895-23E8-43DAB54F1210}"/>
                </a:ext>
              </a:extLst>
            </p:cNvPr>
            <p:cNvCxnSpPr>
              <a:cxnSpLocks/>
            </p:cNvCxnSpPr>
            <p:nvPr/>
          </p:nvCxnSpPr>
          <p:spPr>
            <a:xfrm>
              <a:off x="2715372" y="5273845"/>
              <a:ext cx="6721182" cy="12052"/>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4" name="Connecteur droit 33">
              <a:extLst>
                <a:ext uri="{FF2B5EF4-FFF2-40B4-BE49-F238E27FC236}">
                  <a16:creationId xmlns:a16="http://schemas.microsoft.com/office/drawing/2014/main" id="{7E5452C7-B9A6-66ED-4667-2E7FD83F39A3}"/>
                </a:ext>
              </a:extLst>
            </p:cNvPr>
            <p:cNvCxnSpPr>
              <a:cxnSpLocks/>
            </p:cNvCxnSpPr>
            <p:nvPr/>
          </p:nvCxnSpPr>
          <p:spPr>
            <a:xfrm>
              <a:off x="2715372" y="3600075"/>
              <a:ext cx="6721182" cy="42475"/>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5" name="ZoneTexte 34">
              <a:extLst>
                <a:ext uri="{FF2B5EF4-FFF2-40B4-BE49-F238E27FC236}">
                  <a16:creationId xmlns:a16="http://schemas.microsoft.com/office/drawing/2014/main" id="{3D177EE2-42FA-E43F-9CED-4A7A7CDF1806}"/>
                </a:ext>
              </a:extLst>
            </p:cNvPr>
            <p:cNvSpPr txBox="1"/>
            <p:nvPr/>
          </p:nvSpPr>
          <p:spPr>
            <a:xfrm>
              <a:off x="3140253" y="2852415"/>
              <a:ext cx="2185099" cy="380376"/>
            </a:xfrm>
            <a:prstGeom prst="rect">
              <a:avLst/>
            </a:prstGeom>
            <a:noFill/>
          </p:spPr>
          <p:txBody>
            <a:bodyPr wrap="none" rtlCol="0">
              <a:spAutoFit/>
            </a:bodyPr>
            <a:lstStyle/>
            <a:p>
              <a:r>
                <a:rPr lang="fr-FR" sz="1400" dirty="0" err="1"/>
                <a:t>Entorhin</a:t>
              </a:r>
              <a:r>
                <a:rPr lang="en-US" sz="1400" dirty="0"/>
                <a:t>al cortex (</a:t>
              </a:r>
              <a:r>
                <a:rPr lang="fr-FR" sz="1400" dirty="0"/>
                <a:t>EC)</a:t>
              </a:r>
            </a:p>
          </p:txBody>
        </p:sp>
        <p:sp>
          <p:nvSpPr>
            <p:cNvPr id="36" name="ZoneTexte 35">
              <a:extLst>
                <a:ext uri="{FF2B5EF4-FFF2-40B4-BE49-F238E27FC236}">
                  <a16:creationId xmlns:a16="http://schemas.microsoft.com/office/drawing/2014/main" id="{909155C4-D57D-C608-39A2-835A589650E1}"/>
                </a:ext>
              </a:extLst>
            </p:cNvPr>
            <p:cNvSpPr txBox="1"/>
            <p:nvPr/>
          </p:nvSpPr>
          <p:spPr>
            <a:xfrm>
              <a:off x="2715372" y="6121909"/>
              <a:ext cx="3100377" cy="380376"/>
            </a:xfrm>
            <a:prstGeom prst="rect">
              <a:avLst/>
            </a:prstGeom>
            <a:noFill/>
          </p:spPr>
          <p:txBody>
            <a:bodyPr wrap="none" rtlCol="0">
              <a:spAutoFit/>
            </a:bodyPr>
            <a:lstStyle/>
            <a:p>
              <a:r>
                <a:rPr lang="fr-FR" sz="1400" dirty="0" err="1"/>
                <a:t>Lateral</a:t>
              </a:r>
              <a:r>
                <a:rPr lang="fr-FR" sz="1400" dirty="0"/>
                <a:t> </a:t>
              </a:r>
              <a:r>
                <a:rPr lang="fr-FR" sz="1400" dirty="0" err="1"/>
                <a:t>geniculate</a:t>
              </a:r>
              <a:r>
                <a:rPr lang="fr-FR" sz="1400" dirty="0"/>
                <a:t> nucleus (LGN)</a:t>
              </a:r>
            </a:p>
          </p:txBody>
        </p:sp>
        <p:sp>
          <p:nvSpPr>
            <p:cNvPr id="37" name="ZoneTexte 36">
              <a:extLst>
                <a:ext uri="{FF2B5EF4-FFF2-40B4-BE49-F238E27FC236}">
                  <a16:creationId xmlns:a16="http://schemas.microsoft.com/office/drawing/2014/main" id="{ECFB299F-F51E-CF7B-8072-22F66ACF1CF0}"/>
                </a:ext>
              </a:extLst>
            </p:cNvPr>
            <p:cNvSpPr txBox="1"/>
            <p:nvPr/>
          </p:nvSpPr>
          <p:spPr>
            <a:xfrm>
              <a:off x="3289396" y="4516479"/>
              <a:ext cx="1809557" cy="380376"/>
            </a:xfrm>
            <a:prstGeom prst="rect">
              <a:avLst/>
            </a:prstGeom>
            <a:noFill/>
          </p:spPr>
          <p:txBody>
            <a:bodyPr wrap="none" rtlCol="0">
              <a:spAutoFit/>
            </a:bodyPr>
            <a:lstStyle/>
            <a:p>
              <a:r>
                <a:rPr lang="fr-FR" sz="1400" dirty="0"/>
                <a:t>Visual cortex (VC)</a:t>
              </a:r>
            </a:p>
          </p:txBody>
        </p:sp>
      </p:grpSp>
      <p:cxnSp>
        <p:nvCxnSpPr>
          <p:cNvPr id="38" name="Connecteur droit 37">
            <a:extLst>
              <a:ext uri="{FF2B5EF4-FFF2-40B4-BE49-F238E27FC236}">
                <a16:creationId xmlns:a16="http://schemas.microsoft.com/office/drawing/2014/main" id="{481ADBBF-2A1B-0761-3F9C-058FC4DE68A7}"/>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F408E9D7-A298-4B47-45A9-0FAD67D70FA2}"/>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0" name="Connecteur droit 39">
            <a:extLst>
              <a:ext uri="{FF2B5EF4-FFF2-40B4-BE49-F238E27FC236}">
                <a16:creationId xmlns:a16="http://schemas.microsoft.com/office/drawing/2014/main" id="{3FF15D51-9C26-B3D7-DD9F-D8DA07D60C6F}"/>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540085F6-7586-3216-65B2-503CF6D38661}"/>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42" name="Connecteur droit 41">
            <a:extLst>
              <a:ext uri="{FF2B5EF4-FFF2-40B4-BE49-F238E27FC236}">
                <a16:creationId xmlns:a16="http://schemas.microsoft.com/office/drawing/2014/main" id="{F140FDA6-A4FD-036B-499A-569CA541923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43" name="Connecteur droit 42">
            <a:extLst>
              <a:ext uri="{FF2B5EF4-FFF2-40B4-BE49-F238E27FC236}">
                <a16:creationId xmlns:a16="http://schemas.microsoft.com/office/drawing/2014/main" id="{B3994BE9-F1B6-8747-FC8E-D85E59373EB0}"/>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4" name="Connecteur : en angle 43">
            <a:extLst>
              <a:ext uri="{FF2B5EF4-FFF2-40B4-BE49-F238E27FC236}">
                <a16:creationId xmlns:a16="http://schemas.microsoft.com/office/drawing/2014/main" id="{6FF8E567-AFBA-BBAC-7BC0-A7F6787CFE38}"/>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45" name="ZoneTexte 44">
            <a:extLst>
              <a:ext uri="{FF2B5EF4-FFF2-40B4-BE49-F238E27FC236}">
                <a16:creationId xmlns:a16="http://schemas.microsoft.com/office/drawing/2014/main" id="{2D203006-6E82-BDFA-E1EC-751F04B88AA0}"/>
              </a:ext>
            </a:extLst>
          </p:cNvPr>
          <p:cNvSpPr txBox="1"/>
          <p:nvPr/>
        </p:nvSpPr>
        <p:spPr>
          <a:xfrm>
            <a:off x="9540053" y="2491726"/>
            <a:ext cx="1784271" cy="369332"/>
          </a:xfrm>
          <a:prstGeom prst="rect">
            <a:avLst/>
          </a:prstGeom>
          <a:noFill/>
        </p:spPr>
        <p:txBody>
          <a:bodyPr wrap="none" rtlCol="0">
            <a:spAutoFit/>
          </a:bodyPr>
          <a:lstStyle/>
          <a:p>
            <a:r>
              <a:rPr lang="fr-FR" b="1" dirty="0" err="1">
                <a:solidFill>
                  <a:srgbClr val="FF0000"/>
                </a:solidFill>
              </a:rPr>
              <a:t>Prediction</a:t>
            </a:r>
            <a:r>
              <a:rPr lang="fr-FR" b="1" dirty="0">
                <a:solidFill>
                  <a:srgbClr val="FF0000"/>
                </a:solidFill>
              </a:rPr>
              <a:t> </a:t>
            </a:r>
            <a:r>
              <a:rPr lang="fr-FR" b="1" dirty="0" err="1">
                <a:solidFill>
                  <a:srgbClr val="FF0000"/>
                </a:solidFill>
              </a:rPr>
              <a:t>errors</a:t>
            </a:r>
            <a:endParaRPr lang="fr-FR" b="1" dirty="0">
              <a:solidFill>
                <a:srgbClr val="FF0000"/>
              </a:solidFill>
            </a:endParaRPr>
          </a:p>
        </p:txBody>
      </p:sp>
      <p:sp>
        <p:nvSpPr>
          <p:cNvPr id="46" name="ZoneTexte 45">
            <a:extLst>
              <a:ext uri="{FF2B5EF4-FFF2-40B4-BE49-F238E27FC236}">
                <a16:creationId xmlns:a16="http://schemas.microsoft.com/office/drawing/2014/main" id="{81674A91-AEBB-173A-EA65-BE22AB2AB5AB}"/>
              </a:ext>
            </a:extLst>
          </p:cNvPr>
          <p:cNvSpPr txBox="1"/>
          <p:nvPr/>
        </p:nvSpPr>
        <p:spPr>
          <a:xfrm>
            <a:off x="7412630" y="2491726"/>
            <a:ext cx="1161536" cy="369332"/>
          </a:xfrm>
          <a:prstGeom prst="rect">
            <a:avLst/>
          </a:prstGeom>
          <a:noFill/>
        </p:spPr>
        <p:txBody>
          <a:bodyPr wrap="none" rtlCol="0">
            <a:spAutoFit/>
          </a:bodyPr>
          <a:lstStyle/>
          <a:p>
            <a:r>
              <a:rPr lang="fr-FR" b="1" dirty="0" err="1">
                <a:solidFill>
                  <a:srgbClr val="00B050"/>
                </a:solidFill>
              </a:rPr>
              <a:t>Prediction</a:t>
            </a:r>
            <a:endParaRPr lang="fr-FR" b="1" dirty="0">
              <a:solidFill>
                <a:srgbClr val="00B050"/>
              </a:solidFill>
            </a:endParaRPr>
          </a:p>
        </p:txBody>
      </p:sp>
      <p:sp>
        <p:nvSpPr>
          <p:cNvPr id="47" name="Espace réservé du numéro de diapositive 46">
            <a:extLst>
              <a:ext uri="{FF2B5EF4-FFF2-40B4-BE49-F238E27FC236}">
                <a16:creationId xmlns:a16="http://schemas.microsoft.com/office/drawing/2014/main" id="{3BDD26BA-FC92-B3B7-5923-E5657F090AE0}"/>
              </a:ext>
            </a:extLst>
          </p:cNvPr>
          <p:cNvSpPr>
            <a:spLocks noGrp="1"/>
          </p:cNvSpPr>
          <p:nvPr>
            <p:ph type="sldNum" sz="quarter" idx="12"/>
          </p:nvPr>
        </p:nvSpPr>
        <p:spPr/>
        <p:txBody>
          <a:bodyPr/>
          <a:lstStyle/>
          <a:p>
            <a:fld id="{5149A38E-4A7C-4C86-B631-64CD0F93C451}" type="slidenum">
              <a:rPr lang="fr-FR" smtClean="0"/>
              <a:t>23</a:t>
            </a:fld>
            <a:endParaRPr lang="fr-FR"/>
          </a:p>
        </p:txBody>
      </p:sp>
    </p:spTree>
    <p:extLst>
      <p:ext uri="{BB962C8B-B14F-4D97-AF65-F5344CB8AC3E}">
        <p14:creationId xmlns:p14="http://schemas.microsoft.com/office/powerpoint/2010/main" val="3816581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Experience</a:t>
            </a:r>
            <a:r>
              <a:rPr lang="fr-FR" dirty="0"/>
              <a:t> replay from EC</a:t>
            </a:r>
          </a:p>
        </p:txBody>
      </p:sp>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2017735" cy="3429107"/>
            <a:chOff x="8748102" y="2544444"/>
            <a:chExt cx="2017735" cy="3429107"/>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sp>
        <p:nvSpPr>
          <p:cNvPr id="3" name="Rectangle 2">
            <a:extLst>
              <a:ext uri="{FF2B5EF4-FFF2-40B4-BE49-F238E27FC236}">
                <a16:creationId xmlns:a16="http://schemas.microsoft.com/office/drawing/2014/main" id="{CCD69D03-C459-901D-332B-AA56B3F5CEEE}"/>
              </a:ext>
            </a:extLst>
          </p:cNvPr>
          <p:cNvSpPr/>
          <p:nvPr/>
        </p:nvSpPr>
        <p:spPr>
          <a:xfrm>
            <a:off x="2612825" y="3661146"/>
            <a:ext cx="1502916" cy="2523639"/>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B2B2520B-AE50-B037-93A8-227FAAB40A87}"/>
              </a:ext>
            </a:extLst>
          </p:cNvPr>
          <p:cNvSpPr txBox="1"/>
          <p:nvPr/>
        </p:nvSpPr>
        <p:spPr>
          <a:xfrm>
            <a:off x="2558616" y="5874394"/>
            <a:ext cx="1324530" cy="369332"/>
          </a:xfrm>
          <a:prstGeom prst="rect">
            <a:avLst/>
          </a:prstGeom>
          <a:noFill/>
        </p:spPr>
        <p:txBody>
          <a:bodyPr wrap="none" rtlCol="0">
            <a:spAutoFit/>
          </a:bodyPr>
          <a:lstStyle/>
          <a:p>
            <a:r>
              <a:rPr lang="fr-FR" dirty="0">
                <a:solidFill>
                  <a:srgbClr val="0070C0"/>
                </a:solidFill>
              </a:rPr>
              <a:t>1 </a:t>
            </a:r>
            <a:r>
              <a:rPr lang="fr-FR" dirty="0" err="1">
                <a:solidFill>
                  <a:srgbClr val="0070C0"/>
                </a:solidFill>
              </a:rPr>
              <a:t>Neocortex</a:t>
            </a:r>
            <a:endParaRPr lang="fr-FR" dirty="0">
              <a:solidFill>
                <a:srgbClr val="0070C0"/>
              </a:solidFill>
            </a:endParaRPr>
          </a:p>
        </p:txBody>
      </p:sp>
      <p:cxnSp>
        <p:nvCxnSpPr>
          <p:cNvPr id="38" name="Connecteur droit 37">
            <a:extLst>
              <a:ext uri="{FF2B5EF4-FFF2-40B4-BE49-F238E27FC236}">
                <a16:creationId xmlns:a16="http://schemas.microsoft.com/office/drawing/2014/main" id="{481ADBBF-2A1B-0761-3F9C-058FC4DE68A7}"/>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F408E9D7-A298-4B47-45A9-0FAD67D70FA2}"/>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0" name="Connecteur droit 39">
            <a:extLst>
              <a:ext uri="{FF2B5EF4-FFF2-40B4-BE49-F238E27FC236}">
                <a16:creationId xmlns:a16="http://schemas.microsoft.com/office/drawing/2014/main" id="{3FF15D51-9C26-B3D7-DD9F-D8DA07D60C6F}"/>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540085F6-7586-3216-65B2-503CF6D38661}"/>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42" name="Connecteur droit 41">
            <a:extLst>
              <a:ext uri="{FF2B5EF4-FFF2-40B4-BE49-F238E27FC236}">
                <a16:creationId xmlns:a16="http://schemas.microsoft.com/office/drawing/2014/main" id="{F140FDA6-A4FD-036B-499A-569CA541923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pic>
        <p:nvPicPr>
          <p:cNvPr id="54" name="Espace réservé du contenu 53">
            <a:extLst>
              <a:ext uri="{FF2B5EF4-FFF2-40B4-BE49-F238E27FC236}">
                <a16:creationId xmlns:a16="http://schemas.microsoft.com/office/drawing/2014/main" id="{4FE69703-8271-9642-A109-7A9052773AC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3359240"/>
            <a:ext cx="5181600" cy="1284107"/>
          </a:xfrm>
        </p:spPr>
      </p:pic>
      <p:sp>
        <p:nvSpPr>
          <p:cNvPr id="57" name="ZoneTexte 56">
            <a:extLst>
              <a:ext uri="{FF2B5EF4-FFF2-40B4-BE49-F238E27FC236}">
                <a16:creationId xmlns:a16="http://schemas.microsoft.com/office/drawing/2014/main" id="{190E4EE2-AA09-D431-B0DA-315A632AC7E5}"/>
              </a:ext>
            </a:extLst>
          </p:cNvPr>
          <p:cNvSpPr txBox="1"/>
          <p:nvPr/>
        </p:nvSpPr>
        <p:spPr>
          <a:xfrm>
            <a:off x="6181891" y="4615064"/>
            <a:ext cx="1979837" cy="276999"/>
          </a:xfrm>
          <a:prstGeom prst="rect">
            <a:avLst/>
          </a:prstGeom>
          <a:noFill/>
        </p:spPr>
        <p:txBody>
          <a:bodyPr wrap="none" rtlCol="0">
            <a:spAutoFit/>
          </a:bodyPr>
          <a:lstStyle/>
          <a:p>
            <a:r>
              <a:rPr lang="fr-FR" sz="1200" dirty="0"/>
              <a:t>Under </a:t>
            </a:r>
            <a:r>
              <a:rPr lang="fr-FR" sz="1200" dirty="0" err="1"/>
              <a:t>review</a:t>
            </a:r>
            <a:r>
              <a:rPr lang="fr-FR" sz="1200" dirty="0"/>
              <a:t> at ICANN 2026</a:t>
            </a:r>
          </a:p>
        </p:txBody>
      </p:sp>
      <p:cxnSp>
        <p:nvCxnSpPr>
          <p:cNvPr id="58" name="Connecteur droit 57">
            <a:extLst>
              <a:ext uri="{FF2B5EF4-FFF2-40B4-BE49-F238E27FC236}">
                <a16:creationId xmlns:a16="http://schemas.microsoft.com/office/drawing/2014/main" id="{0EFEDC9D-DFE6-BE91-B1A7-FEF0EE799C22}"/>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9" name="Connecteur : en angle 58">
            <a:extLst>
              <a:ext uri="{FF2B5EF4-FFF2-40B4-BE49-F238E27FC236}">
                <a16:creationId xmlns:a16="http://schemas.microsoft.com/office/drawing/2014/main" id="{1EFEAAA9-866F-ED14-265F-92E921BB8C30}"/>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4" name="Espace réservé du numéro de diapositive 3">
            <a:extLst>
              <a:ext uri="{FF2B5EF4-FFF2-40B4-BE49-F238E27FC236}">
                <a16:creationId xmlns:a16="http://schemas.microsoft.com/office/drawing/2014/main" id="{ED6C476A-29D4-B00F-9435-86C36EE423C6}"/>
              </a:ext>
            </a:extLst>
          </p:cNvPr>
          <p:cNvSpPr>
            <a:spLocks noGrp="1"/>
          </p:cNvSpPr>
          <p:nvPr>
            <p:ph type="sldNum" sz="quarter" idx="12"/>
          </p:nvPr>
        </p:nvSpPr>
        <p:spPr/>
        <p:txBody>
          <a:bodyPr/>
          <a:lstStyle/>
          <a:p>
            <a:fld id="{5149A38E-4A7C-4C86-B631-64CD0F93C451}" type="slidenum">
              <a:rPr lang="fr-FR" smtClean="0"/>
              <a:t>24</a:t>
            </a:fld>
            <a:endParaRPr lang="fr-FR"/>
          </a:p>
        </p:txBody>
      </p:sp>
      <p:sp>
        <p:nvSpPr>
          <p:cNvPr id="5" name="Étoile : 5 branches 4">
            <a:extLst>
              <a:ext uri="{FF2B5EF4-FFF2-40B4-BE49-F238E27FC236}">
                <a16:creationId xmlns:a16="http://schemas.microsoft.com/office/drawing/2014/main" id="{3A058976-2E00-DF4C-ACD9-E1E1C1339EBC}"/>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18326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Generative</a:t>
            </a:r>
            <a:r>
              <a:rPr lang="fr-FR" dirty="0"/>
              <a:t> replay from EC</a:t>
            </a:r>
          </a:p>
        </p:txBody>
      </p:sp>
      <p:pic>
        <p:nvPicPr>
          <p:cNvPr id="46" name="Espace réservé du contenu 45">
            <a:extLst>
              <a:ext uri="{FF2B5EF4-FFF2-40B4-BE49-F238E27FC236}">
                <a16:creationId xmlns:a16="http://schemas.microsoft.com/office/drawing/2014/main" id="{25EBA56F-58D5-C85D-9496-2FF497FF3BE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819789" y="1653906"/>
            <a:ext cx="1706060" cy="4351338"/>
          </a:xfrm>
        </p:spPr>
      </p:pic>
      <p:pic>
        <p:nvPicPr>
          <p:cNvPr id="44" name="Espace réservé du contenu 43">
            <a:extLst>
              <a:ext uri="{FF2B5EF4-FFF2-40B4-BE49-F238E27FC236}">
                <a16:creationId xmlns:a16="http://schemas.microsoft.com/office/drawing/2014/main" id="{90E003D6-E159-E093-9645-3105D953D96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799649" y="1664245"/>
            <a:ext cx="1450446" cy="4351338"/>
          </a:xfrm>
        </p:spPr>
      </p:pic>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2017735" cy="3429107"/>
            <a:chOff x="8748102" y="2544444"/>
            <a:chExt cx="2017735" cy="3429107"/>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sp>
        <p:nvSpPr>
          <p:cNvPr id="3" name="Rectangle 2">
            <a:extLst>
              <a:ext uri="{FF2B5EF4-FFF2-40B4-BE49-F238E27FC236}">
                <a16:creationId xmlns:a16="http://schemas.microsoft.com/office/drawing/2014/main" id="{CCD69D03-C459-901D-332B-AA56B3F5CEEE}"/>
              </a:ext>
            </a:extLst>
          </p:cNvPr>
          <p:cNvSpPr/>
          <p:nvPr/>
        </p:nvSpPr>
        <p:spPr>
          <a:xfrm>
            <a:off x="2612825" y="3661146"/>
            <a:ext cx="1502916" cy="2523639"/>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B2B2520B-AE50-B037-93A8-227FAAB40A87}"/>
              </a:ext>
            </a:extLst>
          </p:cNvPr>
          <p:cNvSpPr txBox="1"/>
          <p:nvPr/>
        </p:nvSpPr>
        <p:spPr>
          <a:xfrm>
            <a:off x="2558616" y="5874394"/>
            <a:ext cx="1324530" cy="369332"/>
          </a:xfrm>
          <a:prstGeom prst="rect">
            <a:avLst/>
          </a:prstGeom>
          <a:noFill/>
        </p:spPr>
        <p:txBody>
          <a:bodyPr wrap="none" rtlCol="0">
            <a:spAutoFit/>
          </a:bodyPr>
          <a:lstStyle/>
          <a:p>
            <a:r>
              <a:rPr lang="fr-FR" dirty="0">
                <a:solidFill>
                  <a:srgbClr val="0070C0"/>
                </a:solidFill>
              </a:rPr>
              <a:t>1 </a:t>
            </a:r>
            <a:r>
              <a:rPr lang="fr-FR" dirty="0" err="1">
                <a:solidFill>
                  <a:srgbClr val="0070C0"/>
                </a:solidFill>
              </a:rPr>
              <a:t>Neocortex</a:t>
            </a:r>
            <a:endParaRPr lang="fr-FR" dirty="0">
              <a:solidFill>
                <a:srgbClr val="0070C0"/>
              </a:solidFill>
            </a:endParaRPr>
          </a:p>
        </p:txBody>
      </p:sp>
      <p:cxnSp>
        <p:nvCxnSpPr>
          <p:cNvPr id="38" name="Connecteur droit 37">
            <a:extLst>
              <a:ext uri="{FF2B5EF4-FFF2-40B4-BE49-F238E27FC236}">
                <a16:creationId xmlns:a16="http://schemas.microsoft.com/office/drawing/2014/main" id="{481ADBBF-2A1B-0761-3F9C-058FC4DE68A7}"/>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F408E9D7-A298-4B47-45A9-0FAD67D70FA2}"/>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0" name="Connecteur droit 39">
            <a:extLst>
              <a:ext uri="{FF2B5EF4-FFF2-40B4-BE49-F238E27FC236}">
                <a16:creationId xmlns:a16="http://schemas.microsoft.com/office/drawing/2014/main" id="{3FF15D51-9C26-B3D7-DD9F-D8DA07D60C6F}"/>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540085F6-7586-3216-65B2-503CF6D38661}"/>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42" name="Connecteur droit 41">
            <a:extLst>
              <a:ext uri="{FF2B5EF4-FFF2-40B4-BE49-F238E27FC236}">
                <a16:creationId xmlns:a16="http://schemas.microsoft.com/office/drawing/2014/main" id="{F140FDA6-A4FD-036B-499A-569CA541923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4" name="ZoneTexte 3">
            <a:extLst>
              <a:ext uri="{FF2B5EF4-FFF2-40B4-BE49-F238E27FC236}">
                <a16:creationId xmlns:a16="http://schemas.microsoft.com/office/drawing/2014/main" id="{6E99F459-FA4C-294F-0AB3-637AAA791075}"/>
              </a:ext>
            </a:extLst>
          </p:cNvPr>
          <p:cNvSpPr txBox="1"/>
          <p:nvPr/>
        </p:nvSpPr>
        <p:spPr>
          <a:xfrm>
            <a:off x="6692130" y="6059060"/>
            <a:ext cx="1979837" cy="276999"/>
          </a:xfrm>
          <a:prstGeom prst="rect">
            <a:avLst/>
          </a:prstGeom>
          <a:noFill/>
        </p:spPr>
        <p:txBody>
          <a:bodyPr wrap="none" rtlCol="0">
            <a:spAutoFit/>
          </a:bodyPr>
          <a:lstStyle/>
          <a:p>
            <a:r>
              <a:rPr lang="fr-FR" sz="1200" dirty="0"/>
              <a:t>Under </a:t>
            </a:r>
            <a:r>
              <a:rPr lang="fr-FR" sz="1200" dirty="0" err="1"/>
              <a:t>review</a:t>
            </a:r>
            <a:r>
              <a:rPr lang="fr-FR" sz="1200" dirty="0"/>
              <a:t> at ICANN 2026</a:t>
            </a:r>
          </a:p>
        </p:txBody>
      </p:sp>
      <p:cxnSp>
        <p:nvCxnSpPr>
          <p:cNvPr id="5" name="Connecteur droit 4">
            <a:extLst>
              <a:ext uri="{FF2B5EF4-FFF2-40B4-BE49-F238E27FC236}">
                <a16:creationId xmlns:a16="http://schemas.microsoft.com/office/drawing/2014/main" id="{6C30C2C9-356B-E3FD-A0EB-81D56E555D10}"/>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 name="Connecteur : en angle 6">
            <a:extLst>
              <a:ext uri="{FF2B5EF4-FFF2-40B4-BE49-F238E27FC236}">
                <a16:creationId xmlns:a16="http://schemas.microsoft.com/office/drawing/2014/main" id="{F698AF8E-A9F5-7AE7-9F09-6E02B04F8615}"/>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0258962C-0D2F-52D3-91B9-E8475555A293}"/>
              </a:ext>
            </a:extLst>
          </p:cNvPr>
          <p:cNvSpPr txBox="1"/>
          <p:nvPr/>
        </p:nvSpPr>
        <p:spPr>
          <a:xfrm>
            <a:off x="6177449" y="2208090"/>
            <a:ext cx="417615" cy="369332"/>
          </a:xfrm>
          <a:prstGeom prst="rect">
            <a:avLst/>
          </a:prstGeom>
          <a:noFill/>
        </p:spPr>
        <p:txBody>
          <a:bodyPr wrap="none" rtlCol="0">
            <a:spAutoFit/>
          </a:bodyPr>
          <a:lstStyle/>
          <a:p>
            <a:r>
              <a:rPr lang="fr-FR" dirty="0"/>
              <a:t>EC</a:t>
            </a:r>
          </a:p>
        </p:txBody>
      </p:sp>
      <p:sp>
        <p:nvSpPr>
          <p:cNvPr id="9" name="ZoneTexte 8">
            <a:extLst>
              <a:ext uri="{FF2B5EF4-FFF2-40B4-BE49-F238E27FC236}">
                <a16:creationId xmlns:a16="http://schemas.microsoft.com/office/drawing/2014/main" id="{88E6476A-82B6-2C33-44BF-8507A056979B}"/>
              </a:ext>
            </a:extLst>
          </p:cNvPr>
          <p:cNvSpPr txBox="1"/>
          <p:nvPr/>
        </p:nvSpPr>
        <p:spPr>
          <a:xfrm>
            <a:off x="6179529" y="3579442"/>
            <a:ext cx="437492" cy="369332"/>
          </a:xfrm>
          <a:prstGeom prst="rect">
            <a:avLst/>
          </a:prstGeom>
          <a:noFill/>
        </p:spPr>
        <p:txBody>
          <a:bodyPr wrap="none" rtlCol="0">
            <a:spAutoFit/>
          </a:bodyPr>
          <a:lstStyle/>
          <a:p>
            <a:r>
              <a:rPr lang="fr-FR" dirty="0"/>
              <a:t>VC</a:t>
            </a:r>
          </a:p>
        </p:txBody>
      </p:sp>
      <p:sp>
        <p:nvSpPr>
          <p:cNvPr id="10" name="ZoneTexte 9">
            <a:extLst>
              <a:ext uri="{FF2B5EF4-FFF2-40B4-BE49-F238E27FC236}">
                <a16:creationId xmlns:a16="http://schemas.microsoft.com/office/drawing/2014/main" id="{24BF49E1-C8F6-9759-D278-2D2063CF77F4}"/>
              </a:ext>
            </a:extLst>
          </p:cNvPr>
          <p:cNvSpPr txBox="1"/>
          <p:nvPr/>
        </p:nvSpPr>
        <p:spPr>
          <a:xfrm>
            <a:off x="6177449" y="5100236"/>
            <a:ext cx="572080" cy="369332"/>
          </a:xfrm>
          <a:prstGeom prst="rect">
            <a:avLst/>
          </a:prstGeom>
          <a:noFill/>
        </p:spPr>
        <p:txBody>
          <a:bodyPr wrap="none" rtlCol="0">
            <a:spAutoFit/>
          </a:bodyPr>
          <a:lstStyle/>
          <a:p>
            <a:r>
              <a:rPr lang="fr-FR" dirty="0"/>
              <a:t>LGN</a:t>
            </a:r>
          </a:p>
        </p:txBody>
      </p:sp>
      <p:sp>
        <p:nvSpPr>
          <p:cNvPr id="11" name="Espace réservé du numéro de diapositive 10">
            <a:extLst>
              <a:ext uri="{FF2B5EF4-FFF2-40B4-BE49-F238E27FC236}">
                <a16:creationId xmlns:a16="http://schemas.microsoft.com/office/drawing/2014/main" id="{73026918-7657-DF1B-327A-77D1A8DB1393}"/>
              </a:ext>
            </a:extLst>
          </p:cNvPr>
          <p:cNvSpPr>
            <a:spLocks noGrp="1"/>
          </p:cNvSpPr>
          <p:nvPr>
            <p:ph type="sldNum" sz="quarter" idx="12"/>
          </p:nvPr>
        </p:nvSpPr>
        <p:spPr/>
        <p:txBody>
          <a:bodyPr/>
          <a:lstStyle/>
          <a:p>
            <a:fld id="{5149A38E-4A7C-4C86-B631-64CD0F93C451}" type="slidenum">
              <a:rPr lang="fr-FR" smtClean="0"/>
              <a:t>25</a:t>
            </a:fld>
            <a:endParaRPr lang="fr-FR"/>
          </a:p>
        </p:txBody>
      </p:sp>
      <p:sp>
        <p:nvSpPr>
          <p:cNvPr id="12" name="Étoile : 5 branches 11">
            <a:extLst>
              <a:ext uri="{FF2B5EF4-FFF2-40B4-BE49-F238E27FC236}">
                <a16:creationId xmlns:a16="http://schemas.microsoft.com/office/drawing/2014/main" id="{C8ED52E9-A58F-6A20-97F8-388A389B742A}"/>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36473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13">
            <a:extLst>
              <a:ext uri="{FF2B5EF4-FFF2-40B4-BE49-F238E27FC236}">
                <a16:creationId xmlns:a16="http://schemas.microsoft.com/office/drawing/2014/main" id="{24AB1DA6-843B-B59C-BCF7-419C136FEBBE}"/>
              </a:ext>
            </a:extLst>
          </p:cNvPr>
          <p:cNvPicPr>
            <a:picLocks noChangeAspect="1"/>
          </p:cNvPicPr>
          <p:nvPr/>
        </p:nvPicPr>
        <p:blipFill>
          <a:blip r:embed="rId2"/>
          <a:stretch>
            <a:fillRect/>
          </a:stretch>
        </p:blipFill>
        <p:spPr>
          <a:xfrm>
            <a:off x="6254949" y="3580065"/>
            <a:ext cx="4703617" cy="2246951"/>
          </a:xfrm>
          <a:prstGeom prst="rect">
            <a:avLst/>
          </a:prstGeom>
        </p:spPr>
      </p:pic>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a:t>Pattern </a:t>
            </a:r>
            <a:r>
              <a:rPr lang="fr-FR" dirty="0" err="1"/>
              <a:t>separation</a:t>
            </a:r>
            <a:endParaRPr lang="fr-FR" dirty="0"/>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grpSp>
        <p:nvGrpSpPr>
          <p:cNvPr id="69" name="Groupe 68">
            <a:extLst>
              <a:ext uri="{FF2B5EF4-FFF2-40B4-BE49-F238E27FC236}">
                <a16:creationId xmlns:a16="http://schemas.microsoft.com/office/drawing/2014/main" id="{8815DBDD-5AA7-06EB-75CC-5260C6ED5706}"/>
              </a:ext>
            </a:extLst>
          </p:cNvPr>
          <p:cNvGrpSpPr/>
          <p:nvPr/>
        </p:nvGrpSpPr>
        <p:grpSpPr>
          <a:xfrm>
            <a:off x="2380983" y="2208090"/>
            <a:ext cx="2017735" cy="3588782"/>
            <a:chOff x="8748102" y="2384769"/>
            <a:chExt cx="2017735" cy="3588782"/>
          </a:xfrm>
        </p:grpSpPr>
        <p:grpSp>
          <p:nvGrpSpPr>
            <p:cNvPr id="70" name="Groupe 69">
              <a:extLst>
                <a:ext uri="{FF2B5EF4-FFF2-40B4-BE49-F238E27FC236}">
                  <a16:creationId xmlns:a16="http://schemas.microsoft.com/office/drawing/2014/main" id="{02BA23B9-ACE3-BB29-6760-149BF39747EB}"/>
                </a:ext>
              </a:extLst>
            </p:cNvPr>
            <p:cNvGrpSpPr/>
            <p:nvPr/>
          </p:nvGrpSpPr>
          <p:grpSpPr>
            <a:xfrm>
              <a:off x="8748102" y="2384769"/>
              <a:ext cx="2017735" cy="3588782"/>
              <a:chOff x="2943959" y="2266950"/>
              <a:chExt cx="2017735" cy="3588782"/>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2943959" y="2426625"/>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31F15CDD-9362-8874-59AF-F5D8C9F206C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3" name="Connecteur droit 72">
                <a:extLst>
                  <a:ext uri="{FF2B5EF4-FFF2-40B4-BE49-F238E27FC236}">
                    <a16:creationId xmlns:a16="http://schemas.microsoft.com/office/drawing/2014/main" id="{4506BD31-6CDE-981A-8D09-733B0A1EE7AF}"/>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4" name="Connecteur : en angle 73">
                <a:extLst>
                  <a:ext uri="{FF2B5EF4-FFF2-40B4-BE49-F238E27FC236}">
                    <a16:creationId xmlns:a16="http://schemas.microsoft.com/office/drawing/2014/main" id="{72BB4197-BF8B-EF4B-FBAF-0368FA21D626}"/>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sp>
        <p:nvSpPr>
          <p:cNvPr id="3" name="Rectangle 2">
            <a:extLst>
              <a:ext uri="{FF2B5EF4-FFF2-40B4-BE49-F238E27FC236}">
                <a16:creationId xmlns:a16="http://schemas.microsoft.com/office/drawing/2014/main" id="{BE1173F9-8505-E5C0-6846-828C40AA7784}"/>
              </a:ext>
            </a:extLst>
          </p:cNvPr>
          <p:cNvSpPr/>
          <p:nvPr/>
        </p:nvSpPr>
        <p:spPr>
          <a:xfrm>
            <a:off x="1976278" y="2094146"/>
            <a:ext cx="1181143"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CF20C6FF-0789-6358-AFE2-1CD633839745}"/>
              </a:ext>
            </a:extLst>
          </p:cNvPr>
          <p:cNvSpPr txBox="1"/>
          <p:nvPr/>
        </p:nvSpPr>
        <p:spPr>
          <a:xfrm>
            <a:off x="1929690" y="4114484"/>
            <a:ext cx="1123706" cy="369332"/>
          </a:xfrm>
          <a:prstGeom prst="rect">
            <a:avLst/>
          </a:prstGeom>
          <a:noFill/>
        </p:spPr>
        <p:txBody>
          <a:bodyPr wrap="none" rtlCol="0">
            <a:spAutoFit/>
          </a:bodyPr>
          <a:lstStyle/>
          <a:p>
            <a:r>
              <a:rPr lang="fr-FR" dirty="0">
                <a:solidFill>
                  <a:srgbClr val="0070C0"/>
                </a:solidFill>
              </a:rPr>
              <a:t>2 Encoder</a:t>
            </a:r>
          </a:p>
        </p:txBody>
      </p:sp>
      <p:cxnSp>
        <p:nvCxnSpPr>
          <p:cNvPr id="7" name="Connecteur droit 6">
            <a:extLst>
              <a:ext uri="{FF2B5EF4-FFF2-40B4-BE49-F238E27FC236}">
                <a16:creationId xmlns:a16="http://schemas.microsoft.com/office/drawing/2014/main" id="{9BD5FCFE-F4FE-005E-1FAE-EF513B2EC289}"/>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F825E8D6-8719-AC2D-97A9-0E0F0220B26B}"/>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9" name="Connecteur droit 8">
            <a:extLst>
              <a:ext uri="{FF2B5EF4-FFF2-40B4-BE49-F238E27FC236}">
                <a16:creationId xmlns:a16="http://schemas.microsoft.com/office/drawing/2014/main" id="{2D107BE1-8721-318E-E387-5CCE3CC7CED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0BC87CCB-061D-1EC2-D5F0-DB75AAAC2134}"/>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1" name="Connecteur droit 10">
            <a:extLst>
              <a:ext uri="{FF2B5EF4-FFF2-40B4-BE49-F238E27FC236}">
                <a16:creationId xmlns:a16="http://schemas.microsoft.com/office/drawing/2014/main" id="{86E34551-36A8-C0F3-22AE-D6702DD536F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9" name="Espace réservé du contenu 18">
            <a:extLst>
              <a:ext uri="{FF2B5EF4-FFF2-40B4-BE49-F238E27FC236}">
                <a16:creationId xmlns:a16="http://schemas.microsoft.com/office/drawing/2014/main" id="{3D68EC51-081F-B51E-CA68-34EF4622C44C}"/>
              </a:ext>
            </a:extLst>
          </p:cNvPr>
          <p:cNvSpPr>
            <a:spLocks noGrp="1"/>
          </p:cNvSpPr>
          <p:nvPr>
            <p:ph sz="half" idx="2"/>
          </p:nvPr>
        </p:nvSpPr>
        <p:spPr/>
        <p:txBody>
          <a:bodyPr/>
          <a:lstStyle/>
          <a:p>
            <a:pPr marL="0" indent="0">
              <a:buNone/>
            </a:pPr>
            <a:r>
              <a:rPr lang="fr-FR" dirty="0"/>
              <a:t>Sparsity of DG and CA3 </a:t>
            </a:r>
            <a:r>
              <a:rPr lang="fr-FR" dirty="0" err="1"/>
              <a:t>implemented</a:t>
            </a:r>
            <a:r>
              <a:rPr lang="fr-FR" dirty="0"/>
              <a:t> with a k-winners-</a:t>
            </a:r>
            <a:r>
              <a:rPr lang="fr-FR" dirty="0" err="1"/>
              <a:t>take</a:t>
            </a:r>
            <a:r>
              <a:rPr lang="fr-FR" dirty="0"/>
              <a:t>-all </a:t>
            </a:r>
            <a:r>
              <a:rPr lang="fr-FR" dirty="0" err="1"/>
              <a:t>mechanism</a:t>
            </a:r>
            <a:endParaRPr lang="fr-FR" dirty="0"/>
          </a:p>
        </p:txBody>
      </p:sp>
      <p:sp>
        <p:nvSpPr>
          <p:cNvPr id="30" name="ZoneTexte 29">
            <a:extLst>
              <a:ext uri="{FF2B5EF4-FFF2-40B4-BE49-F238E27FC236}">
                <a16:creationId xmlns:a16="http://schemas.microsoft.com/office/drawing/2014/main" id="{AEFB555D-3A49-C3B8-47C8-E728EDCE8954}"/>
              </a:ext>
            </a:extLst>
          </p:cNvPr>
          <p:cNvSpPr txBox="1"/>
          <p:nvPr/>
        </p:nvSpPr>
        <p:spPr>
          <a:xfrm>
            <a:off x="11067760" y="5086682"/>
            <a:ext cx="572080" cy="369332"/>
          </a:xfrm>
          <a:prstGeom prst="rect">
            <a:avLst/>
          </a:prstGeom>
          <a:noFill/>
        </p:spPr>
        <p:txBody>
          <a:bodyPr wrap="none" rtlCol="0">
            <a:spAutoFit/>
          </a:bodyPr>
          <a:lstStyle/>
          <a:p>
            <a:r>
              <a:rPr lang="fr-FR" dirty="0"/>
              <a:t>LGN</a:t>
            </a:r>
          </a:p>
        </p:txBody>
      </p:sp>
      <p:sp>
        <p:nvSpPr>
          <p:cNvPr id="31" name="ZoneTexte 30">
            <a:extLst>
              <a:ext uri="{FF2B5EF4-FFF2-40B4-BE49-F238E27FC236}">
                <a16:creationId xmlns:a16="http://schemas.microsoft.com/office/drawing/2014/main" id="{6BD41DE0-8A18-60A5-76A4-F583F916605E}"/>
              </a:ext>
            </a:extLst>
          </p:cNvPr>
          <p:cNvSpPr txBox="1"/>
          <p:nvPr/>
        </p:nvSpPr>
        <p:spPr>
          <a:xfrm>
            <a:off x="11067760" y="3872814"/>
            <a:ext cx="558166" cy="369332"/>
          </a:xfrm>
          <a:prstGeom prst="rect">
            <a:avLst/>
          </a:prstGeom>
          <a:noFill/>
        </p:spPr>
        <p:txBody>
          <a:bodyPr wrap="none" rtlCol="0">
            <a:spAutoFit/>
          </a:bodyPr>
          <a:lstStyle/>
          <a:p>
            <a:r>
              <a:rPr lang="fr-FR" dirty="0"/>
              <a:t>CA3</a:t>
            </a:r>
          </a:p>
        </p:txBody>
      </p:sp>
      <p:sp>
        <p:nvSpPr>
          <p:cNvPr id="5" name="Flèche : haut 4">
            <a:extLst>
              <a:ext uri="{FF2B5EF4-FFF2-40B4-BE49-F238E27FC236}">
                <a16:creationId xmlns:a16="http://schemas.microsoft.com/office/drawing/2014/main" id="{20D4D2D6-931B-E812-5F08-D571E028D0DC}"/>
              </a:ext>
            </a:extLst>
          </p:cNvPr>
          <p:cNvSpPr/>
          <p:nvPr/>
        </p:nvSpPr>
        <p:spPr>
          <a:xfrm>
            <a:off x="8441594" y="4420216"/>
            <a:ext cx="319558" cy="284857"/>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space réservé du numéro de diapositive 11">
            <a:extLst>
              <a:ext uri="{FF2B5EF4-FFF2-40B4-BE49-F238E27FC236}">
                <a16:creationId xmlns:a16="http://schemas.microsoft.com/office/drawing/2014/main" id="{E7BE3EFB-BF1F-363E-D3EA-53DEFC13E016}"/>
              </a:ext>
            </a:extLst>
          </p:cNvPr>
          <p:cNvSpPr>
            <a:spLocks noGrp="1"/>
          </p:cNvSpPr>
          <p:nvPr>
            <p:ph type="sldNum" sz="quarter" idx="12"/>
          </p:nvPr>
        </p:nvSpPr>
        <p:spPr/>
        <p:txBody>
          <a:bodyPr/>
          <a:lstStyle/>
          <a:p>
            <a:fld id="{5149A38E-4A7C-4C86-B631-64CD0F93C451}" type="slidenum">
              <a:rPr lang="fr-FR" smtClean="0"/>
              <a:t>26</a:t>
            </a:fld>
            <a:endParaRPr lang="fr-FR"/>
          </a:p>
        </p:txBody>
      </p:sp>
    </p:spTree>
    <p:extLst>
      <p:ext uri="{BB962C8B-B14F-4D97-AF65-F5344CB8AC3E}">
        <p14:creationId xmlns:p14="http://schemas.microsoft.com/office/powerpoint/2010/main" val="9846015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a:t>Pattern </a:t>
            </a:r>
            <a:r>
              <a:rPr lang="fr-FR" dirty="0" err="1"/>
              <a:t>separation</a:t>
            </a:r>
            <a:endParaRPr lang="fr-FR" dirty="0"/>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pic>
        <p:nvPicPr>
          <p:cNvPr id="14" name="Image 13">
            <a:extLst>
              <a:ext uri="{FF2B5EF4-FFF2-40B4-BE49-F238E27FC236}">
                <a16:creationId xmlns:a16="http://schemas.microsoft.com/office/drawing/2014/main" id="{C5C54CCB-35C8-0B8F-7072-D88882E69F18}"/>
              </a:ext>
            </a:extLst>
          </p:cNvPr>
          <p:cNvPicPr>
            <a:picLocks noChangeAspect="1"/>
          </p:cNvPicPr>
          <p:nvPr/>
        </p:nvPicPr>
        <p:blipFill>
          <a:blip r:embed="rId3"/>
          <a:stretch>
            <a:fillRect/>
          </a:stretch>
        </p:blipFill>
        <p:spPr>
          <a:xfrm>
            <a:off x="7102393" y="3929153"/>
            <a:ext cx="3350913" cy="2606266"/>
          </a:xfrm>
          <a:prstGeom prst="rect">
            <a:avLst/>
          </a:prstGeom>
        </p:spPr>
      </p:pic>
      <p:sp>
        <p:nvSpPr>
          <p:cNvPr id="38" name="Rectangle 37">
            <a:extLst>
              <a:ext uri="{FF2B5EF4-FFF2-40B4-BE49-F238E27FC236}">
                <a16:creationId xmlns:a16="http://schemas.microsoft.com/office/drawing/2014/main" id="{010AC4E5-A55D-610B-A60F-9F78E5F37767}"/>
              </a:ext>
            </a:extLst>
          </p:cNvPr>
          <p:cNvSpPr/>
          <p:nvPr/>
        </p:nvSpPr>
        <p:spPr>
          <a:xfrm>
            <a:off x="1976278" y="2094146"/>
            <a:ext cx="1181143"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a:extLst>
              <a:ext uri="{FF2B5EF4-FFF2-40B4-BE49-F238E27FC236}">
                <a16:creationId xmlns:a16="http://schemas.microsoft.com/office/drawing/2014/main" id="{B8C873D6-F0E1-E50B-16BC-92CDA0CFFB7A}"/>
              </a:ext>
            </a:extLst>
          </p:cNvPr>
          <p:cNvSpPr txBox="1"/>
          <p:nvPr/>
        </p:nvSpPr>
        <p:spPr>
          <a:xfrm>
            <a:off x="1929690" y="4114484"/>
            <a:ext cx="1123706" cy="369332"/>
          </a:xfrm>
          <a:prstGeom prst="rect">
            <a:avLst/>
          </a:prstGeom>
          <a:noFill/>
        </p:spPr>
        <p:txBody>
          <a:bodyPr wrap="none" rtlCol="0">
            <a:spAutoFit/>
          </a:bodyPr>
          <a:lstStyle/>
          <a:p>
            <a:r>
              <a:rPr lang="fr-FR" dirty="0">
                <a:solidFill>
                  <a:srgbClr val="0070C0"/>
                </a:solidFill>
              </a:rPr>
              <a:t>2 Encoder</a:t>
            </a:r>
          </a:p>
        </p:txBody>
      </p:sp>
      <p:grpSp>
        <p:nvGrpSpPr>
          <p:cNvPr id="45" name="Groupe 44">
            <a:extLst>
              <a:ext uri="{FF2B5EF4-FFF2-40B4-BE49-F238E27FC236}">
                <a16:creationId xmlns:a16="http://schemas.microsoft.com/office/drawing/2014/main" id="{1FFCED1B-D30A-EBF7-3C9B-0979BD2155AE}"/>
              </a:ext>
            </a:extLst>
          </p:cNvPr>
          <p:cNvGrpSpPr/>
          <p:nvPr/>
        </p:nvGrpSpPr>
        <p:grpSpPr>
          <a:xfrm>
            <a:off x="2380983" y="2208090"/>
            <a:ext cx="3374118" cy="3618927"/>
            <a:chOff x="2380983" y="2208090"/>
            <a:chExt cx="3374118" cy="3618927"/>
          </a:xfrm>
        </p:grpSpPr>
        <p:grpSp>
          <p:nvGrpSpPr>
            <p:cNvPr id="16" name="Groupe 15">
              <a:extLst>
                <a:ext uri="{FF2B5EF4-FFF2-40B4-BE49-F238E27FC236}">
                  <a16:creationId xmlns:a16="http://schemas.microsoft.com/office/drawing/2014/main" id="{47B4FADF-2A8E-83F3-E312-4378DC60E8A7}"/>
                </a:ext>
              </a:extLst>
            </p:cNvPr>
            <p:cNvGrpSpPr/>
            <p:nvPr/>
          </p:nvGrpSpPr>
          <p:grpSpPr>
            <a:xfrm>
              <a:off x="2380983" y="2208090"/>
              <a:ext cx="2017735" cy="3588782"/>
              <a:chOff x="8748102" y="2384769"/>
              <a:chExt cx="2017735" cy="3588782"/>
            </a:xfrm>
          </p:grpSpPr>
          <p:grpSp>
            <p:nvGrpSpPr>
              <p:cNvPr id="18" name="Groupe 17">
                <a:extLst>
                  <a:ext uri="{FF2B5EF4-FFF2-40B4-BE49-F238E27FC236}">
                    <a16:creationId xmlns:a16="http://schemas.microsoft.com/office/drawing/2014/main" id="{9A41E48E-6289-21C7-DB88-5AFD076BB333}"/>
                  </a:ext>
                </a:extLst>
              </p:cNvPr>
              <p:cNvGrpSpPr/>
              <p:nvPr/>
            </p:nvGrpSpPr>
            <p:grpSpPr>
              <a:xfrm>
                <a:off x="8748102" y="2384769"/>
                <a:ext cx="2017735" cy="3588782"/>
                <a:chOff x="2943959" y="2266950"/>
                <a:chExt cx="2017735" cy="3588782"/>
              </a:xfrm>
            </p:grpSpPr>
            <p:grpSp>
              <p:nvGrpSpPr>
                <p:cNvPr id="20" name="Groupe 19">
                  <a:extLst>
                    <a:ext uri="{FF2B5EF4-FFF2-40B4-BE49-F238E27FC236}">
                      <a16:creationId xmlns:a16="http://schemas.microsoft.com/office/drawing/2014/main" id="{06CD9173-5AEE-9478-4279-D2075B834707}"/>
                    </a:ext>
                  </a:extLst>
                </p:cNvPr>
                <p:cNvGrpSpPr/>
                <p:nvPr/>
              </p:nvGrpSpPr>
              <p:grpSpPr>
                <a:xfrm>
                  <a:off x="2943959" y="2426625"/>
                  <a:ext cx="2017735" cy="3429107"/>
                  <a:chOff x="2943959" y="2426625"/>
                  <a:chExt cx="2017735" cy="3429107"/>
                </a:xfrm>
              </p:grpSpPr>
              <p:sp>
                <p:nvSpPr>
                  <p:cNvPr id="23" name="ZoneTexte 22">
                    <a:extLst>
                      <a:ext uri="{FF2B5EF4-FFF2-40B4-BE49-F238E27FC236}">
                        <a16:creationId xmlns:a16="http://schemas.microsoft.com/office/drawing/2014/main" id="{B48F0936-F311-70FF-9C7F-ED67A6E720AD}"/>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24" name="ZoneTexte 23">
                    <a:extLst>
                      <a:ext uri="{FF2B5EF4-FFF2-40B4-BE49-F238E27FC236}">
                        <a16:creationId xmlns:a16="http://schemas.microsoft.com/office/drawing/2014/main" id="{F000380C-3751-69E0-46C7-BCEB25B87579}"/>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25" name="ZoneTexte 24">
                    <a:extLst>
                      <a:ext uri="{FF2B5EF4-FFF2-40B4-BE49-F238E27FC236}">
                        <a16:creationId xmlns:a16="http://schemas.microsoft.com/office/drawing/2014/main" id="{85DBAF6D-C3DD-0EEF-1808-4EA6E557258F}"/>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26" name="ZoneTexte 25">
                    <a:extLst>
                      <a:ext uri="{FF2B5EF4-FFF2-40B4-BE49-F238E27FC236}">
                        <a16:creationId xmlns:a16="http://schemas.microsoft.com/office/drawing/2014/main" id="{BE68EB6D-E736-9D1B-B80C-F38909BF046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27" name="ZoneTexte 26">
                    <a:extLst>
                      <a:ext uri="{FF2B5EF4-FFF2-40B4-BE49-F238E27FC236}">
                        <a16:creationId xmlns:a16="http://schemas.microsoft.com/office/drawing/2014/main" id="{BB5146BF-00D9-70B2-5F5A-1BC2A690E7D5}"/>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28" name="ZoneTexte 27">
                    <a:extLst>
                      <a:ext uri="{FF2B5EF4-FFF2-40B4-BE49-F238E27FC236}">
                        <a16:creationId xmlns:a16="http://schemas.microsoft.com/office/drawing/2014/main" id="{56C6D74A-E2CA-A1BD-B3A9-37BB733F86BC}"/>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29" name="Connecteur droit avec flèche 28">
                    <a:extLst>
                      <a:ext uri="{FF2B5EF4-FFF2-40B4-BE49-F238E27FC236}">
                        <a16:creationId xmlns:a16="http://schemas.microsoft.com/office/drawing/2014/main" id="{734AB990-88D2-9062-EB0F-48A8E313D22E}"/>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F8367922-6444-1F33-9C0F-F7060CBEDCF7}"/>
                      </a:ext>
                    </a:extLst>
                  </p:cNvPr>
                  <p:cNvCxnSpPr>
                    <a:cxnSpLocks/>
                    <a:endCxn id="23"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2DB840EA-ADEA-618D-16D3-8183563CF29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B19BD0C5-9C0A-C23D-D018-C08D91507A25}"/>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FD6EFC90-A1A9-BA14-07C2-34D85166AD4B}"/>
                      </a:ext>
                    </a:extLst>
                  </p:cNvPr>
                  <p:cNvCxnSpPr>
                    <a:cxnSpLocks/>
                    <a:stCxn id="25" idx="1"/>
                    <a:endCxn id="26"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4" name="Connecteur droit avec flèche 33">
                    <a:extLst>
                      <a:ext uri="{FF2B5EF4-FFF2-40B4-BE49-F238E27FC236}">
                        <a16:creationId xmlns:a16="http://schemas.microsoft.com/office/drawing/2014/main" id="{E0615932-A0A0-76C7-AAC2-618817AF55E3}"/>
                      </a:ext>
                    </a:extLst>
                  </p:cNvPr>
                  <p:cNvCxnSpPr>
                    <a:cxnSpLocks/>
                    <a:stCxn id="26" idx="0"/>
                    <a:endCxn id="27"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FC62BE5F-985E-7673-A69A-473BA2E636C0}"/>
                      </a:ext>
                    </a:extLst>
                  </p:cNvPr>
                  <p:cNvCxnSpPr>
                    <a:cxnSpLocks/>
                    <a:stCxn id="27" idx="3"/>
                    <a:endCxn id="28"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74EB8E5D-4120-1F14-5FAD-1D568E7C9384}"/>
                      </a:ext>
                    </a:extLst>
                  </p:cNvPr>
                  <p:cNvCxnSpPr>
                    <a:cxnSpLocks/>
                    <a:stCxn id="28" idx="2"/>
                    <a:endCxn id="25"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D4F2ACCE-5263-ED7B-86F8-101BC801659C}"/>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21" name="Connecteur droit 20">
                  <a:extLst>
                    <a:ext uri="{FF2B5EF4-FFF2-40B4-BE49-F238E27FC236}">
                      <a16:creationId xmlns:a16="http://schemas.microsoft.com/office/drawing/2014/main" id="{CC69B02C-5EFD-5AA6-4BED-5AD696498B06}"/>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 name="Connecteur : en angle 21">
                  <a:extLst>
                    <a:ext uri="{FF2B5EF4-FFF2-40B4-BE49-F238E27FC236}">
                      <a16:creationId xmlns:a16="http://schemas.microsoft.com/office/drawing/2014/main" id="{08664141-4273-6760-A5A1-B341C76C0693}"/>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19" name="Connecteur droit avec flèche 18">
                <a:extLst>
                  <a:ext uri="{FF2B5EF4-FFF2-40B4-BE49-F238E27FC236}">
                    <a16:creationId xmlns:a16="http://schemas.microsoft.com/office/drawing/2014/main" id="{4F1B63C5-10F2-EE12-D4F3-9E1A19F0DE8E}"/>
                  </a:ext>
                </a:extLst>
              </p:cNvPr>
              <p:cNvCxnSpPr>
                <a:cxnSpLocks/>
                <a:stCxn id="25" idx="0"/>
                <a:endCxn id="27"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40" name="Connecteur droit 39">
              <a:extLst>
                <a:ext uri="{FF2B5EF4-FFF2-40B4-BE49-F238E27FC236}">
                  <a16:creationId xmlns:a16="http://schemas.microsoft.com/office/drawing/2014/main" id="{AF436049-DA2B-CBC4-72CC-E1E87F392847}"/>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6F9DFC34-A002-3BFB-CBC0-00ABB098BCDA}"/>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2" name="Connecteur droit 41">
              <a:extLst>
                <a:ext uri="{FF2B5EF4-FFF2-40B4-BE49-F238E27FC236}">
                  <a16:creationId xmlns:a16="http://schemas.microsoft.com/office/drawing/2014/main" id="{AA491C49-27AB-D069-430F-80338C2CD22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ZoneTexte 42">
              <a:extLst>
                <a:ext uri="{FF2B5EF4-FFF2-40B4-BE49-F238E27FC236}">
                  <a16:creationId xmlns:a16="http://schemas.microsoft.com/office/drawing/2014/main" id="{FD6945FA-2DB9-4424-96CF-DEFEB38D138A}"/>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44" name="Connecteur droit 43">
              <a:extLst>
                <a:ext uri="{FF2B5EF4-FFF2-40B4-BE49-F238E27FC236}">
                  <a16:creationId xmlns:a16="http://schemas.microsoft.com/office/drawing/2014/main" id="{04522C2E-6E89-6458-90D7-E1721B26AD2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47" name="ZoneTexte 46">
            <a:extLst>
              <a:ext uri="{FF2B5EF4-FFF2-40B4-BE49-F238E27FC236}">
                <a16:creationId xmlns:a16="http://schemas.microsoft.com/office/drawing/2014/main" id="{6A99925F-E604-21D9-998A-3FA8599BB516}"/>
              </a:ext>
            </a:extLst>
          </p:cNvPr>
          <p:cNvSpPr txBox="1"/>
          <p:nvPr/>
        </p:nvSpPr>
        <p:spPr>
          <a:xfrm>
            <a:off x="7949666" y="373309"/>
            <a:ext cx="2012474" cy="369332"/>
          </a:xfrm>
          <a:prstGeom prst="rect">
            <a:avLst/>
          </a:prstGeom>
          <a:noFill/>
        </p:spPr>
        <p:txBody>
          <a:bodyPr wrap="none" rtlCol="0">
            <a:spAutoFit/>
          </a:bodyPr>
          <a:lstStyle/>
          <a:p>
            <a:r>
              <a:rPr lang="fr-FR" dirty="0">
                <a:solidFill>
                  <a:srgbClr val="0070C0"/>
                </a:solidFill>
              </a:rPr>
              <a:t>Pearson</a:t>
            </a:r>
            <a:r>
              <a:rPr lang="fr-FR" dirty="0"/>
              <a:t> </a:t>
            </a:r>
            <a:r>
              <a:rPr lang="fr-FR" dirty="0" err="1">
                <a:solidFill>
                  <a:srgbClr val="0070C0"/>
                </a:solidFill>
              </a:rPr>
              <a:t>correlation</a:t>
            </a:r>
            <a:endParaRPr lang="fr-FR" dirty="0">
              <a:solidFill>
                <a:srgbClr val="0070C0"/>
              </a:solidFill>
            </a:endParaRPr>
          </a:p>
        </p:txBody>
      </p:sp>
      <p:sp>
        <p:nvSpPr>
          <p:cNvPr id="48" name="Accolade ouvrante 47">
            <a:extLst>
              <a:ext uri="{FF2B5EF4-FFF2-40B4-BE49-F238E27FC236}">
                <a16:creationId xmlns:a16="http://schemas.microsoft.com/office/drawing/2014/main" id="{9D3B9DB4-895F-0970-110C-B62BAFA49A73}"/>
              </a:ext>
            </a:extLst>
          </p:cNvPr>
          <p:cNvSpPr/>
          <p:nvPr/>
        </p:nvSpPr>
        <p:spPr>
          <a:xfrm rot="5400000">
            <a:off x="8828313" y="-233468"/>
            <a:ext cx="210576" cy="2147929"/>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49" name="ZoneTexte 48">
            <a:extLst>
              <a:ext uri="{FF2B5EF4-FFF2-40B4-BE49-F238E27FC236}">
                <a16:creationId xmlns:a16="http://schemas.microsoft.com/office/drawing/2014/main" id="{1F308AA4-C773-B5E8-E54E-F6E5523FBF34}"/>
              </a:ext>
            </a:extLst>
          </p:cNvPr>
          <p:cNvSpPr txBox="1"/>
          <p:nvPr/>
        </p:nvSpPr>
        <p:spPr>
          <a:xfrm>
            <a:off x="10174223" y="1204159"/>
            <a:ext cx="558166" cy="369332"/>
          </a:xfrm>
          <a:prstGeom prst="rect">
            <a:avLst/>
          </a:prstGeom>
          <a:noFill/>
        </p:spPr>
        <p:txBody>
          <a:bodyPr wrap="none" rtlCol="0">
            <a:spAutoFit/>
          </a:bodyPr>
          <a:lstStyle/>
          <a:p>
            <a:r>
              <a:rPr lang="fr-FR" dirty="0"/>
              <a:t>CA3</a:t>
            </a:r>
          </a:p>
        </p:txBody>
      </p:sp>
      <p:sp>
        <p:nvSpPr>
          <p:cNvPr id="5" name="Espace réservé du contenu 4">
            <a:extLst>
              <a:ext uri="{FF2B5EF4-FFF2-40B4-BE49-F238E27FC236}">
                <a16:creationId xmlns:a16="http://schemas.microsoft.com/office/drawing/2014/main" id="{27A25349-79EE-7520-569F-0B76035CA625}"/>
              </a:ext>
            </a:extLst>
          </p:cNvPr>
          <p:cNvSpPr>
            <a:spLocks noGrp="1"/>
          </p:cNvSpPr>
          <p:nvPr>
            <p:ph sz="half" idx="2"/>
          </p:nvPr>
        </p:nvSpPr>
        <p:spPr/>
        <p:txBody>
          <a:bodyPr/>
          <a:lstStyle/>
          <a:p>
            <a:endParaRPr lang="fr-FR" dirty="0"/>
          </a:p>
        </p:txBody>
      </p:sp>
      <p:pic>
        <p:nvPicPr>
          <p:cNvPr id="7" name="Image 6">
            <a:extLst>
              <a:ext uri="{FF2B5EF4-FFF2-40B4-BE49-F238E27FC236}">
                <a16:creationId xmlns:a16="http://schemas.microsoft.com/office/drawing/2014/main" id="{D4125DF8-7C13-FA44-3CCC-CED2B205FC30}"/>
              </a:ext>
            </a:extLst>
          </p:cNvPr>
          <p:cNvPicPr>
            <a:picLocks noChangeAspect="1"/>
          </p:cNvPicPr>
          <p:nvPr/>
        </p:nvPicPr>
        <p:blipFill>
          <a:blip r:embed="rId4"/>
          <a:stretch>
            <a:fillRect/>
          </a:stretch>
        </p:blipFill>
        <p:spPr>
          <a:xfrm>
            <a:off x="6178328" y="1863725"/>
            <a:ext cx="5181600" cy="1882690"/>
          </a:xfrm>
          <a:prstGeom prst="rect">
            <a:avLst/>
          </a:prstGeom>
        </p:spPr>
      </p:pic>
      <p:sp>
        <p:nvSpPr>
          <p:cNvPr id="3" name="Espace réservé du numéro de diapositive 2">
            <a:extLst>
              <a:ext uri="{FF2B5EF4-FFF2-40B4-BE49-F238E27FC236}">
                <a16:creationId xmlns:a16="http://schemas.microsoft.com/office/drawing/2014/main" id="{A80298D0-FDD1-479E-EE5C-81EC4906C6EF}"/>
              </a:ext>
            </a:extLst>
          </p:cNvPr>
          <p:cNvSpPr>
            <a:spLocks noGrp="1"/>
          </p:cNvSpPr>
          <p:nvPr>
            <p:ph type="sldNum" sz="quarter" idx="12"/>
          </p:nvPr>
        </p:nvSpPr>
        <p:spPr/>
        <p:txBody>
          <a:bodyPr/>
          <a:lstStyle/>
          <a:p>
            <a:fld id="{5149A38E-4A7C-4C86-B631-64CD0F93C451}" type="slidenum">
              <a:rPr lang="fr-FR" smtClean="0"/>
              <a:t>27</a:t>
            </a:fld>
            <a:endParaRPr lang="fr-FR"/>
          </a:p>
        </p:txBody>
      </p:sp>
      <p:pic>
        <p:nvPicPr>
          <p:cNvPr id="6" name="Image 5">
            <a:extLst>
              <a:ext uri="{FF2B5EF4-FFF2-40B4-BE49-F238E27FC236}">
                <a16:creationId xmlns:a16="http://schemas.microsoft.com/office/drawing/2014/main" id="{0D2CE43C-86BB-4945-6F06-06299ACCAE77}"/>
              </a:ext>
            </a:extLst>
          </p:cNvPr>
          <p:cNvPicPr>
            <a:picLocks noChangeAspect="1"/>
          </p:cNvPicPr>
          <p:nvPr/>
        </p:nvPicPr>
        <p:blipFill>
          <a:blip r:embed="rId5"/>
          <a:srcRect r="50923" b="62802"/>
          <a:stretch/>
        </p:blipFill>
        <p:spPr>
          <a:xfrm>
            <a:off x="7801706" y="892962"/>
            <a:ext cx="2308394" cy="835826"/>
          </a:xfrm>
          <a:prstGeom prst="rect">
            <a:avLst/>
          </a:prstGeom>
        </p:spPr>
      </p:pic>
      <p:sp>
        <p:nvSpPr>
          <p:cNvPr id="9" name="Étoile : 5 branches 8">
            <a:extLst>
              <a:ext uri="{FF2B5EF4-FFF2-40B4-BE49-F238E27FC236}">
                <a16:creationId xmlns:a16="http://schemas.microsoft.com/office/drawing/2014/main" id="{C0520BE4-E282-EDDE-CC33-470AEBE6D44A}"/>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8535706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a:t>Pattern </a:t>
            </a:r>
            <a:r>
              <a:rPr lang="fr-FR" dirty="0" err="1"/>
              <a:t>separation</a:t>
            </a:r>
            <a:endParaRPr lang="fr-FR" dirty="0"/>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38" name="Rectangle 37">
            <a:extLst>
              <a:ext uri="{FF2B5EF4-FFF2-40B4-BE49-F238E27FC236}">
                <a16:creationId xmlns:a16="http://schemas.microsoft.com/office/drawing/2014/main" id="{010AC4E5-A55D-610B-A60F-9F78E5F37767}"/>
              </a:ext>
            </a:extLst>
          </p:cNvPr>
          <p:cNvSpPr/>
          <p:nvPr/>
        </p:nvSpPr>
        <p:spPr>
          <a:xfrm>
            <a:off x="1976278" y="2094146"/>
            <a:ext cx="1181143"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ZoneTexte 38">
            <a:extLst>
              <a:ext uri="{FF2B5EF4-FFF2-40B4-BE49-F238E27FC236}">
                <a16:creationId xmlns:a16="http://schemas.microsoft.com/office/drawing/2014/main" id="{B8C873D6-F0E1-E50B-16BC-92CDA0CFFB7A}"/>
              </a:ext>
            </a:extLst>
          </p:cNvPr>
          <p:cNvSpPr txBox="1"/>
          <p:nvPr/>
        </p:nvSpPr>
        <p:spPr>
          <a:xfrm>
            <a:off x="1929690" y="4114484"/>
            <a:ext cx="1123706" cy="369332"/>
          </a:xfrm>
          <a:prstGeom prst="rect">
            <a:avLst/>
          </a:prstGeom>
          <a:noFill/>
        </p:spPr>
        <p:txBody>
          <a:bodyPr wrap="none" rtlCol="0">
            <a:spAutoFit/>
          </a:bodyPr>
          <a:lstStyle/>
          <a:p>
            <a:r>
              <a:rPr lang="fr-FR" dirty="0">
                <a:solidFill>
                  <a:srgbClr val="0070C0"/>
                </a:solidFill>
              </a:rPr>
              <a:t>2 Encoder</a:t>
            </a:r>
          </a:p>
        </p:txBody>
      </p:sp>
      <p:grpSp>
        <p:nvGrpSpPr>
          <p:cNvPr id="45" name="Groupe 44">
            <a:extLst>
              <a:ext uri="{FF2B5EF4-FFF2-40B4-BE49-F238E27FC236}">
                <a16:creationId xmlns:a16="http://schemas.microsoft.com/office/drawing/2014/main" id="{1FFCED1B-D30A-EBF7-3C9B-0979BD2155AE}"/>
              </a:ext>
            </a:extLst>
          </p:cNvPr>
          <p:cNvGrpSpPr/>
          <p:nvPr/>
        </p:nvGrpSpPr>
        <p:grpSpPr>
          <a:xfrm>
            <a:off x="2380983" y="2208090"/>
            <a:ext cx="3374118" cy="3618927"/>
            <a:chOff x="2380983" y="2208090"/>
            <a:chExt cx="3374118" cy="3618927"/>
          </a:xfrm>
        </p:grpSpPr>
        <p:grpSp>
          <p:nvGrpSpPr>
            <p:cNvPr id="16" name="Groupe 15">
              <a:extLst>
                <a:ext uri="{FF2B5EF4-FFF2-40B4-BE49-F238E27FC236}">
                  <a16:creationId xmlns:a16="http://schemas.microsoft.com/office/drawing/2014/main" id="{47B4FADF-2A8E-83F3-E312-4378DC60E8A7}"/>
                </a:ext>
              </a:extLst>
            </p:cNvPr>
            <p:cNvGrpSpPr/>
            <p:nvPr/>
          </p:nvGrpSpPr>
          <p:grpSpPr>
            <a:xfrm>
              <a:off x="2380983" y="2208090"/>
              <a:ext cx="2017735" cy="3588782"/>
              <a:chOff x="8748102" y="2384769"/>
              <a:chExt cx="2017735" cy="3588782"/>
            </a:xfrm>
          </p:grpSpPr>
          <p:grpSp>
            <p:nvGrpSpPr>
              <p:cNvPr id="18" name="Groupe 17">
                <a:extLst>
                  <a:ext uri="{FF2B5EF4-FFF2-40B4-BE49-F238E27FC236}">
                    <a16:creationId xmlns:a16="http://schemas.microsoft.com/office/drawing/2014/main" id="{9A41E48E-6289-21C7-DB88-5AFD076BB333}"/>
                  </a:ext>
                </a:extLst>
              </p:cNvPr>
              <p:cNvGrpSpPr/>
              <p:nvPr/>
            </p:nvGrpSpPr>
            <p:grpSpPr>
              <a:xfrm>
                <a:off x="8748102" y="2384769"/>
                <a:ext cx="2017735" cy="3588782"/>
                <a:chOff x="2943959" y="2266950"/>
                <a:chExt cx="2017735" cy="3588782"/>
              </a:xfrm>
            </p:grpSpPr>
            <p:grpSp>
              <p:nvGrpSpPr>
                <p:cNvPr id="20" name="Groupe 19">
                  <a:extLst>
                    <a:ext uri="{FF2B5EF4-FFF2-40B4-BE49-F238E27FC236}">
                      <a16:creationId xmlns:a16="http://schemas.microsoft.com/office/drawing/2014/main" id="{06CD9173-5AEE-9478-4279-D2075B834707}"/>
                    </a:ext>
                  </a:extLst>
                </p:cNvPr>
                <p:cNvGrpSpPr/>
                <p:nvPr/>
              </p:nvGrpSpPr>
              <p:grpSpPr>
                <a:xfrm>
                  <a:off x="2943959" y="2426625"/>
                  <a:ext cx="2017735" cy="3429107"/>
                  <a:chOff x="2943959" y="2426625"/>
                  <a:chExt cx="2017735" cy="3429107"/>
                </a:xfrm>
              </p:grpSpPr>
              <p:sp>
                <p:nvSpPr>
                  <p:cNvPr id="23" name="ZoneTexte 22">
                    <a:extLst>
                      <a:ext uri="{FF2B5EF4-FFF2-40B4-BE49-F238E27FC236}">
                        <a16:creationId xmlns:a16="http://schemas.microsoft.com/office/drawing/2014/main" id="{B48F0936-F311-70FF-9C7F-ED67A6E720AD}"/>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24" name="ZoneTexte 23">
                    <a:extLst>
                      <a:ext uri="{FF2B5EF4-FFF2-40B4-BE49-F238E27FC236}">
                        <a16:creationId xmlns:a16="http://schemas.microsoft.com/office/drawing/2014/main" id="{F000380C-3751-69E0-46C7-BCEB25B87579}"/>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25" name="ZoneTexte 24">
                    <a:extLst>
                      <a:ext uri="{FF2B5EF4-FFF2-40B4-BE49-F238E27FC236}">
                        <a16:creationId xmlns:a16="http://schemas.microsoft.com/office/drawing/2014/main" id="{85DBAF6D-C3DD-0EEF-1808-4EA6E557258F}"/>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26" name="ZoneTexte 25">
                    <a:extLst>
                      <a:ext uri="{FF2B5EF4-FFF2-40B4-BE49-F238E27FC236}">
                        <a16:creationId xmlns:a16="http://schemas.microsoft.com/office/drawing/2014/main" id="{BE68EB6D-E736-9D1B-B80C-F38909BF046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27" name="ZoneTexte 26">
                    <a:extLst>
                      <a:ext uri="{FF2B5EF4-FFF2-40B4-BE49-F238E27FC236}">
                        <a16:creationId xmlns:a16="http://schemas.microsoft.com/office/drawing/2014/main" id="{BB5146BF-00D9-70B2-5F5A-1BC2A690E7D5}"/>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28" name="ZoneTexte 27">
                    <a:extLst>
                      <a:ext uri="{FF2B5EF4-FFF2-40B4-BE49-F238E27FC236}">
                        <a16:creationId xmlns:a16="http://schemas.microsoft.com/office/drawing/2014/main" id="{56C6D74A-E2CA-A1BD-B3A9-37BB733F86BC}"/>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29" name="Connecteur droit avec flèche 28">
                    <a:extLst>
                      <a:ext uri="{FF2B5EF4-FFF2-40B4-BE49-F238E27FC236}">
                        <a16:creationId xmlns:a16="http://schemas.microsoft.com/office/drawing/2014/main" id="{734AB990-88D2-9062-EB0F-48A8E313D22E}"/>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F8367922-6444-1F33-9C0F-F7060CBEDCF7}"/>
                      </a:ext>
                    </a:extLst>
                  </p:cNvPr>
                  <p:cNvCxnSpPr>
                    <a:cxnSpLocks/>
                    <a:endCxn id="23"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2DB840EA-ADEA-618D-16D3-8183563CF29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B19BD0C5-9C0A-C23D-D018-C08D91507A25}"/>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FD6EFC90-A1A9-BA14-07C2-34D85166AD4B}"/>
                      </a:ext>
                    </a:extLst>
                  </p:cNvPr>
                  <p:cNvCxnSpPr>
                    <a:cxnSpLocks/>
                    <a:stCxn id="25" idx="1"/>
                    <a:endCxn id="26"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4" name="Connecteur droit avec flèche 33">
                    <a:extLst>
                      <a:ext uri="{FF2B5EF4-FFF2-40B4-BE49-F238E27FC236}">
                        <a16:creationId xmlns:a16="http://schemas.microsoft.com/office/drawing/2014/main" id="{E0615932-A0A0-76C7-AAC2-618817AF55E3}"/>
                      </a:ext>
                    </a:extLst>
                  </p:cNvPr>
                  <p:cNvCxnSpPr>
                    <a:cxnSpLocks/>
                    <a:stCxn id="26" idx="0"/>
                    <a:endCxn id="27"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FC62BE5F-985E-7673-A69A-473BA2E636C0}"/>
                      </a:ext>
                    </a:extLst>
                  </p:cNvPr>
                  <p:cNvCxnSpPr>
                    <a:cxnSpLocks/>
                    <a:stCxn id="27" idx="3"/>
                    <a:endCxn id="28"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74EB8E5D-4120-1F14-5FAD-1D568E7C9384}"/>
                      </a:ext>
                    </a:extLst>
                  </p:cNvPr>
                  <p:cNvCxnSpPr>
                    <a:cxnSpLocks/>
                    <a:stCxn id="28" idx="2"/>
                    <a:endCxn id="25"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D4F2ACCE-5263-ED7B-86F8-101BC801659C}"/>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21" name="Connecteur droit 20">
                  <a:extLst>
                    <a:ext uri="{FF2B5EF4-FFF2-40B4-BE49-F238E27FC236}">
                      <a16:creationId xmlns:a16="http://schemas.microsoft.com/office/drawing/2014/main" id="{CC69B02C-5EFD-5AA6-4BED-5AD696498B06}"/>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 name="Connecteur : en angle 21">
                  <a:extLst>
                    <a:ext uri="{FF2B5EF4-FFF2-40B4-BE49-F238E27FC236}">
                      <a16:creationId xmlns:a16="http://schemas.microsoft.com/office/drawing/2014/main" id="{08664141-4273-6760-A5A1-B341C76C0693}"/>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19" name="Connecteur droit avec flèche 18">
                <a:extLst>
                  <a:ext uri="{FF2B5EF4-FFF2-40B4-BE49-F238E27FC236}">
                    <a16:creationId xmlns:a16="http://schemas.microsoft.com/office/drawing/2014/main" id="{4F1B63C5-10F2-EE12-D4F3-9E1A19F0DE8E}"/>
                  </a:ext>
                </a:extLst>
              </p:cNvPr>
              <p:cNvCxnSpPr>
                <a:cxnSpLocks/>
                <a:stCxn id="25" idx="0"/>
                <a:endCxn id="27"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40" name="Connecteur droit 39">
              <a:extLst>
                <a:ext uri="{FF2B5EF4-FFF2-40B4-BE49-F238E27FC236}">
                  <a16:creationId xmlns:a16="http://schemas.microsoft.com/office/drawing/2014/main" id="{AF436049-DA2B-CBC4-72CC-E1E87F392847}"/>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6F9DFC34-A002-3BFB-CBC0-00ABB098BCDA}"/>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2" name="Connecteur droit 41">
              <a:extLst>
                <a:ext uri="{FF2B5EF4-FFF2-40B4-BE49-F238E27FC236}">
                  <a16:creationId xmlns:a16="http://schemas.microsoft.com/office/drawing/2014/main" id="{AA491C49-27AB-D069-430F-80338C2CD22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ZoneTexte 42">
              <a:extLst>
                <a:ext uri="{FF2B5EF4-FFF2-40B4-BE49-F238E27FC236}">
                  <a16:creationId xmlns:a16="http://schemas.microsoft.com/office/drawing/2014/main" id="{FD6945FA-2DB9-4424-96CF-DEFEB38D138A}"/>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44" name="Connecteur droit 43">
              <a:extLst>
                <a:ext uri="{FF2B5EF4-FFF2-40B4-BE49-F238E27FC236}">
                  <a16:creationId xmlns:a16="http://schemas.microsoft.com/office/drawing/2014/main" id="{04522C2E-6E89-6458-90D7-E1721B26AD2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6" name="ZoneTexte 5">
            <a:extLst>
              <a:ext uri="{FF2B5EF4-FFF2-40B4-BE49-F238E27FC236}">
                <a16:creationId xmlns:a16="http://schemas.microsoft.com/office/drawing/2014/main" id="{EDB28407-1D35-030B-8805-0145F3A9F70F}"/>
              </a:ext>
            </a:extLst>
          </p:cNvPr>
          <p:cNvSpPr txBox="1"/>
          <p:nvPr/>
        </p:nvSpPr>
        <p:spPr>
          <a:xfrm>
            <a:off x="7251567" y="2347059"/>
            <a:ext cx="558166" cy="369332"/>
          </a:xfrm>
          <a:prstGeom prst="rect">
            <a:avLst/>
          </a:prstGeom>
          <a:noFill/>
        </p:spPr>
        <p:txBody>
          <a:bodyPr wrap="none" rtlCol="0">
            <a:spAutoFit/>
          </a:bodyPr>
          <a:lstStyle/>
          <a:p>
            <a:r>
              <a:rPr lang="fr-FR" dirty="0"/>
              <a:t>CA3</a:t>
            </a:r>
          </a:p>
        </p:txBody>
      </p:sp>
      <p:sp>
        <p:nvSpPr>
          <p:cNvPr id="8" name="ZoneTexte 7">
            <a:extLst>
              <a:ext uri="{FF2B5EF4-FFF2-40B4-BE49-F238E27FC236}">
                <a16:creationId xmlns:a16="http://schemas.microsoft.com/office/drawing/2014/main" id="{9C178D79-24A1-41AE-BDE1-B655C17B7BED}"/>
              </a:ext>
            </a:extLst>
          </p:cNvPr>
          <p:cNvSpPr txBox="1"/>
          <p:nvPr/>
        </p:nvSpPr>
        <p:spPr>
          <a:xfrm>
            <a:off x="7253647" y="3794611"/>
            <a:ext cx="473206" cy="369332"/>
          </a:xfrm>
          <a:prstGeom prst="rect">
            <a:avLst/>
          </a:prstGeom>
          <a:noFill/>
        </p:spPr>
        <p:txBody>
          <a:bodyPr wrap="none" rtlCol="0">
            <a:spAutoFit/>
          </a:bodyPr>
          <a:lstStyle/>
          <a:p>
            <a:r>
              <a:rPr lang="fr-FR" dirty="0"/>
              <a:t>DG</a:t>
            </a:r>
          </a:p>
        </p:txBody>
      </p:sp>
      <p:sp>
        <p:nvSpPr>
          <p:cNvPr id="9" name="ZoneTexte 8">
            <a:extLst>
              <a:ext uri="{FF2B5EF4-FFF2-40B4-BE49-F238E27FC236}">
                <a16:creationId xmlns:a16="http://schemas.microsoft.com/office/drawing/2014/main" id="{9764B11F-EAAC-0049-CB84-6951DC0FC290}"/>
              </a:ext>
            </a:extLst>
          </p:cNvPr>
          <p:cNvSpPr txBox="1"/>
          <p:nvPr/>
        </p:nvSpPr>
        <p:spPr>
          <a:xfrm>
            <a:off x="7280142" y="5248730"/>
            <a:ext cx="417615" cy="369332"/>
          </a:xfrm>
          <a:prstGeom prst="rect">
            <a:avLst/>
          </a:prstGeom>
          <a:noFill/>
        </p:spPr>
        <p:txBody>
          <a:bodyPr wrap="none" rtlCol="0">
            <a:spAutoFit/>
          </a:bodyPr>
          <a:lstStyle/>
          <a:p>
            <a:r>
              <a:rPr lang="fr-FR" dirty="0"/>
              <a:t>EC</a:t>
            </a:r>
          </a:p>
        </p:txBody>
      </p:sp>
      <p:pic>
        <p:nvPicPr>
          <p:cNvPr id="12" name="Espace réservé du contenu 11">
            <a:extLst>
              <a:ext uri="{FF2B5EF4-FFF2-40B4-BE49-F238E27FC236}">
                <a16:creationId xmlns:a16="http://schemas.microsoft.com/office/drawing/2014/main" id="{1E4BE00D-4F50-ED45-D3A2-135C4DBC2EB4}"/>
              </a:ext>
            </a:extLst>
          </p:cNvPr>
          <p:cNvPicPr>
            <a:picLocks noGrp="1" noChangeAspect="1"/>
          </p:cNvPicPr>
          <p:nvPr>
            <p:ph sz="half" idx="2"/>
          </p:nvPr>
        </p:nvPicPr>
        <p:blipFill>
          <a:blip r:embed="rId2"/>
          <a:stretch>
            <a:fillRect/>
          </a:stretch>
        </p:blipFill>
        <p:spPr>
          <a:xfrm>
            <a:off x="8028658" y="1825625"/>
            <a:ext cx="1468684" cy="4351338"/>
          </a:xfrm>
          <a:prstGeom prst="rect">
            <a:avLst/>
          </a:prstGeom>
        </p:spPr>
      </p:pic>
      <p:sp>
        <p:nvSpPr>
          <p:cNvPr id="3" name="Espace réservé du numéro de diapositive 2">
            <a:extLst>
              <a:ext uri="{FF2B5EF4-FFF2-40B4-BE49-F238E27FC236}">
                <a16:creationId xmlns:a16="http://schemas.microsoft.com/office/drawing/2014/main" id="{D688726B-B32B-E397-DFFD-F707A6950F54}"/>
              </a:ext>
            </a:extLst>
          </p:cNvPr>
          <p:cNvSpPr>
            <a:spLocks noGrp="1"/>
          </p:cNvSpPr>
          <p:nvPr>
            <p:ph type="sldNum" sz="quarter" idx="12"/>
          </p:nvPr>
        </p:nvSpPr>
        <p:spPr/>
        <p:txBody>
          <a:bodyPr/>
          <a:lstStyle/>
          <a:p>
            <a:fld id="{5149A38E-4A7C-4C86-B631-64CD0F93C451}" type="slidenum">
              <a:rPr lang="fr-FR" smtClean="0"/>
              <a:t>28</a:t>
            </a:fld>
            <a:endParaRPr lang="fr-FR"/>
          </a:p>
        </p:txBody>
      </p:sp>
    </p:spTree>
    <p:extLst>
      <p:ext uri="{BB962C8B-B14F-4D97-AF65-F5344CB8AC3E}">
        <p14:creationId xmlns:p14="http://schemas.microsoft.com/office/powerpoint/2010/main" val="17334520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Image 38">
            <a:extLst>
              <a:ext uri="{FF2B5EF4-FFF2-40B4-BE49-F238E27FC236}">
                <a16:creationId xmlns:a16="http://schemas.microsoft.com/office/drawing/2014/main" id="{BB249343-355A-53EA-11DB-270E756D34D9}"/>
              </a:ext>
            </a:extLst>
          </p:cNvPr>
          <p:cNvPicPr>
            <a:picLocks noChangeAspect="1"/>
          </p:cNvPicPr>
          <p:nvPr/>
        </p:nvPicPr>
        <p:blipFill>
          <a:blip r:embed="rId3"/>
          <a:srcRect b="62236"/>
          <a:stretch/>
        </p:blipFill>
        <p:spPr>
          <a:xfrm>
            <a:off x="6183689" y="5275179"/>
            <a:ext cx="5271291" cy="950931"/>
          </a:xfrm>
          <a:prstGeom prst="rect">
            <a:avLst/>
          </a:prstGeom>
        </p:spPr>
      </p:pic>
      <p:sp>
        <p:nvSpPr>
          <p:cNvPr id="2" name="Titre 1">
            <a:extLst>
              <a:ext uri="{FF2B5EF4-FFF2-40B4-BE49-F238E27FC236}">
                <a16:creationId xmlns:a16="http://schemas.microsoft.com/office/drawing/2014/main" id="{C6411114-4A92-AA04-8C8D-DB98B661AEDA}"/>
              </a:ext>
            </a:extLst>
          </p:cNvPr>
          <p:cNvSpPr>
            <a:spLocks noGrp="1"/>
          </p:cNvSpPr>
          <p:nvPr>
            <p:ph type="title"/>
          </p:nvPr>
        </p:nvSpPr>
        <p:spPr/>
        <p:txBody>
          <a:bodyPr/>
          <a:lstStyle/>
          <a:p>
            <a:r>
              <a:rPr lang="fr-FR" dirty="0" err="1"/>
              <a:t>Autoassociation</a:t>
            </a:r>
            <a:r>
              <a:rPr lang="fr-FR" dirty="0"/>
              <a:t> in CA3</a:t>
            </a:r>
          </a:p>
        </p:txBody>
      </p:sp>
      <p:sp>
        <p:nvSpPr>
          <p:cNvPr id="3" name="Espace réservé du contenu 2">
            <a:extLst>
              <a:ext uri="{FF2B5EF4-FFF2-40B4-BE49-F238E27FC236}">
                <a16:creationId xmlns:a16="http://schemas.microsoft.com/office/drawing/2014/main" id="{C17AB9B1-B42F-0228-83B7-312B83BEC96E}"/>
              </a:ext>
            </a:extLst>
          </p:cNvPr>
          <p:cNvSpPr>
            <a:spLocks noGrp="1"/>
          </p:cNvSpPr>
          <p:nvPr>
            <p:ph sz="half" idx="1"/>
          </p:nvPr>
        </p:nvSpPr>
        <p:spPr/>
        <p:txBody>
          <a:bodyPr/>
          <a:lstStyle/>
          <a:p>
            <a:pPr marL="0" indent="0">
              <a:buNone/>
            </a:pPr>
            <a:endParaRPr lang="fr-FR" dirty="0"/>
          </a:p>
        </p:txBody>
      </p:sp>
      <mc:AlternateContent xmlns:mc="http://schemas.openxmlformats.org/markup-compatibility/2006" xmlns:a14="http://schemas.microsoft.com/office/drawing/2010/main">
        <mc:Choice Requires="a14">
          <p:sp>
            <p:nvSpPr>
              <p:cNvPr id="4" name="Espace réservé du contenu 3">
                <a:extLst>
                  <a:ext uri="{FF2B5EF4-FFF2-40B4-BE49-F238E27FC236}">
                    <a16:creationId xmlns:a16="http://schemas.microsoft.com/office/drawing/2014/main" id="{E652485B-1F09-C1AB-9AA1-105F6C6EA285}"/>
                  </a:ext>
                </a:extLst>
              </p:cNvPr>
              <p:cNvSpPr>
                <a:spLocks noGrp="1"/>
              </p:cNvSpPr>
              <p:nvPr>
                <p:ph sz="half" idx="2"/>
              </p:nvPr>
            </p:nvSpPr>
            <p:spPr/>
            <p:txBody>
              <a:bodyPr/>
              <a:lstStyle/>
              <a:p>
                <a:pPr marL="0" indent="0" algn="r">
                  <a:buNone/>
                </a:pPr>
                <a14:m>
                  <m:oMath xmlns:m="http://schemas.openxmlformats.org/officeDocument/2006/math">
                    <m:r>
                      <a:rPr lang="fr-FR" i="1" dirty="0" smtClean="0">
                        <a:latin typeface="Cambria Math" panose="02040503050406030204" pitchFamily="18" charset="0"/>
                      </a:rPr>
                      <m:t>680 </m:t>
                    </m:r>
                  </m:oMath>
                </a14:m>
                <a:r>
                  <a:rPr lang="fr-FR" dirty="0" err="1"/>
                  <a:t>neurons</a:t>
                </a:r>
                <a:endParaRPr lang="fr-FR" dirty="0"/>
              </a:p>
              <a:p>
                <a:pPr marL="0" indent="0">
                  <a:buNone/>
                </a:pPr>
                <a:endParaRPr lang="fr-FR" dirty="0"/>
              </a:p>
              <a:p>
                <a:pPr marL="0" indent="0">
                  <a:buNone/>
                </a:pPr>
                <a:endParaRPr lang="fr-FR" dirty="0"/>
              </a:p>
              <a:p>
                <a:pPr marL="0" indent="0">
                  <a:buNone/>
                </a:pPr>
                <a:endParaRPr lang="fr-FR" i="1" dirty="0">
                  <a:latin typeface="Cambria Math" panose="02040503050406030204" pitchFamily="18" charset="0"/>
                </a:endParaRPr>
              </a:p>
              <a:p>
                <a:pPr marL="0" indent="0">
                  <a:buNone/>
                </a:pPr>
                <a:endParaRPr lang="fr-FR" i="1" dirty="0">
                  <a:latin typeface="Cambria Math" panose="02040503050406030204" pitchFamily="18" charset="0"/>
                </a:endParaRPr>
              </a:p>
              <a:p>
                <a:pPr marL="0" indent="0">
                  <a:buNone/>
                </a:pPr>
                <a14:m>
                  <m:oMath xmlns:m="http://schemas.openxmlformats.org/officeDocument/2006/math">
                    <m:r>
                      <a:rPr lang="fr-FR" i="1" dirty="0" smtClean="0">
                        <a:latin typeface="Cambria Math" panose="02040503050406030204" pitchFamily="18" charset="0"/>
                      </a:rPr>
                      <m:t>6</m:t>
                    </m:r>
                    <m:r>
                      <a:rPr lang="fr-FR" b="0" i="1" dirty="0" smtClean="0">
                        <a:latin typeface="Cambria Math" panose="02040503050406030204" pitchFamily="18" charset="0"/>
                      </a:rPr>
                      <m:t>4 </m:t>
                    </m:r>
                  </m:oMath>
                </a14:m>
                <a:r>
                  <a:rPr lang="fr-FR" dirty="0"/>
                  <a:t>patterns are </a:t>
                </a:r>
                <a:r>
                  <a:rPr lang="fr-FR" dirty="0" err="1"/>
                  <a:t>stored</a:t>
                </a:r>
                <a:r>
                  <a:rPr lang="fr-FR" dirty="0"/>
                  <a:t> with the Hebb </a:t>
                </a:r>
                <a:r>
                  <a:rPr lang="fr-FR" dirty="0" err="1"/>
                  <a:t>rule</a:t>
                </a:r>
                <a:endParaRPr lang="fr-FR" dirty="0"/>
              </a:p>
            </p:txBody>
          </p:sp>
        </mc:Choice>
        <mc:Fallback xmlns="">
          <p:sp>
            <p:nvSpPr>
              <p:cNvPr id="4" name="Espace réservé du contenu 3">
                <a:extLst>
                  <a:ext uri="{FF2B5EF4-FFF2-40B4-BE49-F238E27FC236}">
                    <a16:creationId xmlns:a16="http://schemas.microsoft.com/office/drawing/2014/main" id="{E652485B-1F09-C1AB-9AA1-105F6C6EA285}"/>
                  </a:ext>
                </a:extLst>
              </p:cNvPr>
              <p:cNvSpPr>
                <a:spLocks noGrp="1" noRot="1" noChangeAspect="1" noMove="1" noResize="1" noEditPoints="1" noAdjustHandles="1" noChangeArrowheads="1" noChangeShapeType="1" noTextEdit="1"/>
              </p:cNvSpPr>
              <p:nvPr>
                <p:ph sz="half" idx="2"/>
              </p:nvPr>
            </p:nvSpPr>
            <p:spPr>
              <a:blipFill>
                <a:blip r:embed="rId4"/>
                <a:stretch>
                  <a:fillRect l="-2471" t="-2241" r="-2353"/>
                </a:stretch>
              </a:blipFill>
            </p:spPr>
            <p:txBody>
              <a:bodyPr/>
              <a:lstStyle/>
              <a:p>
                <a:r>
                  <a:rPr lang="fr-FR">
                    <a:noFill/>
                  </a:rPr>
                  <a:t> </a:t>
                </a:r>
              </a:p>
            </p:txBody>
          </p:sp>
        </mc:Fallback>
      </mc:AlternateContent>
      <p:grpSp>
        <p:nvGrpSpPr>
          <p:cNvPr id="5" name="Groupe 4">
            <a:extLst>
              <a:ext uri="{FF2B5EF4-FFF2-40B4-BE49-F238E27FC236}">
                <a16:creationId xmlns:a16="http://schemas.microsoft.com/office/drawing/2014/main" id="{0AAC0B67-F2A8-756C-793F-F5F24408C380}"/>
              </a:ext>
            </a:extLst>
          </p:cNvPr>
          <p:cNvGrpSpPr/>
          <p:nvPr/>
        </p:nvGrpSpPr>
        <p:grpSpPr>
          <a:xfrm>
            <a:off x="2380983" y="2208090"/>
            <a:ext cx="3374118" cy="3618927"/>
            <a:chOff x="2380983" y="2208090"/>
            <a:chExt cx="3374118" cy="3618927"/>
          </a:xfrm>
        </p:grpSpPr>
        <p:grpSp>
          <p:nvGrpSpPr>
            <p:cNvPr id="6" name="Groupe 5">
              <a:extLst>
                <a:ext uri="{FF2B5EF4-FFF2-40B4-BE49-F238E27FC236}">
                  <a16:creationId xmlns:a16="http://schemas.microsoft.com/office/drawing/2014/main" id="{7CD35682-3867-93ED-2A77-CD64C8F1F73F}"/>
                </a:ext>
              </a:extLst>
            </p:cNvPr>
            <p:cNvGrpSpPr/>
            <p:nvPr/>
          </p:nvGrpSpPr>
          <p:grpSpPr>
            <a:xfrm>
              <a:off x="2380983" y="2208090"/>
              <a:ext cx="2017735" cy="3588782"/>
              <a:chOff x="8748102" y="2384769"/>
              <a:chExt cx="2017735" cy="3588782"/>
            </a:xfrm>
          </p:grpSpPr>
          <p:grpSp>
            <p:nvGrpSpPr>
              <p:cNvPr id="12" name="Groupe 11">
                <a:extLst>
                  <a:ext uri="{FF2B5EF4-FFF2-40B4-BE49-F238E27FC236}">
                    <a16:creationId xmlns:a16="http://schemas.microsoft.com/office/drawing/2014/main" id="{4F7CA42E-7754-0516-60B2-3DDA1D985EC9}"/>
                  </a:ext>
                </a:extLst>
              </p:cNvPr>
              <p:cNvGrpSpPr/>
              <p:nvPr/>
            </p:nvGrpSpPr>
            <p:grpSpPr>
              <a:xfrm>
                <a:off x="8748102" y="2384769"/>
                <a:ext cx="2017735" cy="3588782"/>
                <a:chOff x="2943959" y="2266950"/>
                <a:chExt cx="2017735" cy="3588782"/>
              </a:xfrm>
            </p:grpSpPr>
            <p:grpSp>
              <p:nvGrpSpPr>
                <p:cNvPr id="14" name="Groupe 13">
                  <a:extLst>
                    <a:ext uri="{FF2B5EF4-FFF2-40B4-BE49-F238E27FC236}">
                      <a16:creationId xmlns:a16="http://schemas.microsoft.com/office/drawing/2014/main" id="{1C6F5CE3-9BB1-8578-DC09-8EE1086B9244}"/>
                    </a:ext>
                  </a:extLst>
                </p:cNvPr>
                <p:cNvGrpSpPr/>
                <p:nvPr/>
              </p:nvGrpSpPr>
              <p:grpSpPr>
                <a:xfrm>
                  <a:off x="2943959" y="2426625"/>
                  <a:ext cx="2017735" cy="3429107"/>
                  <a:chOff x="2943959" y="2426625"/>
                  <a:chExt cx="2017735" cy="3429107"/>
                </a:xfrm>
              </p:grpSpPr>
              <p:sp>
                <p:nvSpPr>
                  <p:cNvPr id="17" name="ZoneTexte 16">
                    <a:extLst>
                      <a:ext uri="{FF2B5EF4-FFF2-40B4-BE49-F238E27FC236}">
                        <a16:creationId xmlns:a16="http://schemas.microsoft.com/office/drawing/2014/main" id="{50C47DF8-8D8A-E3AF-8911-58DAB1CE011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18" name="ZoneTexte 17">
                    <a:extLst>
                      <a:ext uri="{FF2B5EF4-FFF2-40B4-BE49-F238E27FC236}">
                        <a16:creationId xmlns:a16="http://schemas.microsoft.com/office/drawing/2014/main" id="{B74802B1-EB57-4A8A-ADF1-4604616D0CC0}"/>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19" name="ZoneTexte 18">
                    <a:extLst>
                      <a:ext uri="{FF2B5EF4-FFF2-40B4-BE49-F238E27FC236}">
                        <a16:creationId xmlns:a16="http://schemas.microsoft.com/office/drawing/2014/main" id="{60D83832-DF69-D6DD-A530-B475B98A376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20" name="ZoneTexte 19">
                    <a:extLst>
                      <a:ext uri="{FF2B5EF4-FFF2-40B4-BE49-F238E27FC236}">
                        <a16:creationId xmlns:a16="http://schemas.microsoft.com/office/drawing/2014/main" id="{FE85449C-E627-AC05-F910-FE514133E329}"/>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21" name="ZoneTexte 20">
                    <a:extLst>
                      <a:ext uri="{FF2B5EF4-FFF2-40B4-BE49-F238E27FC236}">
                        <a16:creationId xmlns:a16="http://schemas.microsoft.com/office/drawing/2014/main" id="{AF274D46-9EBA-73DA-BEBA-7AC5D206E2D1}"/>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22" name="ZoneTexte 21">
                    <a:extLst>
                      <a:ext uri="{FF2B5EF4-FFF2-40B4-BE49-F238E27FC236}">
                        <a16:creationId xmlns:a16="http://schemas.microsoft.com/office/drawing/2014/main" id="{635FBC69-4EDF-A49E-CA4A-DD241E6D47CB}"/>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23" name="Connecteur droit avec flèche 22">
                    <a:extLst>
                      <a:ext uri="{FF2B5EF4-FFF2-40B4-BE49-F238E27FC236}">
                        <a16:creationId xmlns:a16="http://schemas.microsoft.com/office/drawing/2014/main" id="{F9BC9E7D-1880-ACFB-D7E7-230844FB3570}"/>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E6B5FA64-4D40-DE7F-BAE4-0A9E93F11DFC}"/>
                      </a:ext>
                    </a:extLst>
                  </p:cNvPr>
                  <p:cNvCxnSpPr>
                    <a:cxnSpLocks/>
                    <a:endCxn id="17"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DF0BA0A1-A7B4-3906-AEEA-BAB17275B9F7}"/>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852D886F-5C05-6B80-AE8B-5939DE273160}"/>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6F755EBA-0DD0-B4EA-30F1-756AC6E17CFD}"/>
                      </a:ext>
                    </a:extLst>
                  </p:cNvPr>
                  <p:cNvCxnSpPr>
                    <a:cxnSpLocks/>
                    <a:stCxn id="19" idx="1"/>
                    <a:endCxn id="20"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1ED22958-9E6B-1D34-5274-9DFFF29CAEB9}"/>
                      </a:ext>
                    </a:extLst>
                  </p:cNvPr>
                  <p:cNvCxnSpPr>
                    <a:cxnSpLocks/>
                    <a:stCxn id="20" idx="0"/>
                    <a:endCxn id="21"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4E57F285-C713-5ECB-9AAD-2999B9762ECE}"/>
                      </a:ext>
                    </a:extLst>
                  </p:cNvPr>
                  <p:cNvCxnSpPr>
                    <a:cxnSpLocks/>
                    <a:stCxn id="21" idx="3"/>
                    <a:endCxn id="22"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408A3280-0A30-7988-EED6-078D9361B11C}"/>
                      </a:ext>
                    </a:extLst>
                  </p:cNvPr>
                  <p:cNvCxnSpPr>
                    <a:cxnSpLocks/>
                    <a:stCxn id="22" idx="2"/>
                    <a:endCxn id="19"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301F5413-2EBB-5171-1B80-5607AEB19B2B}"/>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15" name="Connecteur droit 14">
                  <a:extLst>
                    <a:ext uri="{FF2B5EF4-FFF2-40B4-BE49-F238E27FC236}">
                      <a16:creationId xmlns:a16="http://schemas.microsoft.com/office/drawing/2014/main" id="{3880431A-ABD8-FBAC-5A96-63033AAE85EC}"/>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Connecteur : en angle 15">
                  <a:extLst>
                    <a:ext uri="{FF2B5EF4-FFF2-40B4-BE49-F238E27FC236}">
                      <a16:creationId xmlns:a16="http://schemas.microsoft.com/office/drawing/2014/main" id="{C75622C9-E003-F994-D384-B927F1554686}"/>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13" name="Connecteur droit avec flèche 12">
                <a:extLst>
                  <a:ext uri="{FF2B5EF4-FFF2-40B4-BE49-F238E27FC236}">
                    <a16:creationId xmlns:a16="http://schemas.microsoft.com/office/drawing/2014/main" id="{702842FF-A4DD-6C76-D199-98D3038F0560}"/>
                  </a:ext>
                </a:extLst>
              </p:cNvPr>
              <p:cNvCxnSpPr>
                <a:cxnSpLocks/>
                <a:stCxn id="19" idx="0"/>
                <a:endCxn id="21"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7" name="Connecteur droit 6">
              <a:extLst>
                <a:ext uri="{FF2B5EF4-FFF2-40B4-BE49-F238E27FC236}">
                  <a16:creationId xmlns:a16="http://schemas.microsoft.com/office/drawing/2014/main" id="{06352012-2B43-8AAB-E9CB-C5C8FCA57C6B}"/>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AC8DCF3B-7780-B620-AD03-6801365AA63F}"/>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9" name="Connecteur droit 8">
              <a:extLst>
                <a:ext uri="{FF2B5EF4-FFF2-40B4-BE49-F238E27FC236}">
                  <a16:creationId xmlns:a16="http://schemas.microsoft.com/office/drawing/2014/main" id="{80CE209E-2DB6-37C3-BC69-F3D1E9F554A8}"/>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E5D5A4B9-0F96-FDE6-0DB1-20D0A7CB1DEC}"/>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1" name="Connecteur droit 10">
              <a:extLst>
                <a:ext uri="{FF2B5EF4-FFF2-40B4-BE49-F238E27FC236}">
                  <a16:creationId xmlns:a16="http://schemas.microsoft.com/office/drawing/2014/main" id="{C600094B-CFE6-CEEE-58E2-A5BD214A99DD}"/>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1C002C71-EDEA-526F-497B-ED7132BED7B2}"/>
              </a:ext>
            </a:extLst>
          </p:cNvPr>
          <p:cNvSpPr/>
          <p:nvPr/>
        </p:nvSpPr>
        <p:spPr>
          <a:xfrm>
            <a:off x="2851301" y="2105075"/>
            <a:ext cx="1073542" cy="79960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3" name="Picture 7">
            <a:extLst>
              <a:ext uri="{FF2B5EF4-FFF2-40B4-BE49-F238E27FC236}">
                <a16:creationId xmlns:a16="http://schemas.microsoft.com/office/drawing/2014/main" id="{FD22A0B0-DF3F-FD48-3B02-6B2ECE8DCD45}"/>
              </a:ext>
            </a:extLst>
          </p:cNvPr>
          <p:cNvPicPr>
            <a:picLocks noChangeAspect="1"/>
          </p:cNvPicPr>
          <p:nvPr/>
        </p:nvPicPr>
        <p:blipFill>
          <a:blip r:embed="rId5"/>
          <a:stretch>
            <a:fillRect/>
          </a:stretch>
        </p:blipFill>
        <p:spPr>
          <a:xfrm>
            <a:off x="6298497" y="1642295"/>
            <a:ext cx="1800476" cy="2057687"/>
          </a:xfrm>
          <a:prstGeom prst="rect">
            <a:avLst/>
          </a:prstGeom>
        </p:spPr>
      </p:pic>
      <p:sp>
        <p:nvSpPr>
          <p:cNvPr id="35" name="ZoneTexte 34">
            <a:extLst>
              <a:ext uri="{FF2B5EF4-FFF2-40B4-BE49-F238E27FC236}">
                <a16:creationId xmlns:a16="http://schemas.microsoft.com/office/drawing/2014/main" id="{87985FE1-C321-4F5B-173E-6DC092138720}"/>
              </a:ext>
            </a:extLst>
          </p:cNvPr>
          <p:cNvSpPr txBox="1"/>
          <p:nvPr/>
        </p:nvSpPr>
        <p:spPr>
          <a:xfrm>
            <a:off x="2819342" y="2051262"/>
            <a:ext cx="301686" cy="369332"/>
          </a:xfrm>
          <a:prstGeom prst="rect">
            <a:avLst/>
          </a:prstGeom>
          <a:noFill/>
        </p:spPr>
        <p:txBody>
          <a:bodyPr wrap="none" rtlCol="0">
            <a:spAutoFit/>
          </a:bodyPr>
          <a:lstStyle/>
          <a:p>
            <a:r>
              <a:rPr lang="fr-FR" dirty="0">
                <a:solidFill>
                  <a:srgbClr val="0070C0"/>
                </a:solidFill>
              </a:rPr>
              <a:t>3</a:t>
            </a:r>
          </a:p>
        </p:txBody>
      </p:sp>
      <mc:AlternateContent xmlns:mc="http://schemas.openxmlformats.org/markup-compatibility/2006" xmlns:a14="http://schemas.microsoft.com/office/drawing/2010/main">
        <mc:Choice Requires="a14">
          <p:sp>
            <p:nvSpPr>
              <p:cNvPr id="36" name="ZoneTexte 35">
                <a:extLst>
                  <a:ext uri="{FF2B5EF4-FFF2-40B4-BE49-F238E27FC236}">
                    <a16:creationId xmlns:a16="http://schemas.microsoft.com/office/drawing/2014/main" id="{E9C3E9E2-2653-2FE2-9F9A-5AA10EF5CABA}"/>
                  </a:ext>
                </a:extLst>
              </p:cNvPr>
              <p:cNvSpPr txBox="1"/>
              <p:nvPr/>
            </p:nvSpPr>
            <p:spPr>
              <a:xfrm>
                <a:off x="9406167" y="2918121"/>
                <a:ext cx="1508426" cy="668645"/>
              </a:xfrm>
              <a:prstGeom prst="rect">
                <a:avLst/>
              </a:prstGeom>
              <a:noFill/>
            </p:spPr>
            <p:txBody>
              <a:bodyPr wrap="none" rtlCol="0">
                <a:spAutoFit/>
              </a:bodyPr>
              <a:lstStyle/>
              <a:p>
                <a:pPr algn="ctr"/>
                <a:r>
                  <a:rPr lang="fr-FR" b="0" dirty="0">
                    <a:latin typeface="Cambria Math" panose="02040503050406030204" pitchFamily="18" charset="0"/>
                  </a:rPr>
                  <a:t>Hebb </a:t>
                </a:r>
                <a:r>
                  <a:rPr lang="fr-FR" b="0" dirty="0" err="1">
                    <a:latin typeface="Cambria Math" panose="02040503050406030204" pitchFamily="18" charset="0"/>
                  </a:rPr>
                  <a:t>rule</a:t>
                </a:r>
                <a:endParaRPr lang="fr-FR" b="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m:rPr>
                              <m:sty m:val="p"/>
                            </m:rPr>
                            <a:rPr lang="fr-FR" b="0" i="0" smtClean="0">
                              <a:latin typeface="Cambria Math" panose="02040503050406030204" pitchFamily="18" charset="0"/>
                            </a:rPr>
                            <m:t>Δ</m:t>
                          </m:r>
                          <m:r>
                            <a:rPr lang="fr-FR" b="0" i="1" smtClean="0">
                              <a:latin typeface="Cambria Math" panose="02040503050406030204" pitchFamily="18" charset="0"/>
                            </a:rPr>
                            <m:t>𝑤</m:t>
                          </m:r>
                        </m:e>
                        <m:sub>
                          <m:r>
                            <a:rPr lang="fr-FR" b="0" i="1" smtClean="0">
                              <a:latin typeface="Cambria Math" panose="02040503050406030204" pitchFamily="18" charset="0"/>
                            </a:rPr>
                            <m:t>𝑖𝑗</m:t>
                          </m:r>
                        </m:sub>
                      </m:sSub>
                      <m:r>
                        <a:rPr lang="fr-FR" b="0" i="1" smtClean="0">
                          <a:latin typeface="Cambria Math" panose="02040503050406030204" pitchFamily="18" charset="0"/>
                        </a:rPr>
                        <m:t>=</m:t>
                      </m:r>
                      <m:r>
                        <a:rPr lang="fr-FR" b="0" i="1" smtClean="0">
                          <a:latin typeface="Cambria Math" panose="02040503050406030204" pitchFamily="18" charset="0"/>
                        </a:rPr>
                        <m:t>𝜖</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𝑠</m:t>
                          </m:r>
                        </m:e>
                        <m:sub>
                          <m:r>
                            <a:rPr lang="fr-FR" b="0" i="1" smtClean="0">
                              <a:latin typeface="Cambria Math" panose="02040503050406030204" pitchFamily="18" charset="0"/>
                            </a:rPr>
                            <m:t>𝑖</m:t>
                          </m:r>
                        </m:sub>
                      </m:sSub>
                      <m:sSub>
                        <m:sSubPr>
                          <m:ctrlPr>
                            <a:rPr lang="fr-FR" b="0" i="1" smtClean="0">
                              <a:latin typeface="Cambria Math" panose="02040503050406030204" pitchFamily="18" charset="0"/>
                            </a:rPr>
                          </m:ctrlPr>
                        </m:sSubPr>
                        <m:e>
                          <m:r>
                            <a:rPr lang="fr-FR" b="0" i="1" smtClean="0">
                              <a:latin typeface="Cambria Math" panose="02040503050406030204" pitchFamily="18" charset="0"/>
                            </a:rPr>
                            <m:t>𝑠</m:t>
                          </m:r>
                        </m:e>
                        <m:sub>
                          <m:r>
                            <a:rPr lang="fr-FR" b="0" i="1" smtClean="0">
                              <a:latin typeface="Cambria Math" panose="02040503050406030204" pitchFamily="18" charset="0"/>
                            </a:rPr>
                            <m:t>𝑗</m:t>
                          </m:r>
                        </m:sub>
                      </m:sSub>
                    </m:oMath>
                  </m:oMathPara>
                </a14:m>
                <a:endParaRPr lang="fr-FR" dirty="0"/>
              </a:p>
            </p:txBody>
          </p:sp>
        </mc:Choice>
        <mc:Fallback xmlns="">
          <p:sp>
            <p:nvSpPr>
              <p:cNvPr id="36" name="ZoneTexte 35">
                <a:extLst>
                  <a:ext uri="{FF2B5EF4-FFF2-40B4-BE49-F238E27FC236}">
                    <a16:creationId xmlns:a16="http://schemas.microsoft.com/office/drawing/2014/main" id="{E9C3E9E2-2653-2FE2-9F9A-5AA10EF5CABA}"/>
                  </a:ext>
                </a:extLst>
              </p:cNvPr>
              <p:cNvSpPr txBox="1">
                <a:spLocks noRot="1" noChangeAspect="1" noMove="1" noResize="1" noEditPoints="1" noAdjustHandles="1" noChangeArrowheads="1" noChangeShapeType="1" noTextEdit="1"/>
              </p:cNvSpPr>
              <p:nvPr/>
            </p:nvSpPr>
            <p:spPr>
              <a:xfrm>
                <a:off x="9406167" y="2918121"/>
                <a:ext cx="1508426" cy="668645"/>
              </a:xfrm>
              <a:prstGeom prst="rect">
                <a:avLst/>
              </a:prstGeom>
              <a:blipFill>
                <a:blip r:embed="rId6"/>
                <a:stretch>
                  <a:fillRect t="-6422" b="-4587"/>
                </a:stretch>
              </a:blipFill>
            </p:spPr>
            <p:txBody>
              <a:bodyPr/>
              <a:lstStyle/>
              <a:p>
                <a:r>
                  <a:rPr lang="fr-FR">
                    <a:noFill/>
                  </a:rPr>
                  <a:t> </a:t>
                </a:r>
              </a:p>
            </p:txBody>
          </p:sp>
        </mc:Fallback>
      </mc:AlternateContent>
      <p:sp>
        <p:nvSpPr>
          <p:cNvPr id="37" name="Espace réservé du numéro de diapositive 36">
            <a:extLst>
              <a:ext uri="{FF2B5EF4-FFF2-40B4-BE49-F238E27FC236}">
                <a16:creationId xmlns:a16="http://schemas.microsoft.com/office/drawing/2014/main" id="{7C69429B-4B9C-3B1E-E53B-D75349CA2B27}"/>
              </a:ext>
            </a:extLst>
          </p:cNvPr>
          <p:cNvSpPr>
            <a:spLocks noGrp="1"/>
          </p:cNvSpPr>
          <p:nvPr>
            <p:ph type="sldNum" sz="quarter" idx="12"/>
          </p:nvPr>
        </p:nvSpPr>
        <p:spPr/>
        <p:txBody>
          <a:bodyPr/>
          <a:lstStyle/>
          <a:p>
            <a:fld id="{5149A38E-4A7C-4C86-B631-64CD0F93C451}" type="slidenum">
              <a:rPr lang="fr-FR" smtClean="0"/>
              <a:t>29</a:t>
            </a:fld>
            <a:endParaRPr lang="fr-FR"/>
          </a:p>
        </p:txBody>
      </p:sp>
    </p:spTree>
    <p:extLst>
      <p:ext uri="{BB962C8B-B14F-4D97-AF65-F5344CB8AC3E}">
        <p14:creationId xmlns:p14="http://schemas.microsoft.com/office/powerpoint/2010/main" val="5327984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411114-4A92-AA04-8C8D-DB98B661AEDA}"/>
              </a:ext>
            </a:extLst>
          </p:cNvPr>
          <p:cNvSpPr>
            <a:spLocks noGrp="1"/>
          </p:cNvSpPr>
          <p:nvPr>
            <p:ph type="title"/>
          </p:nvPr>
        </p:nvSpPr>
        <p:spPr/>
        <p:txBody>
          <a:bodyPr/>
          <a:lstStyle/>
          <a:p>
            <a:r>
              <a:rPr lang="fr-FR" dirty="0" err="1"/>
              <a:t>Autoassociation</a:t>
            </a:r>
            <a:r>
              <a:rPr lang="fr-FR" dirty="0"/>
              <a:t> in CA3</a:t>
            </a:r>
          </a:p>
        </p:txBody>
      </p:sp>
      <p:pic>
        <p:nvPicPr>
          <p:cNvPr id="39" name="Espace réservé du contenu 38">
            <a:extLst>
              <a:ext uri="{FF2B5EF4-FFF2-40B4-BE49-F238E27FC236}">
                <a16:creationId xmlns:a16="http://schemas.microsoft.com/office/drawing/2014/main" id="{2A212674-1ED5-6900-0244-E2EE8FDFB606}"/>
              </a:ext>
            </a:extLst>
          </p:cNvPr>
          <p:cNvPicPr>
            <a:picLocks noGrp="1" noChangeAspect="1"/>
          </p:cNvPicPr>
          <p:nvPr>
            <p:ph sz="half" idx="1"/>
          </p:nvPr>
        </p:nvPicPr>
        <p:blipFill>
          <a:blip r:embed="rId3"/>
          <a:srcRect t="12769"/>
          <a:stretch/>
        </p:blipFill>
        <p:spPr>
          <a:xfrm>
            <a:off x="1181101" y="1774417"/>
            <a:ext cx="4215814" cy="4453753"/>
          </a:xfrm>
        </p:spPr>
      </p:pic>
      <mc:AlternateContent xmlns:mc="http://schemas.openxmlformats.org/markup-compatibility/2006" xmlns:a14="http://schemas.microsoft.com/office/drawing/2010/main">
        <mc:Choice Requires="a14">
          <p:sp>
            <p:nvSpPr>
              <p:cNvPr id="4" name="Espace réservé du contenu 3">
                <a:extLst>
                  <a:ext uri="{FF2B5EF4-FFF2-40B4-BE49-F238E27FC236}">
                    <a16:creationId xmlns:a16="http://schemas.microsoft.com/office/drawing/2014/main" id="{E652485B-1F09-C1AB-9AA1-105F6C6EA285}"/>
                  </a:ext>
                </a:extLst>
              </p:cNvPr>
              <p:cNvSpPr>
                <a:spLocks noGrp="1"/>
              </p:cNvSpPr>
              <p:nvPr>
                <p:ph sz="half" idx="2"/>
              </p:nvPr>
            </p:nvSpPr>
            <p:spPr/>
            <p:txBody>
              <a:bodyPr/>
              <a:lstStyle/>
              <a:p>
                <a:pPr marL="0" indent="0" algn="r">
                  <a:buNone/>
                </a:pPr>
                <a14:m>
                  <m:oMath xmlns:m="http://schemas.openxmlformats.org/officeDocument/2006/math">
                    <m:r>
                      <a:rPr lang="fr-FR" i="1" dirty="0" smtClean="0">
                        <a:latin typeface="Cambria Math" panose="02040503050406030204" pitchFamily="18" charset="0"/>
                      </a:rPr>
                      <m:t>680 </m:t>
                    </m:r>
                  </m:oMath>
                </a14:m>
                <a:r>
                  <a:rPr lang="fr-FR" dirty="0" err="1"/>
                  <a:t>neurons</a:t>
                </a:r>
                <a:endParaRPr lang="fr-FR" dirty="0"/>
              </a:p>
              <a:p>
                <a:pPr marL="0" indent="0">
                  <a:buNone/>
                </a:pPr>
                <a:endParaRPr lang="fr-FR" dirty="0"/>
              </a:p>
              <a:p>
                <a:pPr marL="0" indent="0">
                  <a:buNone/>
                </a:pPr>
                <a:endParaRPr lang="fr-FR" dirty="0"/>
              </a:p>
              <a:p>
                <a:pPr marL="0" indent="0">
                  <a:buNone/>
                </a:pPr>
                <a:endParaRPr lang="fr-FR" i="1" dirty="0">
                  <a:latin typeface="Cambria Math" panose="02040503050406030204" pitchFamily="18" charset="0"/>
                </a:endParaRPr>
              </a:p>
              <a:p>
                <a:pPr marL="0" indent="0">
                  <a:buNone/>
                </a:pPr>
                <a:endParaRPr lang="fr-FR" i="1" dirty="0">
                  <a:latin typeface="Cambria Math" panose="02040503050406030204" pitchFamily="18" charset="0"/>
                </a:endParaRPr>
              </a:p>
              <a:p>
                <a:pPr marL="0" indent="0">
                  <a:buNone/>
                </a:pPr>
                <a14:m>
                  <m:oMath xmlns:m="http://schemas.openxmlformats.org/officeDocument/2006/math">
                    <m:r>
                      <a:rPr lang="fr-FR" i="1" dirty="0" smtClean="0">
                        <a:latin typeface="Cambria Math" panose="02040503050406030204" pitchFamily="18" charset="0"/>
                      </a:rPr>
                      <m:t>6</m:t>
                    </m:r>
                    <m:r>
                      <a:rPr lang="fr-FR" b="0" i="1" dirty="0" smtClean="0">
                        <a:latin typeface="Cambria Math" panose="02040503050406030204" pitchFamily="18" charset="0"/>
                      </a:rPr>
                      <m:t>4 </m:t>
                    </m:r>
                  </m:oMath>
                </a14:m>
                <a:r>
                  <a:rPr lang="fr-FR" dirty="0"/>
                  <a:t>patterns are </a:t>
                </a:r>
                <a:r>
                  <a:rPr lang="fr-FR" dirty="0" err="1"/>
                  <a:t>stored</a:t>
                </a:r>
                <a:r>
                  <a:rPr lang="fr-FR" dirty="0"/>
                  <a:t> with the Hebb </a:t>
                </a:r>
                <a:r>
                  <a:rPr lang="fr-FR" dirty="0" err="1"/>
                  <a:t>rule</a:t>
                </a:r>
                <a:endParaRPr lang="fr-FR" dirty="0"/>
              </a:p>
            </p:txBody>
          </p:sp>
        </mc:Choice>
        <mc:Fallback xmlns="">
          <p:sp>
            <p:nvSpPr>
              <p:cNvPr id="4" name="Espace réservé du contenu 3">
                <a:extLst>
                  <a:ext uri="{FF2B5EF4-FFF2-40B4-BE49-F238E27FC236}">
                    <a16:creationId xmlns:a16="http://schemas.microsoft.com/office/drawing/2014/main" id="{E652485B-1F09-C1AB-9AA1-105F6C6EA285}"/>
                  </a:ext>
                </a:extLst>
              </p:cNvPr>
              <p:cNvSpPr>
                <a:spLocks noGrp="1" noRot="1" noChangeAspect="1" noMove="1" noResize="1" noEditPoints="1" noAdjustHandles="1" noChangeArrowheads="1" noChangeShapeType="1" noTextEdit="1"/>
              </p:cNvSpPr>
              <p:nvPr>
                <p:ph sz="half" idx="2"/>
              </p:nvPr>
            </p:nvSpPr>
            <p:spPr>
              <a:blipFill>
                <a:blip r:embed="rId4"/>
                <a:stretch>
                  <a:fillRect l="-2471" t="-2241" r="-2353"/>
                </a:stretch>
              </a:blipFill>
            </p:spPr>
            <p:txBody>
              <a:bodyPr/>
              <a:lstStyle/>
              <a:p>
                <a:r>
                  <a:rPr lang="fr-FR">
                    <a:noFill/>
                  </a:rPr>
                  <a:t> </a:t>
                </a:r>
              </a:p>
            </p:txBody>
          </p:sp>
        </mc:Fallback>
      </mc:AlternateContent>
      <p:pic>
        <p:nvPicPr>
          <p:cNvPr id="33" name="Picture 7">
            <a:extLst>
              <a:ext uri="{FF2B5EF4-FFF2-40B4-BE49-F238E27FC236}">
                <a16:creationId xmlns:a16="http://schemas.microsoft.com/office/drawing/2014/main" id="{FD22A0B0-DF3F-FD48-3B02-6B2ECE8DCD45}"/>
              </a:ext>
            </a:extLst>
          </p:cNvPr>
          <p:cNvPicPr>
            <a:picLocks noChangeAspect="1"/>
          </p:cNvPicPr>
          <p:nvPr/>
        </p:nvPicPr>
        <p:blipFill>
          <a:blip r:embed="rId5"/>
          <a:stretch>
            <a:fillRect/>
          </a:stretch>
        </p:blipFill>
        <p:spPr>
          <a:xfrm>
            <a:off x="6298497" y="1642295"/>
            <a:ext cx="1800476" cy="2057687"/>
          </a:xfrm>
          <a:prstGeom prst="rect">
            <a:avLst/>
          </a:prstGeom>
        </p:spPr>
      </p:pic>
      <mc:AlternateContent xmlns:mc="http://schemas.openxmlformats.org/markup-compatibility/2006" xmlns:a14="http://schemas.microsoft.com/office/drawing/2010/main">
        <mc:Choice Requires="a14">
          <p:sp>
            <p:nvSpPr>
              <p:cNvPr id="36" name="ZoneTexte 35">
                <a:extLst>
                  <a:ext uri="{FF2B5EF4-FFF2-40B4-BE49-F238E27FC236}">
                    <a16:creationId xmlns:a16="http://schemas.microsoft.com/office/drawing/2014/main" id="{E9C3E9E2-2653-2FE2-9F9A-5AA10EF5CABA}"/>
                  </a:ext>
                </a:extLst>
              </p:cNvPr>
              <p:cNvSpPr txBox="1"/>
              <p:nvPr/>
            </p:nvSpPr>
            <p:spPr>
              <a:xfrm>
                <a:off x="9406167" y="2918121"/>
                <a:ext cx="1508426" cy="668645"/>
              </a:xfrm>
              <a:prstGeom prst="rect">
                <a:avLst/>
              </a:prstGeom>
              <a:noFill/>
            </p:spPr>
            <p:txBody>
              <a:bodyPr wrap="none" rtlCol="0">
                <a:spAutoFit/>
              </a:bodyPr>
              <a:lstStyle/>
              <a:p>
                <a:pPr algn="ctr"/>
                <a:r>
                  <a:rPr lang="fr-FR" b="0" dirty="0">
                    <a:latin typeface="Cambria Math" panose="02040503050406030204" pitchFamily="18" charset="0"/>
                  </a:rPr>
                  <a:t>Hebb </a:t>
                </a:r>
                <a:r>
                  <a:rPr lang="fr-FR" b="0" dirty="0" err="1">
                    <a:latin typeface="Cambria Math" panose="02040503050406030204" pitchFamily="18" charset="0"/>
                  </a:rPr>
                  <a:t>rule</a:t>
                </a:r>
                <a:endParaRPr lang="fr-FR" b="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m:rPr>
                              <m:sty m:val="p"/>
                            </m:rPr>
                            <a:rPr lang="fr-FR" b="0" i="0" smtClean="0">
                              <a:latin typeface="Cambria Math" panose="02040503050406030204" pitchFamily="18" charset="0"/>
                            </a:rPr>
                            <m:t>Δ</m:t>
                          </m:r>
                          <m:r>
                            <a:rPr lang="fr-FR" b="0" i="1" smtClean="0">
                              <a:latin typeface="Cambria Math" panose="02040503050406030204" pitchFamily="18" charset="0"/>
                            </a:rPr>
                            <m:t>𝑤</m:t>
                          </m:r>
                        </m:e>
                        <m:sub>
                          <m:r>
                            <a:rPr lang="fr-FR" b="0" i="1" smtClean="0">
                              <a:latin typeface="Cambria Math" panose="02040503050406030204" pitchFamily="18" charset="0"/>
                            </a:rPr>
                            <m:t>𝑖𝑗</m:t>
                          </m:r>
                        </m:sub>
                      </m:sSub>
                      <m:r>
                        <a:rPr lang="fr-FR" b="0" i="1" smtClean="0">
                          <a:latin typeface="Cambria Math" panose="02040503050406030204" pitchFamily="18" charset="0"/>
                        </a:rPr>
                        <m:t>=</m:t>
                      </m:r>
                      <m:r>
                        <a:rPr lang="fr-FR" b="0" i="1" smtClean="0">
                          <a:latin typeface="Cambria Math" panose="02040503050406030204" pitchFamily="18" charset="0"/>
                        </a:rPr>
                        <m:t>𝜖</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𝑠</m:t>
                          </m:r>
                        </m:e>
                        <m:sub>
                          <m:r>
                            <a:rPr lang="fr-FR" b="0" i="1" smtClean="0">
                              <a:latin typeface="Cambria Math" panose="02040503050406030204" pitchFamily="18" charset="0"/>
                            </a:rPr>
                            <m:t>𝑖</m:t>
                          </m:r>
                        </m:sub>
                      </m:sSub>
                      <m:sSub>
                        <m:sSubPr>
                          <m:ctrlPr>
                            <a:rPr lang="fr-FR" b="0" i="1" smtClean="0">
                              <a:latin typeface="Cambria Math" panose="02040503050406030204" pitchFamily="18" charset="0"/>
                            </a:rPr>
                          </m:ctrlPr>
                        </m:sSubPr>
                        <m:e>
                          <m:r>
                            <a:rPr lang="fr-FR" b="0" i="1" smtClean="0">
                              <a:latin typeface="Cambria Math" panose="02040503050406030204" pitchFamily="18" charset="0"/>
                            </a:rPr>
                            <m:t>𝑠</m:t>
                          </m:r>
                        </m:e>
                        <m:sub>
                          <m:r>
                            <a:rPr lang="fr-FR" b="0" i="1" smtClean="0">
                              <a:latin typeface="Cambria Math" panose="02040503050406030204" pitchFamily="18" charset="0"/>
                            </a:rPr>
                            <m:t>𝑗</m:t>
                          </m:r>
                        </m:sub>
                      </m:sSub>
                    </m:oMath>
                  </m:oMathPara>
                </a14:m>
                <a:endParaRPr lang="fr-FR" dirty="0"/>
              </a:p>
            </p:txBody>
          </p:sp>
        </mc:Choice>
        <mc:Fallback xmlns="">
          <p:sp>
            <p:nvSpPr>
              <p:cNvPr id="36" name="ZoneTexte 35">
                <a:extLst>
                  <a:ext uri="{FF2B5EF4-FFF2-40B4-BE49-F238E27FC236}">
                    <a16:creationId xmlns:a16="http://schemas.microsoft.com/office/drawing/2014/main" id="{E9C3E9E2-2653-2FE2-9F9A-5AA10EF5CABA}"/>
                  </a:ext>
                </a:extLst>
              </p:cNvPr>
              <p:cNvSpPr txBox="1">
                <a:spLocks noRot="1" noChangeAspect="1" noMove="1" noResize="1" noEditPoints="1" noAdjustHandles="1" noChangeArrowheads="1" noChangeShapeType="1" noTextEdit="1"/>
              </p:cNvSpPr>
              <p:nvPr/>
            </p:nvSpPr>
            <p:spPr>
              <a:xfrm>
                <a:off x="9406167" y="2918121"/>
                <a:ext cx="1508426" cy="668645"/>
              </a:xfrm>
              <a:prstGeom prst="rect">
                <a:avLst/>
              </a:prstGeom>
              <a:blipFill>
                <a:blip r:embed="rId6"/>
                <a:stretch>
                  <a:fillRect t="-6422" b="-4587"/>
                </a:stretch>
              </a:blipFill>
            </p:spPr>
            <p:txBody>
              <a:bodyPr/>
              <a:lstStyle/>
              <a:p>
                <a:r>
                  <a:rPr lang="fr-FR">
                    <a:noFill/>
                  </a:rPr>
                  <a:t> </a:t>
                </a:r>
              </a:p>
            </p:txBody>
          </p:sp>
        </mc:Fallback>
      </mc:AlternateContent>
      <p:sp>
        <p:nvSpPr>
          <p:cNvPr id="37" name="Espace réservé du numéro de diapositive 36">
            <a:extLst>
              <a:ext uri="{FF2B5EF4-FFF2-40B4-BE49-F238E27FC236}">
                <a16:creationId xmlns:a16="http://schemas.microsoft.com/office/drawing/2014/main" id="{7C69429B-4B9C-3B1E-E53B-D75349CA2B27}"/>
              </a:ext>
            </a:extLst>
          </p:cNvPr>
          <p:cNvSpPr>
            <a:spLocks noGrp="1"/>
          </p:cNvSpPr>
          <p:nvPr>
            <p:ph type="sldNum" sz="quarter" idx="12"/>
          </p:nvPr>
        </p:nvSpPr>
        <p:spPr/>
        <p:txBody>
          <a:bodyPr/>
          <a:lstStyle/>
          <a:p>
            <a:fld id="{5149A38E-4A7C-4C86-B631-64CD0F93C451}" type="slidenum">
              <a:rPr lang="fr-FR" smtClean="0"/>
              <a:t>30</a:t>
            </a:fld>
            <a:endParaRPr lang="fr-FR"/>
          </a:p>
        </p:txBody>
      </p:sp>
      <p:pic>
        <p:nvPicPr>
          <p:cNvPr id="40" name="Image 39">
            <a:extLst>
              <a:ext uri="{FF2B5EF4-FFF2-40B4-BE49-F238E27FC236}">
                <a16:creationId xmlns:a16="http://schemas.microsoft.com/office/drawing/2014/main" id="{06651AD0-CE1A-2025-9FAB-921E4BB8AC82}"/>
              </a:ext>
            </a:extLst>
          </p:cNvPr>
          <p:cNvPicPr>
            <a:picLocks noChangeAspect="1"/>
          </p:cNvPicPr>
          <p:nvPr/>
        </p:nvPicPr>
        <p:blipFill>
          <a:blip r:embed="rId7"/>
          <a:srcRect b="62236"/>
          <a:stretch/>
        </p:blipFill>
        <p:spPr>
          <a:xfrm>
            <a:off x="6183689" y="5275179"/>
            <a:ext cx="5271291" cy="950931"/>
          </a:xfrm>
          <a:prstGeom prst="rect">
            <a:avLst/>
          </a:prstGeom>
        </p:spPr>
      </p:pic>
    </p:spTree>
    <p:extLst>
      <p:ext uri="{BB962C8B-B14F-4D97-AF65-F5344CB8AC3E}">
        <p14:creationId xmlns:p14="http://schemas.microsoft.com/office/powerpoint/2010/main" val="2880190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52190DC9-BB52-27E4-5416-D6AF8EF9620E}"/>
              </a:ext>
            </a:extLst>
          </p:cNvPr>
          <p:cNvSpPr>
            <a:spLocks noGrp="1"/>
          </p:cNvSpPr>
          <p:nvPr>
            <p:ph type="title"/>
          </p:nvPr>
        </p:nvSpPr>
        <p:spPr/>
        <p:txBody>
          <a:bodyPr/>
          <a:lstStyle/>
          <a:p>
            <a:r>
              <a:rPr lang="fr-FR" dirty="0" err="1"/>
              <a:t>Hopfield</a:t>
            </a:r>
            <a:r>
              <a:rPr lang="fr-FR" dirty="0"/>
              <a:t> networks</a:t>
            </a:r>
          </a:p>
        </p:txBody>
      </p:sp>
      <p:pic>
        <p:nvPicPr>
          <p:cNvPr id="8" name="Espace réservé du contenu 7">
            <a:extLst>
              <a:ext uri="{FF2B5EF4-FFF2-40B4-BE49-F238E27FC236}">
                <a16:creationId xmlns:a16="http://schemas.microsoft.com/office/drawing/2014/main" id="{5A6244AE-B23C-6DFB-D3D6-066EB859522F}"/>
              </a:ext>
            </a:extLst>
          </p:cNvPr>
          <p:cNvPicPr>
            <a:picLocks noGrp="1" noChangeAspect="1"/>
          </p:cNvPicPr>
          <p:nvPr>
            <p:ph idx="1"/>
          </p:nvPr>
        </p:nvPicPr>
        <p:blipFill>
          <a:blip r:embed="rId2"/>
          <a:stretch>
            <a:fillRect/>
          </a:stretch>
        </p:blipFill>
        <p:spPr>
          <a:xfrm>
            <a:off x="2839797" y="1825625"/>
            <a:ext cx="6512405" cy="4351338"/>
          </a:xfrm>
        </p:spPr>
      </p:pic>
      <p:sp>
        <p:nvSpPr>
          <p:cNvPr id="9" name="ZoneTexte 8">
            <a:extLst>
              <a:ext uri="{FF2B5EF4-FFF2-40B4-BE49-F238E27FC236}">
                <a16:creationId xmlns:a16="http://schemas.microsoft.com/office/drawing/2014/main" id="{9A2F16FC-6D89-B75C-3A26-D5BA3B88B5C6}"/>
              </a:ext>
            </a:extLst>
          </p:cNvPr>
          <p:cNvSpPr txBox="1"/>
          <p:nvPr/>
        </p:nvSpPr>
        <p:spPr>
          <a:xfrm>
            <a:off x="2839797" y="5899964"/>
            <a:ext cx="1446165" cy="276999"/>
          </a:xfrm>
          <a:prstGeom prst="rect">
            <a:avLst/>
          </a:prstGeom>
          <a:noFill/>
        </p:spPr>
        <p:txBody>
          <a:bodyPr wrap="none" rtlCol="0">
            <a:spAutoFit/>
          </a:bodyPr>
          <a:lstStyle/>
          <a:p>
            <a:r>
              <a:rPr lang="fr-FR" sz="1200" dirty="0"/>
              <a:t>From nobelprize.org</a:t>
            </a:r>
          </a:p>
        </p:txBody>
      </p:sp>
      <p:sp>
        <p:nvSpPr>
          <p:cNvPr id="2" name="Espace réservé du numéro de diapositive 1">
            <a:extLst>
              <a:ext uri="{FF2B5EF4-FFF2-40B4-BE49-F238E27FC236}">
                <a16:creationId xmlns:a16="http://schemas.microsoft.com/office/drawing/2014/main" id="{346AB84E-3FAB-6789-A9BB-0469F5EF2636}"/>
              </a:ext>
            </a:extLst>
          </p:cNvPr>
          <p:cNvSpPr>
            <a:spLocks noGrp="1"/>
          </p:cNvSpPr>
          <p:nvPr>
            <p:ph type="sldNum" sz="quarter" idx="12"/>
          </p:nvPr>
        </p:nvSpPr>
        <p:spPr/>
        <p:txBody>
          <a:bodyPr/>
          <a:lstStyle/>
          <a:p>
            <a:fld id="{5149A38E-4A7C-4C86-B631-64CD0F93C451}" type="slidenum">
              <a:rPr lang="fr-FR" smtClean="0"/>
              <a:t>31</a:t>
            </a:fld>
            <a:endParaRPr lang="fr-FR"/>
          </a:p>
        </p:txBody>
      </p:sp>
    </p:spTree>
    <p:extLst>
      <p:ext uri="{BB962C8B-B14F-4D97-AF65-F5344CB8AC3E}">
        <p14:creationId xmlns:p14="http://schemas.microsoft.com/office/powerpoint/2010/main" val="18213793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53EDA6E-44D6-8757-0D5D-53D077E42897}"/>
              </a:ext>
            </a:extLst>
          </p:cNvPr>
          <p:cNvSpPr>
            <a:spLocks noGrp="1"/>
          </p:cNvSpPr>
          <p:nvPr>
            <p:ph type="title"/>
          </p:nvPr>
        </p:nvSpPr>
        <p:spPr/>
        <p:txBody>
          <a:bodyPr/>
          <a:lstStyle/>
          <a:p>
            <a:r>
              <a:rPr lang="fr-FR" dirty="0" err="1"/>
              <a:t>Perturbing</a:t>
            </a:r>
            <a:r>
              <a:rPr lang="fr-FR" dirty="0"/>
              <a:t> an </a:t>
            </a:r>
            <a:r>
              <a:rPr lang="fr-FR" dirty="0" err="1"/>
              <a:t>attractor</a:t>
            </a:r>
            <a:r>
              <a:rPr lang="fr-FR" dirty="0"/>
              <a:t>…</a:t>
            </a:r>
          </a:p>
        </p:txBody>
      </p:sp>
      <p:pic>
        <p:nvPicPr>
          <p:cNvPr id="21" name="Espace réservé du contenu 20">
            <a:extLst>
              <a:ext uri="{FF2B5EF4-FFF2-40B4-BE49-F238E27FC236}">
                <a16:creationId xmlns:a16="http://schemas.microsoft.com/office/drawing/2014/main" id="{D1847A67-0BC2-7C53-0695-D7C75B26864E}"/>
              </a:ext>
            </a:extLst>
          </p:cNvPr>
          <p:cNvPicPr>
            <a:picLocks noGrp="1" noChangeAspect="1"/>
          </p:cNvPicPr>
          <p:nvPr>
            <p:ph sz="half" idx="2"/>
          </p:nvPr>
        </p:nvPicPr>
        <p:blipFill>
          <a:blip r:embed="rId2"/>
          <a:stretch>
            <a:fillRect/>
          </a:stretch>
        </p:blipFill>
        <p:spPr>
          <a:xfrm>
            <a:off x="6448023" y="1825625"/>
            <a:ext cx="4629954" cy="4351338"/>
          </a:xfrm>
        </p:spPr>
      </p:pic>
      <p:sp>
        <p:nvSpPr>
          <p:cNvPr id="4" name="Espace réservé du numéro de diapositive 3">
            <a:extLst>
              <a:ext uri="{FF2B5EF4-FFF2-40B4-BE49-F238E27FC236}">
                <a16:creationId xmlns:a16="http://schemas.microsoft.com/office/drawing/2014/main" id="{A37AFEF5-9EB1-01DC-C554-DB7852F5B8D6}"/>
              </a:ext>
            </a:extLst>
          </p:cNvPr>
          <p:cNvSpPr>
            <a:spLocks noGrp="1"/>
          </p:cNvSpPr>
          <p:nvPr>
            <p:ph type="sldNum" sz="quarter" idx="12"/>
          </p:nvPr>
        </p:nvSpPr>
        <p:spPr/>
        <p:txBody>
          <a:bodyPr/>
          <a:lstStyle/>
          <a:p>
            <a:fld id="{5149A38E-4A7C-4C86-B631-64CD0F93C451}" type="slidenum">
              <a:rPr lang="fr-FR" smtClean="0"/>
              <a:t>32</a:t>
            </a:fld>
            <a:endParaRPr lang="fr-FR"/>
          </a:p>
        </p:txBody>
      </p:sp>
      <p:pic>
        <p:nvPicPr>
          <p:cNvPr id="15" name="Image 14">
            <a:extLst>
              <a:ext uri="{FF2B5EF4-FFF2-40B4-BE49-F238E27FC236}">
                <a16:creationId xmlns:a16="http://schemas.microsoft.com/office/drawing/2014/main" id="{99EEBA02-91B5-544D-D273-17BCBC72B966}"/>
              </a:ext>
            </a:extLst>
          </p:cNvPr>
          <p:cNvPicPr>
            <a:picLocks noChangeAspect="1"/>
          </p:cNvPicPr>
          <p:nvPr/>
        </p:nvPicPr>
        <p:blipFill>
          <a:blip r:embed="rId3"/>
          <a:stretch>
            <a:fillRect/>
          </a:stretch>
        </p:blipFill>
        <p:spPr>
          <a:xfrm>
            <a:off x="838206" y="2318503"/>
            <a:ext cx="5010148" cy="1382352"/>
          </a:xfrm>
          <a:prstGeom prst="rect">
            <a:avLst/>
          </a:prstGeom>
        </p:spPr>
      </p:pic>
      <p:pic>
        <p:nvPicPr>
          <p:cNvPr id="17" name="Image 16">
            <a:extLst>
              <a:ext uri="{FF2B5EF4-FFF2-40B4-BE49-F238E27FC236}">
                <a16:creationId xmlns:a16="http://schemas.microsoft.com/office/drawing/2014/main" id="{42AB6946-A2AE-CE48-FF94-B333EB98509B}"/>
              </a:ext>
            </a:extLst>
          </p:cNvPr>
          <p:cNvPicPr>
            <a:picLocks noChangeAspect="1"/>
          </p:cNvPicPr>
          <p:nvPr/>
        </p:nvPicPr>
        <p:blipFill>
          <a:blip r:embed="rId4"/>
          <a:stretch>
            <a:fillRect/>
          </a:stretch>
        </p:blipFill>
        <p:spPr>
          <a:xfrm>
            <a:off x="838200" y="4328670"/>
            <a:ext cx="5010154" cy="1382353"/>
          </a:xfrm>
          <a:prstGeom prst="rect">
            <a:avLst/>
          </a:prstGeom>
        </p:spPr>
      </p:pic>
      <p:sp>
        <p:nvSpPr>
          <p:cNvPr id="18" name="Ellipse 17">
            <a:extLst>
              <a:ext uri="{FF2B5EF4-FFF2-40B4-BE49-F238E27FC236}">
                <a16:creationId xmlns:a16="http://schemas.microsoft.com/office/drawing/2014/main" id="{BF160283-E892-BAF2-23FB-47AC68A87E87}"/>
              </a:ext>
            </a:extLst>
          </p:cNvPr>
          <p:cNvSpPr/>
          <p:nvPr/>
        </p:nvSpPr>
        <p:spPr>
          <a:xfrm>
            <a:off x="838200" y="2381692"/>
            <a:ext cx="147638" cy="147638"/>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Étoile : 5 branches 1">
            <a:extLst>
              <a:ext uri="{FF2B5EF4-FFF2-40B4-BE49-F238E27FC236}">
                <a16:creationId xmlns:a16="http://schemas.microsoft.com/office/drawing/2014/main" id="{4C15D436-E314-6198-5262-B67D98D45459}"/>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139193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53EDA6E-44D6-8757-0D5D-53D077E42897}"/>
              </a:ext>
            </a:extLst>
          </p:cNvPr>
          <p:cNvSpPr>
            <a:spLocks noGrp="1"/>
          </p:cNvSpPr>
          <p:nvPr>
            <p:ph type="title"/>
          </p:nvPr>
        </p:nvSpPr>
        <p:spPr/>
        <p:txBody>
          <a:bodyPr/>
          <a:lstStyle/>
          <a:p>
            <a:r>
              <a:rPr lang="fr-FR" dirty="0" err="1"/>
              <a:t>Until</a:t>
            </a:r>
            <a:r>
              <a:rPr lang="fr-FR" dirty="0"/>
              <a:t> </a:t>
            </a:r>
            <a:r>
              <a:rPr lang="fr-FR" dirty="0" err="1"/>
              <a:t>it</a:t>
            </a:r>
            <a:r>
              <a:rPr lang="fr-FR" dirty="0"/>
              <a:t> </a:t>
            </a:r>
            <a:r>
              <a:rPr lang="fr-FR" dirty="0" err="1"/>
              <a:t>cannot</a:t>
            </a:r>
            <a:r>
              <a:rPr lang="fr-FR" dirty="0"/>
              <a:t> </a:t>
            </a:r>
            <a:r>
              <a:rPr lang="fr-FR" dirty="0" err="1"/>
              <a:t>be</a:t>
            </a:r>
            <a:r>
              <a:rPr lang="fr-FR" dirty="0"/>
              <a:t> </a:t>
            </a:r>
            <a:r>
              <a:rPr lang="fr-FR" dirty="0" err="1"/>
              <a:t>recalled</a:t>
            </a:r>
            <a:r>
              <a:rPr lang="fr-FR" dirty="0"/>
              <a:t> </a:t>
            </a:r>
            <a:r>
              <a:rPr lang="fr-FR" dirty="0" err="1"/>
              <a:t>anymore</a:t>
            </a:r>
            <a:endParaRPr lang="fr-FR" dirty="0"/>
          </a:p>
        </p:txBody>
      </p:sp>
      <p:sp>
        <p:nvSpPr>
          <p:cNvPr id="4" name="Espace réservé du numéro de diapositive 3">
            <a:extLst>
              <a:ext uri="{FF2B5EF4-FFF2-40B4-BE49-F238E27FC236}">
                <a16:creationId xmlns:a16="http://schemas.microsoft.com/office/drawing/2014/main" id="{A37AFEF5-9EB1-01DC-C554-DB7852F5B8D6}"/>
              </a:ext>
            </a:extLst>
          </p:cNvPr>
          <p:cNvSpPr>
            <a:spLocks noGrp="1"/>
          </p:cNvSpPr>
          <p:nvPr>
            <p:ph type="sldNum" sz="quarter" idx="12"/>
          </p:nvPr>
        </p:nvSpPr>
        <p:spPr/>
        <p:txBody>
          <a:bodyPr/>
          <a:lstStyle/>
          <a:p>
            <a:fld id="{5149A38E-4A7C-4C86-B631-64CD0F93C451}" type="slidenum">
              <a:rPr lang="fr-FR" smtClean="0"/>
              <a:t>33</a:t>
            </a:fld>
            <a:endParaRPr lang="fr-FR"/>
          </a:p>
        </p:txBody>
      </p:sp>
      <p:pic>
        <p:nvPicPr>
          <p:cNvPr id="24" name="Espace réservé du contenu 23">
            <a:extLst>
              <a:ext uri="{FF2B5EF4-FFF2-40B4-BE49-F238E27FC236}">
                <a16:creationId xmlns:a16="http://schemas.microsoft.com/office/drawing/2014/main" id="{E97E15B3-72C1-A6D9-FF3B-C97259920DA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66845" y="1825625"/>
            <a:ext cx="4392310" cy="4351338"/>
          </a:xfrm>
        </p:spPr>
      </p:pic>
      <p:pic>
        <p:nvPicPr>
          <p:cNvPr id="14" name="Image 13">
            <a:extLst>
              <a:ext uri="{FF2B5EF4-FFF2-40B4-BE49-F238E27FC236}">
                <a16:creationId xmlns:a16="http://schemas.microsoft.com/office/drawing/2014/main" id="{FADAA67E-A169-4C1B-D9CE-00A57A394806}"/>
              </a:ext>
            </a:extLst>
          </p:cNvPr>
          <p:cNvPicPr>
            <a:picLocks noChangeAspect="1"/>
          </p:cNvPicPr>
          <p:nvPr/>
        </p:nvPicPr>
        <p:blipFill>
          <a:blip r:embed="rId3"/>
          <a:stretch>
            <a:fillRect/>
          </a:stretch>
        </p:blipFill>
        <p:spPr>
          <a:xfrm>
            <a:off x="838200" y="4705239"/>
            <a:ext cx="4804327" cy="1325563"/>
          </a:xfrm>
          <a:prstGeom prst="rect">
            <a:avLst/>
          </a:prstGeom>
        </p:spPr>
      </p:pic>
      <p:pic>
        <p:nvPicPr>
          <p:cNvPr id="19" name="Image 18">
            <a:extLst>
              <a:ext uri="{FF2B5EF4-FFF2-40B4-BE49-F238E27FC236}">
                <a16:creationId xmlns:a16="http://schemas.microsoft.com/office/drawing/2014/main" id="{BDA117CF-CBFE-0B8A-AE24-EA7534D18D92}"/>
              </a:ext>
            </a:extLst>
          </p:cNvPr>
          <p:cNvPicPr>
            <a:picLocks noChangeAspect="1"/>
          </p:cNvPicPr>
          <p:nvPr/>
        </p:nvPicPr>
        <p:blipFill>
          <a:blip r:embed="rId4"/>
          <a:stretch>
            <a:fillRect/>
          </a:stretch>
        </p:blipFill>
        <p:spPr>
          <a:xfrm>
            <a:off x="842135" y="1772158"/>
            <a:ext cx="4834765" cy="1333962"/>
          </a:xfrm>
          <a:prstGeom prst="rect">
            <a:avLst/>
          </a:prstGeom>
        </p:spPr>
      </p:pic>
      <p:pic>
        <p:nvPicPr>
          <p:cNvPr id="22" name="Image 21">
            <a:extLst>
              <a:ext uri="{FF2B5EF4-FFF2-40B4-BE49-F238E27FC236}">
                <a16:creationId xmlns:a16="http://schemas.microsoft.com/office/drawing/2014/main" id="{133EC8A8-CF3F-DCFD-0E47-26462640315B}"/>
              </a:ext>
            </a:extLst>
          </p:cNvPr>
          <p:cNvPicPr>
            <a:picLocks noChangeAspect="1"/>
          </p:cNvPicPr>
          <p:nvPr/>
        </p:nvPicPr>
        <p:blipFill>
          <a:blip r:embed="rId5"/>
          <a:stretch>
            <a:fillRect/>
          </a:stretch>
        </p:blipFill>
        <p:spPr>
          <a:xfrm>
            <a:off x="822875" y="3187590"/>
            <a:ext cx="4879519" cy="1346310"/>
          </a:xfrm>
          <a:prstGeom prst="rect">
            <a:avLst/>
          </a:prstGeom>
        </p:spPr>
      </p:pic>
      <p:sp>
        <p:nvSpPr>
          <p:cNvPr id="2" name="Étoile : 5 branches 1">
            <a:extLst>
              <a:ext uri="{FF2B5EF4-FFF2-40B4-BE49-F238E27FC236}">
                <a16:creationId xmlns:a16="http://schemas.microsoft.com/office/drawing/2014/main" id="{154ADDFF-0E12-E0C4-166F-4D26190DCD22}"/>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83504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53EDA6E-44D6-8757-0D5D-53D077E42897}"/>
              </a:ext>
            </a:extLst>
          </p:cNvPr>
          <p:cNvSpPr>
            <a:spLocks noGrp="1"/>
          </p:cNvSpPr>
          <p:nvPr>
            <p:ph type="title"/>
          </p:nvPr>
        </p:nvSpPr>
        <p:spPr/>
        <p:txBody>
          <a:bodyPr/>
          <a:lstStyle/>
          <a:p>
            <a:r>
              <a:rPr lang="fr-FR" dirty="0" err="1"/>
              <a:t>Until</a:t>
            </a:r>
            <a:r>
              <a:rPr lang="fr-FR" dirty="0"/>
              <a:t> </a:t>
            </a:r>
            <a:r>
              <a:rPr lang="fr-FR" dirty="0" err="1"/>
              <a:t>it</a:t>
            </a:r>
            <a:r>
              <a:rPr lang="fr-FR" dirty="0"/>
              <a:t> </a:t>
            </a:r>
            <a:r>
              <a:rPr lang="fr-FR" dirty="0" err="1"/>
              <a:t>cannot</a:t>
            </a:r>
            <a:r>
              <a:rPr lang="fr-FR" dirty="0"/>
              <a:t> </a:t>
            </a:r>
            <a:r>
              <a:rPr lang="fr-FR" dirty="0" err="1"/>
              <a:t>be</a:t>
            </a:r>
            <a:r>
              <a:rPr lang="fr-FR" dirty="0"/>
              <a:t> </a:t>
            </a:r>
            <a:r>
              <a:rPr lang="fr-FR" dirty="0" err="1"/>
              <a:t>recalled</a:t>
            </a:r>
            <a:r>
              <a:rPr lang="fr-FR" dirty="0"/>
              <a:t> </a:t>
            </a:r>
            <a:r>
              <a:rPr lang="fr-FR" dirty="0" err="1"/>
              <a:t>anymore</a:t>
            </a:r>
            <a:endParaRPr lang="fr-FR" dirty="0"/>
          </a:p>
        </p:txBody>
      </p:sp>
      <p:pic>
        <p:nvPicPr>
          <p:cNvPr id="24" name="Espace réservé du contenu 23">
            <a:extLst>
              <a:ext uri="{FF2B5EF4-FFF2-40B4-BE49-F238E27FC236}">
                <a16:creationId xmlns:a16="http://schemas.microsoft.com/office/drawing/2014/main" id="{E97E15B3-72C1-A6D9-FF3B-C97259920DA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566845" y="1825625"/>
            <a:ext cx="4392310" cy="4351338"/>
          </a:xfrm>
        </p:spPr>
      </p:pic>
      <p:sp>
        <p:nvSpPr>
          <p:cNvPr id="4" name="Espace réservé du numéro de diapositive 3">
            <a:extLst>
              <a:ext uri="{FF2B5EF4-FFF2-40B4-BE49-F238E27FC236}">
                <a16:creationId xmlns:a16="http://schemas.microsoft.com/office/drawing/2014/main" id="{A37AFEF5-9EB1-01DC-C554-DB7852F5B8D6}"/>
              </a:ext>
            </a:extLst>
          </p:cNvPr>
          <p:cNvSpPr>
            <a:spLocks noGrp="1"/>
          </p:cNvSpPr>
          <p:nvPr>
            <p:ph type="sldNum" sz="quarter" idx="12"/>
          </p:nvPr>
        </p:nvSpPr>
        <p:spPr/>
        <p:txBody>
          <a:bodyPr/>
          <a:lstStyle/>
          <a:p>
            <a:fld id="{5149A38E-4A7C-4C86-B631-64CD0F93C451}" type="slidenum">
              <a:rPr lang="fr-FR" smtClean="0"/>
              <a:t>34</a:t>
            </a:fld>
            <a:endParaRPr lang="fr-FR"/>
          </a:p>
        </p:txBody>
      </p:sp>
      <p:pic>
        <p:nvPicPr>
          <p:cNvPr id="2" name="Espace réservé du contenu 1">
            <a:extLst>
              <a:ext uri="{FF2B5EF4-FFF2-40B4-BE49-F238E27FC236}">
                <a16:creationId xmlns:a16="http://schemas.microsoft.com/office/drawing/2014/main" id="{A100F69C-7D04-D608-AF75-B0B2084A4B5D}"/>
              </a:ext>
            </a:extLst>
          </p:cNvPr>
          <p:cNvPicPr>
            <a:picLocks noGrp="1" noChangeAspect="1"/>
          </p:cNvPicPr>
          <p:nvPr>
            <p:ph sz="half" idx="1"/>
          </p:nvPr>
        </p:nvPicPr>
        <p:blipFill>
          <a:blip r:embed="rId3"/>
          <a:stretch>
            <a:fillRect/>
          </a:stretch>
        </p:blipFill>
        <p:spPr>
          <a:xfrm>
            <a:off x="838200" y="2190249"/>
            <a:ext cx="5181600" cy="3622089"/>
          </a:xfrm>
          <a:prstGeom prst="rect">
            <a:avLst/>
          </a:prstGeom>
        </p:spPr>
      </p:pic>
      <p:sp>
        <p:nvSpPr>
          <p:cNvPr id="3" name="Étoile : 5 branches 2">
            <a:extLst>
              <a:ext uri="{FF2B5EF4-FFF2-40B4-BE49-F238E27FC236}">
                <a16:creationId xmlns:a16="http://schemas.microsoft.com/office/drawing/2014/main" id="{B17E4C80-3F28-DA08-60E3-6B28D330EECB}"/>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4432352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Image 43">
            <a:extLst>
              <a:ext uri="{FF2B5EF4-FFF2-40B4-BE49-F238E27FC236}">
                <a16:creationId xmlns:a16="http://schemas.microsoft.com/office/drawing/2014/main" id="{9CEA228C-595D-0EBE-0D80-3F6060E4C870}"/>
              </a:ext>
            </a:extLst>
          </p:cNvPr>
          <p:cNvPicPr>
            <a:picLocks noChangeAspect="1"/>
          </p:cNvPicPr>
          <p:nvPr/>
        </p:nvPicPr>
        <p:blipFill>
          <a:blip r:embed="rId3"/>
          <a:srcRect t="52105"/>
          <a:stretch/>
        </p:blipFill>
        <p:spPr>
          <a:xfrm>
            <a:off x="6274843" y="5069042"/>
            <a:ext cx="4703617" cy="1076171"/>
          </a:xfrm>
          <a:prstGeom prst="rect">
            <a:avLst/>
          </a:prstGeom>
        </p:spPr>
      </p:pic>
      <p:sp>
        <p:nvSpPr>
          <p:cNvPr id="2" name="Titre 1">
            <a:extLst>
              <a:ext uri="{FF2B5EF4-FFF2-40B4-BE49-F238E27FC236}">
                <a16:creationId xmlns:a16="http://schemas.microsoft.com/office/drawing/2014/main" id="{23882783-1E89-4F95-4348-4DEBD3954D11}"/>
              </a:ext>
            </a:extLst>
          </p:cNvPr>
          <p:cNvSpPr>
            <a:spLocks noGrp="1"/>
          </p:cNvSpPr>
          <p:nvPr>
            <p:ph type="title"/>
          </p:nvPr>
        </p:nvSpPr>
        <p:spPr/>
        <p:txBody>
          <a:bodyPr/>
          <a:lstStyle/>
          <a:p>
            <a:r>
              <a:rPr lang="fr-FR" dirty="0" err="1"/>
              <a:t>Heteroassociation</a:t>
            </a:r>
            <a:r>
              <a:rPr lang="fr-FR" dirty="0"/>
              <a:t> in EC-CA3</a:t>
            </a:r>
          </a:p>
        </p:txBody>
      </p:sp>
      <p:sp>
        <p:nvSpPr>
          <p:cNvPr id="3" name="Espace réservé du contenu 2">
            <a:extLst>
              <a:ext uri="{FF2B5EF4-FFF2-40B4-BE49-F238E27FC236}">
                <a16:creationId xmlns:a16="http://schemas.microsoft.com/office/drawing/2014/main" id="{7FD41E05-56A6-458B-29DC-891B8C481A9E}"/>
              </a:ext>
            </a:extLst>
          </p:cNvPr>
          <p:cNvSpPr>
            <a:spLocks noGrp="1"/>
          </p:cNvSpPr>
          <p:nvPr>
            <p:ph sz="half" idx="1"/>
          </p:nvPr>
        </p:nvSpPr>
        <p:spPr/>
        <p:txBody>
          <a:bodyPr/>
          <a:lstStyle/>
          <a:p>
            <a:pPr marL="0" indent="0">
              <a:buNone/>
            </a:pPr>
            <a:endParaRPr lang="fr-FR" dirty="0"/>
          </a:p>
        </p:txBody>
      </p:sp>
      <p:grpSp>
        <p:nvGrpSpPr>
          <p:cNvPr id="5" name="Groupe 4">
            <a:extLst>
              <a:ext uri="{FF2B5EF4-FFF2-40B4-BE49-F238E27FC236}">
                <a16:creationId xmlns:a16="http://schemas.microsoft.com/office/drawing/2014/main" id="{5B734918-A671-3466-B94F-0A1BEEFD52DF}"/>
              </a:ext>
            </a:extLst>
          </p:cNvPr>
          <p:cNvGrpSpPr/>
          <p:nvPr/>
        </p:nvGrpSpPr>
        <p:grpSpPr>
          <a:xfrm>
            <a:off x="2380983" y="2208090"/>
            <a:ext cx="3374118" cy="3618927"/>
            <a:chOff x="2380983" y="2208090"/>
            <a:chExt cx="3374118" cy="3618927"/>
          </a:xfrm>
        </p:grpSpPr>
        <p:grpSp>
          <p:nvGrpSpPr>
            <p:cNvPr id="6" name="Groupe 5">
              <a:extLst>
                <a:ext uri="{FF2B5EF4-FFF2-40B4-BE49-F238E27FC236}">
                  <a16:creationId xmlns:a16="http://schemas.microsoft.com/office/drawing/2014/main" id="{7513BF89-4B67-9AB9-A3CF-71DE045693EB}"/>
                </a:ext>
              </a:extLst>
            </p:cNvPr>
            <p:cNvGrpSpPr/>
            <p:nvPr/>
          </p:nvGrpSpPr>
          <p:grpSpPr>
            <a:xfrm>
              <a:off x="2380983" y="2208090"/>
              <a:ext cx="2017735" cy="3588782"/>
              <a:chOff x="8748102" y="2384769"/>
              <a:chExt cx="2017735" cy="3588782"/>
            </a:xfrm>
          </p:grpSpPr>
          <p:grpSp>
            <p:nvGrpSpPr>
              <p:cNvPr id="12" name="Groupe 11">
                <a:extLst>
                  <a:ext uri="{FF2B5EF4-FFF2-40B4-BE49-F238E27FC236}">
                    <a16:creationId xmlns:a16="http://schemas.microsoft.com/office/drawing/2014/main" id="{7FAD5FA0-5A70-A7BC-BE78-B4D7163A3608}"/>
                  </a:ext>
                </a:extLst>
              </p:cNvPr>
              <p:cNvGrpSpPr/>
              <p:nvPr/>
            </p:nvGrpSpPr>
            <p:grpSpPr>
              <a:xfrm>
                <a:off x="8748102" y="2384769"/>
                <a:ext cx="2017735" cy="3588782"/>
                <a:chOff x="2943959" y="2266950"/>
                <a:chExt cx="2017735" cy="3588782"/>
              </a:xfrm>
            </p:grpSpPr>
            <p:grpSp>
              <p:nvGrpSpPr>
                <p:cNvPr id="14" name="Groupe 13">
                  <a:extLst>
                    <a:ext uri="{FF2B5EF4-FFF2-40B4-BE49-F238E27FC236}">
                      <a16:creationId xmlns:a16="http://schemas.microsoft.com/office/drawing/2014/main" id="{54141FF2-5AD8-03E3-E807-D720D365346D}"/>
                    </a:ext>
                  </a:extLst>
                </p:cNvPr>
                <p:cNvGrpSpPr/>
                <p:nvPr/>
              </p:nvGrpSpPr>
              <p:grpSpPr>
                <a:xfrm>
                  <a:off x="2943959" y="2426625"/>
                  <a:ext cx="2017735" cy="3429107"/>
                  <a:chOff x="2943959" y="2426625"/>
                  <a:chExt cx="2017735" cy="3429107"/>
                </a:xfrm>
              </p:grpSpPr>
              <p:sp>
                <p:nvSpPr>
                  <p:cNvPr id="17" name="ZoneTexte 16">
                    <a:extLst>
                      <a:ext uri="{FF2B5EF4-FFF2-40B4-BE49-F238E27FC236}">
                        <a16:creationId xmlns:a16="http://schemas.microsoft.com/office/drawing/2014/main" id="{AD21C734-57A4-BC8A-049E-7B0CD9282388}"/>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18" name="ZoneTexte 17">
                    <a:extLst>
                      <a:ext uri="{FF2B5EF4-FFF2-40B4-BE49-F238E27FC236}">
                        <a16:creationId xmlns:a16="http://schemas.microsoft.com/office/drawing/2014/main" id="{8734E020-6A35-36D6-201F-056EBF4A3049}"/>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19" name="ZoneTexte 18">
                    <a:extLst>
                      <a:ext uri="{FF2B5EF4-FFF2-40B4-BE49-F238E27FC236}">
                        <a16:creationId xmlns:a16="http://schemas.microsoft.com/office/drawing/2014/main" id="{2A2B3DF0-B5E4-9A17-2FE5-1A9B32DA75F7}"/>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20" name="ZoneTexte 19">
                    <a:extLst>
                      <a:ext uri="{FF2B5EF4-FFF2-40B4-BE49-F238E27FC236}">
                        <a16:creationId xmlns:a16="http://schemas.microsoft.com/office/drawing/2014/main" id="{D1D17968-9703-1DEC-F047-47EF4A6E8E3B}"/>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21" name="ZoneTexte 20">
                    <a:extLst>
                      <a:ext uri="{FF2B5EF4-FFF2-40B4-BE49-F238E27FC236}">
                        <a16:creationId xmlns:a16="http://schemas.microsoft.com/office/drawing/2014/main" id="{DBF87917-4B3A-E3E3-0C7A-DE27AA80C479}"/>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22" name="ZoneTexte 21">
                    <a:extLst>
                      <a:ext uri="{FF2B5EF4-FFF2-40B4-BE49-F238E27FC236}">
                        <a16:creationId xmlns:a16="http://schemas.microsoft.com/office/drawing/2014/main" id="{8AB9B08A-EB61-D44A-36E9-3ECA58179F98}"/>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23" name="Connecteur droit avec flèche 22">
                    <a:extLst>
                      <a:ext uri="{FF2B5EF4-FFF2-40B4-BE49-F238E27FC236}">
                        <a16:creationId xmlns:a16="http://schemas.microsoft.com/office/drawing/2014/main" id="{26DB472F-D91C-51A9-5B19-D2F4D1DA73F5}"/>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3F8F5915-6075-7D70-C9C8-963B715B585A}"/>
                      </a:ext>
                    </a:extLst>
                  </p:cNvPr>
                  <p:cNvCxnSpPr>
                    <a:cxnSpLocks/>
                    <a:endCxn id="17"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5" name="Connecteur droit avec flèche 24">
                    <a:extLst>
                      <a:ext uri="{FF2B5EF4-FFF2-40B4-BE49-F238E27FC236}">
                        <a16:creationId xmlns:a16="http://schemas.microsoft.com/office/drawing/2014/main" id="{11AADA2A-2A6C-136A-80A3-A85B70367CFE}"/>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C8E28751-0F3F-0645-6DAA-6C679C865A20}"/>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DD33A741-FC57-437B-B982-0D1ECA725CF0}"/>
                      </a:ext>
                    </a:extLst>
                  </p:cNvPr>
                  <p:cNvCxnSpPr>
                    <a:cxnSpLocks/>
                    <a:stCxn id="19" idx="1"/>
                    <a:endCxn id="20"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8FA68745-F07E-FECE-ECD0-5F28A385E991}"/>
                      </a:ext>
                    </a:extLst>
                  </p:cNvPr>
                  <p:cNvCxnSpPr>
                    <a:cxnSpLocks/>
                    <a:stCxn id="20" idx="0"/>
                    <a:endCxn id="21"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37A30663-3CAC-691E-ECB2-17CA5A2CBD86}"/>
                      </a:ext>
                    </a:extLst>
                  </p:cNvPr>
                  <p:cNvCxnSpPr>
                    <a:cxnSpLocks/>
                    <a:stCxn id="21" idx="3"/>
                    <a:endCxn id="22"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F4024670-8953-05F2-3794-89A0E350EA65}"/>
                      </a:ext>
                    </a:extLst>
                  </p:cNvPr>
                  <p:cNvCxnSpPr>
                    <a:cxnSpLocks/>
                    <a:stCxn id="22" idx="2"/>
                    <a:endCxn id="19"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0E000B4E-2347-A347-0EC1-032D244AE4EE}"/>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15" name="Connecteur droit 14">
                  <a:extLst>
                    <a:ext uri="{FF2B5EF4-FFF2-40B4-BE49-F238E27FC236}">
                      <a16:creationId xmlns:a16="http://schemas.microsoft.com/office/drawing/2014/main" id="{C307D885-8701-5F51-CD71-04D600C94C86}"/>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Connecteur : en angle 15">
                  <a:extLst>
                    <a:ext uri="{FF2B5EF4-FFF2-40B4-BE49-F238E27FC236}">
                      <a16:creationId xmlns:a16="http://schemas.microsoft.com/office/drawing/2014/main" id="{E8D260AE-BB74-3ADD-0B12-603F76276C91}"/>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13" name="Connecteur droit avec flèche 12">
                <a:extLst>
                  <a:ext uri="{FF2B5EF4-FFF2-40B4-BE49-F238E27FC236}">
                    <a16:creationId xmlns:a16="http://schemas.microsoft.com/office/drawing/2014/main" id="{9058EF4C-6987-7460-63D7-DAF9C3B78096}"/>
                  </a:ext>
                </a:extLst>
              </p:cNvPr>
              <p:cNvCxnSpPr>
                <a:cxnSpLocks/>
                <a:stCxn id="19" idx="0"/>
                <a:endCxn id="21"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7" name="Connecteur droit 6">
              <a:extLst>
                <a:ext uri="{FF2B5EF4-FFF2-40B4-BE49-F238E27FC236}">
                  <a16:creationId xmlns:a16="http://schemas.microsoft.com/office/drawing/2014/main" id="{AEC2B1CD-4E00-4248-FCB4-8C1311CA211D}"/>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9F4B5829-F728-9C5F-C2F6-B3639AE60EDB}"/>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9" name="Connecteur droit 8">
              <a:extLst>
                <a:ext uri="{FF2B5EF4-FFF2-40B4-BE49-F238E27FC236}">
                  <a16:creationId xmlns:a16="http://schemas.microsoft.com/office/drawing/2014/main" id="{0C382BEF-5730-C414-8A92-E9686043C008}"/>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E7982B58-FA03-A3FB-E37F-08236BF3DA9E}"/>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1" name="Connecteur droit 10">
              <a:extLst>
                <a:ext uri="{FF2B5EF4-FFF2-40B4-BE49-F238E27FC236}">
                  <a16:creationId xmlns:a16="http://schemas.microsoft.com/office/drawing/2014/main" id="{62EF85EC-DFC2-A9D4-1947-E5D1C00402F7}"/>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A29E662C-F423-DC12-10F9-72A4AD660DB9}"/>
              </a:ext>
            </a:extLst>
          </p:cNvPr>
          <p:cNvSpPr/>
          <p:nvPr/>
        </p:nvSpPr>
        <p:spPr>
          <a:xfrm>
            <a:off x="2851301" y="2366781"/>
            <a:ext cx="1073542" cy="204910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Espace réservé du contenu 34">
            <a:extLst>
              <a:ext uri="{FF2B5EF4-FFF2-40B4-BE49-F238E27FC236}">
                <a16:creationId xmlns:a16="http://schemas.microsoft.com/office/drawing/2014/main" id="{98981935-86E4-7D05-8772-5FCBAD83822E}"/>
              </a:ext>
            </a:extLst>
          </p:cNvPr>
          <p:cNvSpPr>
            <a:spLocks noGrp="1"/>
          </p:cNvSpPr>
          <p:nvPr>
            <p:ph sz="half" idx="2"/>
          </p:nvPr>
        </p:nvSpPr>
        <p:spPr/>
        <p:txBody>
          <a:bodyPr/>
          <a:lstStyle/>
          <a:p>
            <a:endParaRPr lang="fr-FR" dirty="0"/>
          </a:p>
        </p:txBody>
      </p:sp>
      <p:sp>
        <p:nvSpPr>
          <p:cNvPr id="37" name="ZoneTexte 36">
            <a:extLst>
              <a:ext uri="{FF2B5EF4-FFF2-40B4-BE49-F238E27FC236}">
                <a16:creationId xmlns:a16="http://schemas.microsoft.com/office/drawing/2014/main" id="{CBED8476-2CC6-538E-221E-FEE2FF1B31AA}"/>
              </a:ext>
            </a:extLst>
          </p:cNvPr>
          <p:cNvSpPr txBox="1"/>
          <p:nvPr/>
        </p:nvSpPr>
        <p:spPr>
          <a:xfrm>
            <a:off x="11067760" y="5410532"/>
            <a:ext cx="572080" cy="369332"/>
          </a:xfrm>
          <a:prstGeom prst="rect">
            <a:avLst/>
          </a:prstGeom>
          <a:noFill/>
        </p:spPr>
        <p:txBody>
          <a:bodyPr wrap="none" rtlCol="0">
            <a:spAutoFit/>
          </a:bodyPr>
          <a:lstStyle/>
          <a:p>
            <a:r>
              <a:rPr lang="fr-FR" dirty="0"/>
              <a:t>LGN</a:t>
            </a:r>
          </a:p>
        </p:txBody>
      </p:sp>
      <p:sp>
        <p:nvSpPr>
          <p:cNvPr id="38" name="ZoneTexte 37">
            <a:extLst>
              <a:ext uri="{FF2B5EF4-FFF2-40B4-BE49-F238E27FC236}">
                <a16:creationId xmlns:a16="http://schemas.microsoft.com/office/drawing/2014/main" id="{896A79F4-B6D6-026C-3695-A699DAF9A6A7}"/>
              </a:ext>
            </a:extLst>
          </p:cNvPr>
          <p:cNvSpPr txBox="1"/>
          <p:nvPr/>
        </p:nvSpPr>
        <p:spPr>
          <a:xfrm>
            <a:off x="11074717" y="2208090"/>
            <a:ext cx="558166" cy="369332"/>
          </a:xfrm>
          <a:prstGeom prst="rect">
            <a:avLst/>
          </a:prstGeom>
          <a:noFill/>
        </p:spPr>
        <p:txBody>
          <a:bodyPr wrap="none" rtlCol="0">
            <a:spAutoFit/>
          </a:bodyPr>
          <a:lstStyle/>
          <a:p>
            <a:r>
              <a:rPr lang="fr-FR" dirty="0"/>
              <a:t>CA3</a:t>
            </a:r>
          </a:p>
        </p:txBody>
      </p:sp>
      <p:sp>
        <p:nvSpPr>
          <p:cNvPr id="33" name="ZoneTexte 32">
            <a:extLst>
              <a:ext uri="{FF2B5EF4-FFF2-40B4-BE49-F238E27FC236}">
                <a16:creationId xmlns:a16="http://schemas.microsoft.com/office/drawing/2014/main" id="{97B26E4D-759A-90B0-CD5A-E7FEB26E6184}"/>
              </a:ext>
            </a:extLst>
          </p:cNvPr>
          <p:cNvSpPr txBox="1"/>
          <p:nvPr/>
        </p:nvSpPr>
        <p:spPr>
          <a:xfrm>
            <a:off x="2819491" y="4060541"/>
            <a:ext cx="301686" cy="369332"/>
          </a:xfrm>
          <a:prstGeom prst="rect">
            <a:avLst/>
          </a:prstGeom>
          <a:noFill/>
        </p:spPr>
        <p:txBody>
          <a:bodyPr wrap="none" rtlCol="0">
            <a:spAutoFit/>
          </a:bodyPr>
          <a:lstStyle/>
          <a:p>
            <a:r>
              <a:rPr lang="fr-FR" dirty="0">
                <a:solidFill>
                  <a:srgbClr val="0070C0"/>
                </a:solidFill>
              </a:rPr>
              <a:t>4</a:t>
            </a:r>
          </a:p>
        </p:txBody>
      </p:sp>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91C3D0FF-804A-90E7-AF1A-1239F17B3CED}"/>
                  </a:ext>
                </a:extLst>
              </p:cNvPr>
              <p:cNvSpPr txBox="1"/>
              <p:nvPr/>
            </p:nvSpPr>
            <p:spPr>
              <a:xfrm>
                <a:off x="6457816" y="3803996"/>
                <a:ext cx="609462" cy="4412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𝑧</m:t>
                          </m:r>
                        </m:e>
                        <m:sub>
                          <m:r>
                            <a:rPr lang="fr-FR" b="0" i="1" smtClean="0">
                              <a:latin typeface="Cambria Math" panose="02040503050406030204" pitchFamily="18" charset="0"/>
                            </a:rPr>
                            <m:t>𝐸𝐶</m:t>
                          </m:r>
                        </m:sub>
                        <m:sup>
                          <m:r>
                            <a:rPr lang="fr-FR" b="0" i="1" smtClean="0">
                              <a:latin typeface="Cambria Math" panose="02040503050406030204" pitchFamily="18" charset="0"/>
                            </a:rPr>
                            <m:t>(1)</m:t>
                          </m:r>
                        </m:sup>
                      </m:sSubSup>
                    </m:oMath>
                  </m:oMathPara>
                </a14:m>
                <a:endParaRPr lang="fr-FR" dirty="0"/>
              </a:p>
            </p:txBody>
          </p:sp>
        </mc:Choice>
        <mc:Fallback xmlns="">
          <p:sp>
            <p:nvSpPr>
              <p:cNvPr id="41" name="ZoneTexte 40">
                <a:extLst>
                  <a:ext uri="{FF2B5EF4-FFF2-40B4-BE49-F238E27FC236}">
                    <a16:creationId xmlns:a16="http://schemas.microsoft.com/office/drawing/2014/main" id="{91C3D0FF-804A-90E7-AF1A-1239F17B3CED}"/>
                  </a:ext>
                </a:extLst>
              </p:cNvPr>
              <p:cNvSpPr txBox="1">
                <a:spLocks noRot="1" noChangeAspect="1" noMove="1" noResize="1" noEditPoints="1" noAdjustHandles="1" noChangeArrowheads="1" noChangeShapeType="1" noTextEdit="1"/>
              </p:cNvSpPr>
              <p:nvPr/>
            </p:nvSpPr>
            <p:spPr>
              <a:xfrm>
                <a:off x="6457816" y="3803996"/>
                <a:ext cx="609462" cy="441211"/>
              </a:xfrm>
              <a:prstGeom prst="rect">
                <a:avLst/>
              </a:prstGeom>
              <a:blipFill>
                <a:blip r:embed="rId4"/>
                <a:stretch>
                  <a:fillRect b="-277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B9071439-B6A9-10E9-9AFB-CE0509F38A50}"/>
                  </a:ext>
                </a:extLst>
              </p:cNvPr>
              <p:cNvSpPr txBox="1"/>
              <p:nvPr/>
            </p:nvSpPr>
            <p:spPr>
              <a:xfrm>
                <a:off x="7696014" y="3803996"/>
                <a:ext cx="609462" cy="4412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𝑧</m:t>
                          </m:r>
                        </m:e>
                        <m:sub>
                          <m:r>
                            <a:rPr lang="fr-FR" b="0" i="1" smtClean="0">
                              <a:latin typeface="Cambria Math" panose="02040503050406030204" pitchFamily="18" charset="0"/>
                            </a:rPr>
                            <m:t>𝐸𝐶</m:t>
                          </m:r>
                        </m:sub>
                        <m:sup>
                          <m:r>
                            <a:rPr lang="fr-FR" b="0" i="1" smtClean="0">
                              <a:latin typeface="Cambria Math" panose="02040503050406030204" pitchFamily="18" charset="0"/>
                            </a:rPr>
                            <m:t>(2)</m:t>
                          </m:r>
                        </m:sup>
                      </m:sSubSup>
                    </m:oMath>
                  </m:oMathPara>
                </a14:m>
                <a:endParaRPr lang="fr-FR" dirty="0"/>
              </a:p>
            </p:txBody>
          </p:sp>
        </mc:Choice>
        <mc:Fallback xmlns="">
          <p:sp>
            <p:nvSpPr>
              <p:cNvPr id="42" name="ZoneTexte 41">
                <a:extLst>
                  <a:ext uri="{FF2B5EF4-FFF2-40B4-BE49-F238E27FC236}">
                    <a16:creationId xmlns:a16="http://schemas.microsoft.com/office/drawing/2014/main" id="{B9071439-B6A9-10E9-9AFB-CE0509F38A50}"/>
                  </a:ext>
                </a:extLst>
              </p:cNvPr>
              <p:cNvSpPr txBox="1">
                <a:spLocks noRot="1" noChangeAspect="1" noMove="1" noResize="1" noEditPoints="1" noAdjustHandles="1" noChangeArrowheads="1" noChangeShapeType="1" noTextEdit="1"/>
              </p:cNvSpPr>
              <p:nvPr/>
            </p:nvSpPr>
            <p:spPr>
              <a:xfrm>
                <a:off x="7696014" y="3803996"/>
                <a:ext cx="609462" cy="441211"/>
              </a:xfrm>
              <a:prstGeom prst="rect">
                <a:avLst/>
              </a:prstGeom>
              <a:blipFill>
                <a:blip r:embed="rId5"/>
                <a:stretch>
                  <a:fillRect b="-277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5830FD6D-3017-0059-0856-4FFD1EE6EA34}"/>
                  </a:ext>
                </a:extLst>
              </p:cNvPr>
              <p:cNvSpPr txBox="1"/>
              <p:nvPr/>
            </p:nvSpPr>
            <p:spPr>
              <a:xfrm>
                <a:off x="8964952" y="3818119"/>
                <a:ext cx="609462" cy="4412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𝑧</m:t>
                          </m:r>
                        </m:e>
                        <m:sub>
                          <m:r>
                            <a:rPr lang="fr-FR" b="0" i="1" smtClean="0">
                              <a:latin typeface="Cambria Math" panose="02040503050406030204" pitchFamily="18" charset="0"/>
                            </a:rPr>
                            <m:t>𝐸𝐶</m:t>
                          </m:r>
                        </m:sub>
                        <m:sup>
                          <m:r>
                            <a:rPr lang="fr-FR" b="0" i="1" smtClean="0">
                              <a:latin typeface="Cambria Math" panose="02040503050406030204" pitchFamily="18" charset="0"/>
                            </a:rPr>
                            <m:t>(3)</m:t>
                          </m:r>
                        </m:sup>
                      </m:sSubSup>
                    </m:oMath>
                  </m:oMathPara>
                </a14:m>
                <a:endParaRPr lang="fr-FR" dirty="0"/>
              </a:p>
            </p:txBody>
          </p:sp>
        </mc:Choice>
        <mc:Fallback xmlns="">
          <p:sp>
            <p:nvSpPr>
              <p:cNvPr id="43" name="ZoneTexte 42">
                <a:extLst>
                  <a:ext uri="{FF2B5EF4-FFF2-40B4-BE49-F238E27FC236}">
                    <a16:creationId xmlns:a16="http://schemas.microsoft.com/office/drawing/2014/main" id="{5830FD6D-3017-0059-0856-4FFD1EE6EA34}"/>
                  </a:ext>
                </a:extLst>
              </p:cNvPr>
              <p:cNvSpPr txBox="1">
                <a:spLocks noRot="1" noChangeAspect="1" noMove="1" noResize="1" noEditPoints="1" noAdjustHandles="1" noChangeArrowheads="1" noChangeShapeType="1" noTextEdit="1"/>
              </p:cNvSpPr>
              <p:nvPr/>
            </p:nvSpPr>
            <p:spPr>
              <a:xfrm>
                <a:off x="8964952" y="3818119"/>
                <a:ext cx="609462" cy="441211"/>
              </a:xfrm>
              <a:prstGeom prst="rect">
                <a:avLst/>
              </a:prstGeom>
              <a:blipFill>
                <a:blip r:embed="rId6"/>
                <a:stretch>
                  <a:fillRect b="-137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2CB293EA-74A4-8E01-BD2E-9F9E39A2466F}"/>
                  </a:ext>
                </a:extLst>
              </p:cNvPr>
              <p:cNvSpPr txBox="1"/>
              <p:nvPr/>
            </p:nvSpPr>
            <p:spPr>
              <a:xfrm>
                <a:off x="10098375" y="3799862"/>
                <a:ext cx="609462" cy="4412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b="0" i="1" smtClean="0">
                              <a:latin typeface="Cambria Math" panose="02040503050406030204" pitchFamily="18" charset="0"/>
                            </a:rPr>
                          </m:ctrlPr>
                        </m:sSubSupPr>
                        <m:e>
                          <m:r>
                            <a:rPr lang="fr-FR" b="0" i="1" smtClean="0">
                              <a:latin typeface="Cambria Math" panose="02040503050406030204" pitchFamily="18" charset="0"/>
                            </a:rPr>
                            <m:t>𝑧</m:t>
                          </m:r>
                        </m:e>
                        <m:sub>
                          <m:r>
                            <a:rPr lang="fr-FR" b="0" i="1" smtClean="0">
                              <a:latin typeface="Cambria Math" panose="02040503050406030204" pitchFamily="18" charset="0"/>
                            </a:rPr>
                            <m:t>𝐸𝐶</m:t>
                          </m:r>
                        </m:sub>
                        <m:sup>
                          <m:r>
                            <a:rPr lang="fr-FR" b="0" i="1" smtClean="0">
                              <a:latin typeface="Cambria Math" panose="02040503050406030204" pitchFamily="18" charset="0"/>
                            </a:rPr>
                            <m:t>(4)</m:t>
                          </m:r>
                        </m:sup>
                      </m:sSubSup>
                    </m:oMath>
                  </m:oMathPara>
                </a14:m>
                <a:endParaRPr lang="fr-FR" dirty="0"/>
              </a:p>
            </p:txBody>
          </p:sp>
        </mc:Choice>
        <mc:Fallback xmlns="">
          <p:sp>
            <p:nvSpPr>
              <p:cNvPr id="45" name="ZoneTexte 44">
                <a:extLst>
                  <a:ext uri="{FF2B5EF4-FFF2-40B4-BE49-F238E27FC236}">
                    <a16:creationId xmlns:a16="http://schemas.microsoft.com/office/drawing/2014/main" id="{2CB293EA-74A4-8E01-BD2E-9F9E39A2466F}"/>
                  </a:ext>
                </a:extLst>
              </p:cNvPr>
              <p:cNvSpPr txBox="1">
                <a:spLocks noRot="1" noChangeAspect="1" noMove="1" noResize="1" noEditPoints="1" noAdjustHandles="1" noChangeArrowheads="1" noChangeShapeType="1" noTextEdit="1"/>
              </p:cNvSpPr>
              <p:nvPr/>
            </p:nvSpPr>
            <p:spPr>
              <a:xfrm>
                <a:off x="10098375" y="3799862"/>
                <a:ext cx="609462" cy="441211"/>
              </a:xfrm>
              <a:prstGeom prst="rect">
                <a:avLst/>
              </a:prstGeom>
              <a:blipFill>
                <a:blip r:embed="rId7"/>
                <a:stretch>
                  <a:fillRect b="-1370"/>
                </a:stretch>
              </a:blipFill>
            </p:spPr>
            <p:txBody>
              <a:bodyPr/>
              <a:lstStyle/>
              <a:p>
                <a:r>
                  <a:rPr lang="fr-FR">
                    <a:noFill/>
                  </a:rPr>
                  <a:t> </a:t>
                </a:r>
              </a:p>
            </p:txBody>
          </p:sp>
        </mc:Fallback>
      </mc:AlternateContent>
      <p:cxnSp>
        <p:nvCxnSpPr>
          <p:cNvPr id="49" name="Connecteur droit avec flèche 48">
            <a:extLst>
              <a:ext uri="{FF2B5EF4-FFF2-40B4-BE49-F238E27FC236}">
                <a16:creationId xmlns:a16="http://schemas.microsoft.com/office/drawing/2014/main" id="{7A985230-9796-9706-45FE-53E4F48D6959}"/>
              </a:ext>
            </a:extLst>
          </p:cNvPr>
          <p:cNvCxnSpPr>
            <a:cxnSpLocks/>
          </p:cNvCxnSpPr>
          <p:nvPr/>
        </p:nvCxnSpPr>
        <p:spPr>
          <a:xfrm flipV="1">
            <a:off x="6762547" y="4259330"/>
            <a:ext cx="0" cy="81515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Connecteur droit avec flèche 52">
            <a:extLst>
              <a:ext uri="{FF2B5EF4-FFF2-40B4-BE49-F238E27FC236}">
                <a16:creationId xmlns:a16="http://schemas.microsoft.com/office/drawing/2014/main" id="{B576EE71-5C9E-60A6-B297-EC8C7221109C}"/>
              </a:ext>
            </a:extLst>
          </p:cNvPr>
          <p:cNvCxnSpPr>
            <a:stCxn id="41" idx="0"/>
          </p:cNvCxnSpPr>
          <p:nvPr/>
        </p:nvCxnSpPr>
        <p:spPr>
          <a:xfrm flipV="1">
            <a:off x="6762547" y="2737097"/>
            <a:ext cx="0" cy="1066899"/>
          </a:xfrm>
          <a:prstGeom prst="straightConnector1">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EEC4F722-73BA-DF30-419E-AFF2A14F5A17}"/>
              </a:ext>
            </a:extLst>
          </p:cNvPr>
          <p:cNvCxnSpPr>
            <a:cxnSpLocks/>
            <a:endCxn id="42" idx="2"/>
          </p:cNvCxnSpPr>
          <p:nvPr/>
        </p:nvCxnSpPr>
        <p:spPr>
          <a:xfrm flipV="1">
            <a:off x="8000745" y="4245207"/>
            <a:ext cx="0" cy="8292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81C77041-BBEB-CCE7-DA67-CE246B8E71D4}"/>
              </a:ext>
            </a:extLst>
          </p:cNvPr>
          <p:cNvCxnSpPr>
            <a:stCxn id="42" idx="0"/>
          </p:cNvCxnSpPr>
          <p:nvPr/>
        </p:nvCxnSpPr>
        <p:spPr>
          <a:xfrm flipV="1">
            <a:off x="8000745" y="2737097"/>
            <a:ext cx="0" cy="106689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Connecteur droit avec flèche 61">
            <a:extLst>
              <a:ext uri="{FF2B5EF4-FFF2-40B4-BE49-F238E27FC236}">
                <a16:creationId xmlns:a16="http://schemas.microsoft.com/office/drawing/2014/main" id="{6D87D783-495D-4253-61B5-85B2F6D7B8AA}"/>
              </a:ext>
            </a:extLst>
          </p:cNvPr>
          <p:cNvCxnSpPr/>
          <p:nvPr/>
        </p:nvCxnSpPr>
        <p:spPr>
          <a:xfrm flipV="1">
            <a:off x="9269683" y="4259330"/>
            <a:ext cx="0" cy="81515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Connecteur droit avec flèche 63">
            <a:extLst>
              <a:ext uri="{FF2B5EF4-FFF2-40B4-BE49-F238E27FC236}">
                <a16:creationId xmlns:a16="http://schemas.microsoft.com/office/drawing/2014/main" id="{B70EE0A6-A808-3A3E-0662-EB437C6DA189}"/>
              </a:ext>
            </a:extLst>
          </p:cNvPr>
          <p:cNvCxnSpPr>
            <a:stCxn id="43" idx="0"/>
          </p:cNvCxnSpPr>
          <p:nvPr/>
        </p:nvCxnSpPr>
        <p:spPr>
          <a:xfrm flipV="1">
            <a:off x="9269683" y="2737097"/>
            <a:ext cx="0" cy="10810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Connecteur droit avec flèche 65">
            <a:extLst>
              <a:ext uri="{FF2B5EF4-FFF2-40B4-BE49-F238E27FC236}">
                <a16:creationId xmlns:a16="http://schemas.microsoft.com/office/drawing/2014/main" id="{B416DFB4-1D3E-110B-8BF4-2479C065AA0D}"/>
              </a:ext>
            </a:extLst>
          </p:cNvPr>
          <p:cNvCxnSpPr>
            <a:endCxn id="45" idx="2"/>
          </p:cNvCxnSpPr>
          <p:nvPr/>
        </p:nvCxnSpPr>
        <p:spPr>
          <a:xfrm flipV="1">
            <a:off x="10403106" y="4241073"/>
            <a:ext cx="0" cy="8334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Connecteur droit avec flèche 67">
            <a:extLst>
              <a:ext uri="{FF2B5EF4-FFF2-40B4-BE49-F238E27FC236}">
                <a16:creationId xmlns:a16="http://schemas.microsoft.com/office/drawing/2014/main" id="{C6F8056E-8427-4A77-8E20-016E48F8CC07}"/>
              </a:ext>
            </a:extLst>
          </p:cNvPr>
          <p:cNvCxnSpPr>
            <a:stCxn id="45" idx="0"/>
          </p:cNvCxnSpPr>
          <p:nvPr/>
        </p:nvCxnSpPr>
        <p:spPr>
          <a:xfrm flipV="1">
            <a:off x="10403106" y="2737097"/>
            <a:ext cx="0" cy="106276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70" name="ZoneTexte 69">
            <a:extLst>
              <a:ext uri="{FF2B5EF4-FFF2-40B4-BE49-F238E27FC236}">
                <a16:creationId xmlns:a16="http://schemas.microsoft.com/office/drawing/2014/main" id="{CB080B1B-0956-AE43-63B3-1CC7A41FB4E4}"/>
              </a:ext>
            </a:extLst>
          </p:cNvPr>
          <p:cNvSpPr txBox="1"/>
          <p:nvPr/>
        </p:nvSpPr>
        <p:spPr>
          <a:xfrm>
            <a:off x="11163010" y="3915107"/>
            <a:ext cx="417615" cy="369332"/>
          </a:xfrm>
          <a:prstGeom prst="rect">
            <a:avLst/>
          </a:prstGeom>
          <a:noFill/>
        </p:spPr>
        <p:txBody>
          <a:bodyPr wrap="none" rtlCol="0">
            <a:spAutoFit/>
          </a:bodyPr>
          <a:lstStyle/>
          <a:p>
            <a:r>
              <a:rPr lang="fr-FR" dirty="0"/>
              <a:t>EC</a:t>
            </a:r>
          </a:p>
        </p:txBody>
      </p:sp>
      <p:sp>
        <p:nvSpPr>
          <p:cNvPr id="4" name="Espace réservé du numéro de diapositive 3">
            <a:extLst>
              <a:ext uri="{FF2B5EF4-FFF2-40B4-BE49-F238E27FC236}">
                <a16:creationId xmlns:a16="http://schemas.microsoft.com/office/drawing/2014/main" id="{9CD0A829-C13E-AD0E-6797-4F176467D0C3}"/>
              </a:ext>
            </a:extLst>
          </p:cNvPr>
          <p:cNvSpPr>
            <a:spLocks noGrp="1"/>
          </p:cNvSpPr>
          <p:nvPr>
            <p:ph type="sldNum" sz="quarter" idx="12"/>
          </p:nvPr>
        </p:nvSpPr>
        <p:spPr/>
        <p:txBody>
          <a:bodyPr/>
          <a:lstStyle/>
          <a:p>
            <a:fld id="{5149A38E-4A7C-4C86-B631-64CD0F93C451}" type="slidenum">
              <a:rPr lang="fr-FR" smtClean="0"/>
              <a:t>35</a:t>
            </a:fld>
            <a:endParaRPr lang="fr-FR"/>
          </a:p>
        </p:txBody>
      </p:sp>
      <p:pic>
        <p:nvPicPr>
          <p:cNvPr id="40" name="Image 39">
            <a:extLst>
              <a:ext uri="{FF2B5EF4-FFF2-40B4-BE49-F238E27FC236}">
                <a16:creationId xmlns:a16="http://schemas.microsoft.com/office/drawing/2014/main" id="{9309B803-A959-9EA4-EB86-5B9784F3CC77}"/>
              </a:ext>
            </a:extLst>
          </p:cNvPr>
          <p:cNvPicPr>
            <a:picLocks noChangeAspect="1"/>
          </p:cNvPicPr>
          <p:nvPr/>
        </p:nvPicPr>
        <p:blipFill>
          <a:blip r:embed="rId3"/>
          <a:srcRect b="62236"/>
          <a:stretch/>
        </p:blipFill>
        <p:spPr>
          <a:xfrm>
            <a:off x="6209756" y="1850943"/>
            <a:ext cx="4771876" cy="860837"/>
          </a:xfrm>
          <a:prstGeom prst="rect">
            <a:avLst/>
          </a:prstGeom>
        </p:spPr>
      </p:pic>
    </p:spTree>
    <p:extLst>
      <p:ext uri="{BB962C8B-B14F-4D97-AF65-F5344CB8AC3E}">
        <p14:creationId xmlns:p14="http://schemas.microsoft.com/office/powerpoint/2010/main" val="32741218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82783-1E89-4F95-4348-4DEBD3954D11}"/>
              </a:ext>
            </a:extLst>
          </p:cNvPr>
          <p:cNvSpPr>
            <a:spLocks noGrp="1"/>
          </p:cNvSpPr>
          <p:nvPr>
            <p:ph type="title"/>
          </p:nvPr>
        </p:nvSpPr>
        <p:spPr/>
        <p:txBody>
          <a:bodyPr/>
          <a:lstStyle/>
          <a:p>
            <a:r>
              <a:rPr lang="fr-FR" dirty="0" err="1"/>
              <a:t>Heteroassociation</a:t>
            </a:r>
            <a:r>
              <a:rPr lang="fr-FR" dirty="0"/>
              <a:t> in EC-CA3</a:t>
            </a:r>
          </a:p>
        </p:txBody>
      </p:sp>
      <p:sp>
        <p:nvSpPr>
          <p:cNvPr id="35" name="Espace réservé du contenu 34">
            <a:extLst>
              <a:ext uri="{FF2B5EF4-FFF2-40B4-BE49-F238E27FC236}">
                <a16:creationId xmlns:a16="http://schemas.microsoft.com/office/drawing/2014/main" id="{98981935-86E4-7D05-8772-5FCBAD83822E}"/>
              </a:ext>
            </a:extLst>
          </p:cNvPr>
          <p:cNvSpPr>
            <a:spLocks noGrp="1"/>
          </p:cNvSpPr>
          <p:nvPr>
            <p:ph sz="half" idx="2"/>
          </p:nvPr>
        </p:nvSpPr>
        <p:spPr/>
        <p:txBody>
          <a:bodyPr/>
          <a:lstStyle/>
          <a:p>
            <a:endParaRPr lang="fr-FR" dirty="0"/>
          </a:p>
        </p:txBody>
      </p:sp>
      <p:sp>
        <p:nvSpPr>
          <p:cNvPr id="38" name="ZoneTexte 37">
            <a:extLst>
              <a:ext uri="{FF2B5EF4-FFF2-40B4-BE49-F238E27FC236}">
                <a16:creationId xmlns:a16="http://schemas.microsoft.com/office/drawing/2014/main" id="{896A79F4-B6D6-026C-3695-A699DAF9A6A7}"/>
              </a:ext>
            </a:extLst>
          </p:cNvPr>
          <p:cNvSpPr txBox="1"/>
          <p:nvPr/>
        </p:nvSpPr>
        <p:spPr>
          <a:xfrm>
            <a:off x="11074717" y="2208090"/>
            <a:ext cx="558166" cy="369332"/>
          </a:xfrm>
          <a:prstGeom prst="rect">
            <a:avLst/>
          </a:prstGeom>
          <a:noFill/>
        </p:spPr>
        <p:txBody>
          <a:bodyPr wrap="none" rtlCol="0">
            <a:spAutoFit/>
          </a:bodyPr>
          <a:lstStyle/>
          <a:p>
            <a:r>
              <a:rPr lang="fr-FR" dirty="0"/>
              <a:t>CA3</a:t>
            </a:r>
          </a:p>
        </p:txBody>
      </p:sp>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91C3D0FF-804A-90E7-AF1A-1239F17B3CED}"/>
                  </a:ext>
                </a:extLst>
              </p:cNvPr>
              <p:cNvSpPr txBox="1"/>
              <p:nvPr/>
            </p:nvSpPr>
            <p:spPr>
              <a:xfrm>
                <a:off x="6473643" y="3903629"/>
                <a:ext cx="622030"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b="0" i="1" smtClean="0">
                              <a:latin typeface="Cambria Math" panose="02040503050406030204" pitchFamily="18" charset="0"/>
                            </a:rPr>
                          </m:ctrlPr>
                        </m:sSupPr>
                        <m:e>
                          <m:r>
                            <a:rPr lang="fr-FR" b="1" i="1" smtClean="0">
                              <a:latin typeface="Cambria Math" panose="02040503050406030204" pitchFamily="18" charset="0"/>
                            </a:rPr>
                            <m:t>𝒙</m:t>
                          </m:r>
                        </m:e>
                        <m:sup>
                          <m:r>
                            <a:rPr lang="fr-FR" b="0" i="1" smtClean="0">
                              <a:latin typeface="Cambria Math" panose="02040503050406030204" pitchFamily="18" charset="0"/>
                            </a:rPr>
                            <m:t>(1)</m:t>
                          </m:r>
                        </m:sup>
                      </m:sSup>
                    </m:oMath>
                  </m:oMathPara>
                </a14:m>
                <a:endParaRPr lang="fr-FR" dirty="0"/>
              </a:p>
            </p:txBody>
          </p:sp>
        </mc:Choice>
        <mc:Fallback xmlns="">
          <p:sp>
            <p:nvSpPr>
              <p:cNvPr id="41" name="ZoneTexte 40">
                <a:extLst>
                  <a:ext uri="{FF2B5EF4-FFF2-40B4-BE49-F238E27FC236}">
                    <a16:creationId xmlns:a16="http://schemas.microsoft.com/office/drawing/2014/main" id="{91C3D0FF-804A-90E7-AF1A-1239F17B3CED}"/>
                  </a:ext>
                </a:extLst>
              </p:cNvPr>
              <p:cNvSpPr txBox="1">
                <a:spLocks noRot="1" noChangeAspect="1" noMove="1" noResize="1" noEditPoints="1" noAdjustHandles="1" noChangeArrowheads="1" noChangeShapeType="1" noTextEdit="1"/>
              </p:cNvSpPr>
              <p:nvPr/>
            </p:nvSpPr>
            <p:spPr>
              <a:xfrm>
                <a:off x="6473643" y="3903629"/>
                <a:ext cx="622030" cy="380810"/>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B9071439-B6A9-10E9-9AFB-CE0509F38A50}"/>
                  </a:ext>
                </a:extLst>
              </p:cNvPr>
              <p:cNvSpPr txBox="1"/>
              <p:nvPr/>
            </p:nvSpPr>
            <p:spPr>
              <a:xfrm>
                <a:off x="7691583" y="3903629"/>
                <a:ext cx="61901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m:t>
                          </m:r>
                          <m:r>
                            <a:rPr lang="fr-FR" b="0" i="1" smtClean="0">
                              <a:latin typeface="Cambria Math" panose="02040503050406030204" pitchFamily="18" charset="0"/>
                            </a:rPr>
                            <m:t>2</m:t>
                          </m:r>
                          <m:r>
                            <a:rPr lang="fr-FR" i="1">
                              <a:latin typeface="Cambria Math" panose="02040503050406030204" pitchFamily="18" charset="0"/>
                            </a:rPr>
                            <m:t>)</m:t>
                          </m:r>
                        </m:sup>
                      </m:sSup>
                    </m:oMath>
                  </m:oMathPara>
                </a14:m>
                <a:endParaRPr lang="fr-FR" dirty="0"/>
              </a:p>
            </p:txBody>
          </p:sp>
        </mc:Choice>
        <mc:Fallback xmlns="">
          <p:sp>
            <p:nvSpPr>
              <p:cNvPr id="42" name="ZoneTexte 41">
                <a:extLst>
                  <a:ext uri="{FF2B5EF4-FFF2-40B4-BE49-F238E27FC236}">
                    <a16:creationId xmlns:a16="http://schemas.microsoft.com/office/drawing/2014/main" id="{B9071439-B6A9-10E9-9AFB-CE0509F38A50}"/>
                  </a:ext>
                </a:extLst>
              </p:cNvPr>
              <p:cNvSpPr txBox="1">
                <a:spLocks noRot="1" noChangeAspect="1" noMove="1" noResize="1" noEditPoints="1" noAdjustHandles="1" noChangeArrowheads="1" noChangeShapeType="1" noTextEdit="1"/>
              </p:cNvSpPr>
              <p:nvPr/>
            </p:nvSpPr>
            <p:spPr>
              <a:xfrm>
                <a:off x="7691583" y="3903629"/>
                <a:ext cx="619016" cy="380810"/>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5830FD6D-3017-0059-0856-4FFD1EE6EA34}"/>
                  </a:ext>
                </a:extLst>
              </p:cNvPr>
              <p:cNvSpPr txBox="1"/>
              <p:nvPr/>
            </p:nvSpPr>
            <p:spPr>
              <a:xfrm>
                <a:off x="8955398" y="3903629"/>
                <a:ext cx="61901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m:t>
                          </m:r>
                          <m:r>
                            <a:rPr lang="fr-FR" b="0" i="1" smtClean="0">
                              <a:latin typeface="Cambria Math" panose="02040503050406030204" pitchFamily="18" charset="0"/>
                            </a:rPr>
                            <m:t>3</m:t>
                          </m:r>
                          <m:r>
                            <a:rPr lang="fr-FR" i="1">
                              <a:latin typeface="Cambria Math" panose="02040503050406030204" pitchFamily="18" charset="0"/>
                            </a:rPr>
                            <m:t>)</m:t>
                          </m:r>
                        </m:sup>
                      </m:sSup>
                    </m:oMath>
                  </m:oMathPara>
                </a14:m>
                <a:endParaRPr lang="fr-FR" dirty="0"/>
              </a:p>
            </p:txBody>
          </p:sp>
        </mc:Choice>
        <mc:Fallback xmlns="">
          <p:sp>
            <p:nvSpPr>
              <p:cNvPr id="43" name="ZoneTexte 42">
                <a:extLst>
                  <a:ext uri="{FF2B5EF4-FFF2-40B4-BE49-F238E27FC236}">
                    <a16:creationId xmlns:a16="http://schemas.microsoft.com/office/drawing/2014/main" id="{5830FD6D-3017-0059-0856-4FFD1EE6EA34}"/>
                  </a:ext>
                </a:extLst>
              </p:cNvPr>
              <p:cNvSpPr txBox="1">
                <a:spLocks noRot="1" noChangeAspect="1" noMove="1" noResize="1" noEditPoints="1" noAdjustHandles="1" noChangeArrowheads="1" noChangeShapeType="1" noTextEdit="1"/>
              </p:cNvSpPr>
              <p:nvPr/>
            </p:nvSpPr>
            <p:spPr>
              <a:xfrm>
                <a:off x="8955398" y="3903629"/>
                <a:ext cx="619016" cy="380810"/>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5" name="ZoneTexte 44">
                <a:extLst>
                  <a:ext uri="{FF2B5EF4-FFF2-40B4-BE49-F238E27FC236}">
                    <a16:creationId xmlns:a16="http://schemas.microsoft.com/office/drawing/2014/main" id="{2CB293EA-74A4-8E01-BD2E-9F9E39A2466F}"/>
                  </a:ext>
                </a:extLst>
              </p:cNvPr>
              <p:cNvSpPr txBox="1"/>
              <p:nvPr/>
            </p:nvSpPr>
            <p:spPr>
              <a:xfrm>
                <a:off x="10144204" y="3903629"/>
                <a:ext cx="61901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m:t>
                          </m:r>
                          <m:r>
                            <a:rPr lang="fr-FR" b="0" i="1" smtClean="0">
                              <a:latin typeface="Cambria Math" panose="02040503050406030204" pitchFamily="18" charset="0"/>
                            </a:rPr>
                            <m:t>4</m:t>
                          </m:r>
                          <m:r>
                            <a:rPr lang="fr-FR" i="1">
                              <a:latin typeface="Cambria Math" panose="02040503050406030204" pitchFamily="18" charset="0"/>
                            </a:rPr>
                            <m:t>)</m:t>
                          </m:r>
                        </m:sup>
                      </m:sSup>
                    </m:oMath>
                  </m:oMathPara>
                </a14:m>
                <a:endParaRPr lang="fr-FR" dirty="0"/>
              </a:p>
            </p:txBody>
          </p:sp>
        </mc:Choice>
        <mc:Fallback xmlns="">
          <p:sp>
            <p:nvSpPr>
              <p:cNvPr id="45" name="ZoneTexte 44">
                <a:extLst>
                  <a:ext uri="{FF2B5EF4-FFF2-40B4-BE49-F238E27FC236}">
                    <a16:creationId xmlns:a16="http://schemas.microsoft.com/office/drawing/2014/main" id="{2CB293EA-74A4-8E01-BD2E-9F9E39A2466F}"/>
                  </a:ext>
                </a:extLst>
              </p:cNvPr>
              <p:cNvSpPr txBox="1">
                <a:spLocks noRot="1" noChangeAspect="1" noMove="1" noResize="1" noEditPoints="1" noAdjustHandles="1" noChangeArrowheads="1" noChangeShapeType="1" noTextEdit="1"/>
              </p:cNvSpPr>
              <p:nvPr/>
            </p:nvSpPr>
            <p:spPr>
              <a:xfrm>
                <a:off x="10144204" y="3903629"/>
                <a:ext cx="619016" cy="380810"/>
              </a:xfrm>
              <a:prstGeom prst="rect">
                <a:avLst/>
              </a:prstGeom>
              <a:blipFill>
                <a:blip r:embed="rId7"/>
                <a:stretch>
                  <a:fillRect/>
                </a:stretch>
              </a:blipFill>
            </p:spPr>
            <p:txBody>
              <a:bodyPr/>
              <a:lstStyle/>
              <a:p>
                <a:r>
                  <a:rPr lang="fr-FR">
                    <a:noFill/>
                  </a:rPr>
                  <a:t> </a:t>
                </a:r>
              </a:p>
            </p:txBody>
          </p:sp>
        </mc:Fallback>
      </mc:AlternateContent>
      <p:cxnSp>
        <p:nvCxnSpPr>
          <p:cNvPr id="53" name="Connecteur droit avec flèche 52">
            <a:extLst>
              <a:ext uri="{FF2B5EF4-FFF2-40B4-BE49-F238E27FC236}">
                <a16:creationId xmlns:a16="http://schemas.microsoft.com/office/drawing/2014/main" id="{B576EE71-5C9E-60A6-B297-EC8C7221109C}"/>
              </a:ext>
            </a:extLst>
          </p:cNvPr>
          <p:cNvCxnSpPr>
            <a:cxnSpLocks/>
            <a:stCxn id="41" idx="0"/>
          </p:cNvCxnSpPr>
          <p:nvPr/>
        </p:nvCxnSpPr>
        <p:spPr>
          <a:xfrm flipV="1">
            <a:off x="6784658" y="2737097"/>
            <a:ext cx="0" cy="1166532"/>
          </a:xfrm>
          <a:prstGeom prst="straightConnector1">
            <a:avLst/>
          </a:prstGeom>
          <a:ln w="19050">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81C77041-BBEB-CCE7-DA67-CE246B8E71D4}"/>
              </a:ext>
            </a:extLst>
          </p:cNvPr>
          <p:cNvCxnSpPr>
            <a:cxnSpLocks/>
            <a:stCxn id="42" idx="0"/>
          </p:cNvCxnSpPr>
          <p:nvPr/>
        </p:nvCxnSpPr>
        <p:spPr>
          <a:xfrm flipV="1">
            <a:off x="8001091" y="2770590"/>
            <a:ext cx="0" cy="11330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4" name="Connecteur droit avec flèche 63">
            <a:extLst>
              <a:ext uri="{FF2B5EF4-FFF2-40B4-BE49-F238E27FC236}">
                <a16:creationId xmlns:a16="http://schemas.microsoft.com/office/drawing/2014/main" id="{B70EE0A6-A808-3A3E-0662-EB437C6DA189}"/>
              </a:ext>
            </a:extLst>
          </p:cNvPr>
          <p:cNvCxnSpPr>
            <a:cxnSpLocks/>
            <a:stCxn id="43" idx="0"/>
          </p:cNvCxnSpPr>
          <p:nvPr/>
        </p:nvCxnSpPr>
        <p:spPr>
          <a:xfrm flipV="1">
            <a:off x="9264906" y="2737097"/>
            <a:ext cx="0" cy="11665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8" name="Connecteur droit avec flèche 67">
            <a:extLst>
              <a:ext uri="{FF2B5EF4-FFF2-40B4-BE49-F238E27FC236}">
                <a16:creationId xmlns:a16="http://schemas.microsoft.com/office/drawing/2014/main" id="{C6F8056E-8427-4A77-8E20-016E48F8CC07}"/>
              </a:ext>
            </a:extLst>
          </p:cNvPr>
          <p:cNvCxnSpPr>
            <a:cxnSpLocks/>
            <a:stCxn id="45" idx="0"/>
          </p:cNvCxnSpPr>
          <p:nvPr/>
        </p:nvCxnSpPr>
        <p:spPr>
          <a:xfrm flipV="1">
            <a:off x="10453712" y="2737097"/>
            <a:ext cx="0" cy="116653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0" name="ZoneTexte 69">
            <a:extLst>
              <a:ext uri="{FF2B5EF4-FFF2-40B4-BE49-F238E27FC236}">
                <a16:creationId xmlns:a16="http://schemas.microsoft.com/office/drawing/2014/main" id="{CB080B1B-0956-AE43-63B3-1CC7A41FB4E4}"/>
              </a:ext>
            </a:extLst>
          </p:cNvPr>
          <p:cNvSpPr txBox="1"/>
          <p:nvPr/>
        </p:nvSpPr>
        <p:spPr>
          <a:xfrm>
            <a:off x="11163010" y="3915107"/>
            <a:ext cx="417615" cy="369332"/>
          </a:xfrm>
          <a:prstGeom prst="rect">
            <a:avLst/>
          </a:prstGeom>
          <a:noFill/>
        </p:spPr>
        <p:txBody>
          <a:bodyPr wrap="none" rtlCol="0">
            <a:spAutoFit/>
          </a:bodyPr>
          <a:lstStyle/>
          <a:p>
            <a:r>
              <a:rPr lang="fr-FR" dirty="0"/>
              <a:t>EC</a:t>
            </a:r>
          </a:p>
        </p:txBody>
      </p:sp>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B6EBFEAD-267C-F9BC-9290-EF19D497986B}"/>
                  </a:ext>
                </a:extLst>
              </p:cNvPr>
              <p:cNvSpPr txBox="1"/>
              <p:nvPr/>
            </p:nvSpPr>
            <p:spPr>
              <a:xfrm>
                <a:off x="6669797" y="1603505"/>
                <a:ext cx="397481"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smtClean="0">
                              <a:latin typeface="Cambria Math" panose="02040503050406030204" pitchFamily="18" charset="0"/>
                            </a:rPr>
                            <m:t>𝒕</m:t>
                          </m:r>
                        </m:e>
                        <m:sup>
                          <m:r>
                            <a:rPr lang="fr-FR" b="0" i="1" smtClean="0">
                              <a:latin typeface="Cambria Math" panose="02040503050406030204" pitchFamily="18" charset="0"/>
                            </a:rPr>
                            <m:t>(1)</m:t>
                          </m:r>
                        </m:sup>
                      </m:sSup>
                    </m:oMath>
                  </m:oMathPara>
                </a14:m>
                <a:endParaRPr lang="fr-FR" dirty="0"/>
              </a:p>
            </p:txBody>
          </p:sp>
        </mc:Choice>
        <mc:Fallback xmlns="">
          <p:sp>
            <p:nvSpPr>
              <p:cNvPr id="72" name="ZoneTexte 71">
                <a:extLst>
                  <a:ext uri="{FF2B5EF4-FFF2-40B4-BE49-F238E27FC236}">
                    <a16:creationId xmlns:a16="http://schemas.microsoft.com/office/drawing/2014/main" id="{B6EBFEAD-267C-F9BC-9290-EF19D497986B}"/>
                  </a:ext>
                </a:extLst>
              </p:cNvPr>
              <p:cNvSpPr txBox="1">
                <a:spLocks noRot="1" noChangeAspect="1" noMove="1" noResize="1" noEditPoints="1" noAdjustHandles="1" noChangeArrowheads="1" noChangeShapeType="1" noTextEdit="1"/>
              </p:cNvSpPr>
              <p:nvPr/>
            </p:nvSpPr>
            <p:spPr>
              <a:xfrm>
                <a:off x="6669797" y="1603505"/>
                <a:ext cx="397481" cy="288477"/>
              </a:xfrm>
              <a:prstGeom prst="rect">
                <a:avLst/>
              </a:prstGeom>
              <a:blipFill>
                <a:blip r:embed="rId8"/>
                <a:stretch>
                  <a:fillRect l="-10769" t="-8511" r="-13846" b="-638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3" name="ZoneTexte 72">
                <a:extLst>
                  <a:ext uri="{FF2B5EF4-FFF2-40B4-BE49-F238E27FC236}">
                    <a16:creationId xmlns:a16="http://schemas.microsoft.com/office/drawing/2014/main" id="{C97ED735-667E-E816-A129-276F1284F29D}"/>
                  </a:ext>
                </a:extLst>
              </p:cNvPr>
              <p:cNvSpPr txBox="1"/>
              <p:nvPr/>
            </p:nvSpPr>
            <p:spPr>
              <a:xfrm>
                <a:off x="7907995" y="1613918"/>
                <a:ext cx="397481"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smtClean="0">
                              <a:latin typeface="Cambria Math" panose="02040503050406030204" pitchFamily="18" charset="0"/>
                            </a:rPr>
                            <m:t>𝒕</m:t>
                          </m:r>
                        </m:e>
                        <m:sup>
                          <m:r>
                            <a:rPr lang="fr-FR" b="0" i="1" smtClean="0">
                              <a:latin typeface="Cambria Math" panose="02040503050406030204" pitchFamily="18" charset="0"/>
                            </a:rPr>
                            <m:t>(2)</m:t>
                          </m:r>
                        </m:sup>
                      </m:sSup>
                    </m:oMath>
                  </m:oMathPara>
                </a14:m>
                <a:endParaRPr lang="fr-FR" dirty="0"/>
              </a:p>
            </p:txBody>
          </p:sp>
        </mc:Choice>
        <mc:Fallback xmlns="">
          <p:sp>
            <p:nvSpPr>
              <p:cNvPr id="73" name="ZoneTexte 72">
                <a:extLst>
                  <a:ext uri="{FF2B5EF4-FFF2-40B4-BE49-F238E27FC236}">
                    <a16:creationId xmlns:a16="http://schemas.microsoft.com/office/drawing/2014/main" id="{C97ED735-667E-E816-A129-276F1284F29D}"/>
                  </a:ext>
                </a:extLst>
              </p:cNvPr>
              <p:cNvSpPr txBox="1">
                <a:spLocks noRot="1" noChangeAspect="1" noMove="1" noResize="1" noEditPoints="1" noAdjustHandles="1" noChangeArrowheads="1" noChangeShapeType="1" noTextEdit="1"/>
              </p:cNvSpPr>
              <p:nvPr/>
            </p:nvSpPr>
            <p:spPr>
              <a:xfrm>
                <a:off x="7907995" y="1613918"/>
                <a:ext cx="397481" cy="288477"/>
              </a:xfrm>
              <a:prstGeom prst="rect">
                <a:avLst/>
              </a:prstGeom>
              <a:blipFill>
                <a:blip r:embed="rId9"/>
                <a:stretch>
                  <a:fillRect l="-10769" t="-8511" r="-13846" b="-42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4" name="ZoneTexte 73">
                <a:extLst>
                  <a:ext uri="{FF2B5EF4-FFF2-40B4-BE49-F238E27FC236}">
                    <a16:creationId xmlns:a16="http://schemas.microsoft.com/office/drawing/2014/main" id="{F82A2F77-6370-2D1E-F9A2-CFCE0ABB2B85}"/>
                  </a:ext>
                </a:extLst>
              </p:cNvPr>
              <p:cNvSpPr txBox="1"/>
              <p:nvPr/>
            </p:nvSpPr>
            <p:spPr>
              <a:xfrm>
                <a:off x="9070942" y="1603505"/>
                <a:ext cx="397481"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smtClean="0">
                              <a:latin typeface="Cambria Math" panose="02040503050406030204" pitchFamily="18" charset="0"/>
                            </a:rPr>
                            <m:t>𝒕</m:t>
                          </m:r>
                        </m:e>
                        <m:sup>
                          <m:r>
                            <a:rPr lang="fr-FR" b="0" i="1" smtClean="0">
                              <a:latin typeface="Cambria Math" panose="02040503050406030204" pitchFamily="18" charset="0"/>
                            </a:rPr>
                            <m:t>(3)</m:t>
                          </m:r>
                        </m:sup>
                      </m:sSup>
                    </m:oMath>
                  </m:oMathPara>
                </a14:m>
                <a:endParaRPr lang="fr-FR" dirty="0"/>
              </a:p>
            </p:txBody>
          </p:sp>
        </mc:Choice>
        <mc:Fallback xmlns="">
          <p:sp>
            <p:nvSpPr>
              <p:cNvPr id="74" name="ZoneTexte 73">
                <a:extLst>
                  <a:ext uri="{FF2B5EF4-FFF2-40B4-BE49-F238E27FC236}">
                    <a16:creationId xmlns:a16="http://schemas.microsoft.com/office/drawing/2014/main" id="{F82A2F77-6370-2D1E-F9A2-CFCE0ABB2B85}"/>
                  </a:ext>
                </a:extLst>
              </p:cNvPr>
              <p:cNvSpPr txBox="1">
                <a:spLocks noRot="1" noChangeAspect="1" noMove="1" noResize="1" noEditPoints="1" noAdjustHandles="1" noChangeArrowheads="1" noChangeShapeType="1" noTextEdit="1"/>
              </p:cNvSpPr>
              <p:nvPr/>
            </p:nvSpPr>
            <p:spPr>
              <a:xfrm>
                <a:off x="9070942" y="1603505"/>
                <a:ext cx="397481" cy="288477"/>
              </a:xfrm>
              <a:prstGeom prst="rect">
                <a:avLst/>
              </a:prstGeom>
              <a:blipFill>
                <a:blip r:embed="rId10"/>
                <a:stretch>
                  <a:fillRect l="-10769" t="-8511" r="-13846" b="-638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5" name="ZoneTexte 74">
                <a:extLst>
                  <a:ext uri="{FF2B5EF4-FFF2-40B4-BE49-F238E27FC236}">
                    <a16:creationId xmlns:a16="http://schemas.microsoft.com/office/drawing/2014/main" id="{B6801280-521E-7809-C3D6-531470A55AC0}"/>
                  </a:ext>
                </a:extLst>
              </p:cNvPr>
              <p:cNvSpPr txBox="1"/>
              <p:nvPr/>
            </p:nvSpPr>
            <p:spPr>
              <a:xfrm>
                <a:off x="10233889" y="1586252"/>
                <a:ext cx="397481"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smtClean="0">
                              <a:latin typeface="Cambria Math" panose="02040503050406030204" pitchFamily="18" charset="0"/>
                            </a:rPr>
                            <m:t>𝒕</m:t>
                          </m:r>
                        </m:e>
                        <m:sup>
                          <m:r>
                            <a:rPr lang="fr-FR" b="0" i="1" smtClean="0">
                              <a:latin typeface="Cambria Math" panose="02040503050406030204" pitchFamily="18" charset="0"/>
                            </a:rPr>
                            <m:t>(4)</m:t>
                          </m:r>
                        </m:sup>
                      </m:sSup>
                    </m:oMath>
                  </m:oMathPara>
                </a14:m>
                <a:endParaRPr lang="fr-FR" dirty="0"/>
              </a:p>
            </p:txBody>
          </p:sp>
        </mc:Choice>
        <mc:Fallback xmlns="">
          <p:sp>
            <p:nvSpPr>
              <p:cNvPr id="75" name="ZoneTexte 74">
                <a:extLst>
                  <a:ext uri="{FF2B5EF4-FFF2-40B4-BE49-F238E27FC236}">
                    <a16:creationId xmlns:a16="http://schemas.microsoft.com/office/drawing/2014/main" id="{B6801280-521E-7809-C3D6-531470A55AC0}"/>
                  </a:ext>
                </a:extLst>
              </p:cNvPr>
              <p:cNvSpPr txBox="1">
                <a:spLocks noRot="1" noChangeAspect="1" noMove="1" noResize="1" noEditPoints="1" noAdjustHandles="1" noChangeArrowheads="1" noChangeShapeType="1" noTextEdit="1"/>
              </p:cNvSpPr>
              <p:nvPr/>
            </p:nvSpPr>
            <p:spPr>
              <a:xfrm>
                <a:off x="10233889" y="1586252"/>
                <a:ext cx="397481" cy="288477"/>
              </a:xfrm>
              <a:prstGeom prst="rect">
                <a:avLst/>
              </a:prstGeom>
              <a:blipFill>
                <a:blip r:embed="rId11"/>
                <a:stretch>
                  <a:fillRect l="-12308" t="-8333" r="-12308" b="-4167"/>
                </a:stretch>
              </a:blipFill>
            </p:spPr>
            <p:txBody>
              <a:bodyPr/>
              <a:lstStyle/>
              <a:p>
                <a:r>
                  <a:rPr lang="fr-FR">
                    <a:noFill/>
                  </a:rPr>
                  <a:t> </a:t>
                </a:r>
              </a:p>
            </p:txBody>
          </p:sp>
        </mc:Fallback>
      </mc:AlternateContent>
      <p:sp>
        <p:nvSpPr>
          <p:cNvPr id="51" name="Espace réservé du contenu 34">
            <a:extLst>
              <a:ext uri="{FF2B5EF4-FFF2-40B4-BE49-F238E27FC236}">
                <a16:creationId xmlns:a16="http://schemas.microsoft.com/office/drawing/2014/main" id="{C2A41677-9267-A3F4-365B-C2893CA95B04}"/>
              </a:ext>
            </a:extLst>
          </p:cNvPr>
          <p:cNvSpPr txBox="1">
            <a:spLocks/>
          </p:cNvSpPr>
          <p:nvPr/>
        </p:nvSpPr>
        <p:spPr>
          <a:xfrm>
            <a:off x="828675" y="1835150"/>
            <a:ext cx="5181600" cy="43418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b="1" dirty="0"/>
              <a:t>	</a:t>
            </a:r>
            <a:r>
              <a:rPr lang="fr-FR" sz="2000" b="1" dirty="0"/>
              <a:t>Pattern </a:t>
            </a:r>
            <a:r>
              <a:rPr lang="fr-FR" sz="2000" b="1" dirty="0" err="1"/>
              <a:t>associator</a:t>
            </a: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p:txBody>
      </p:sp>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C6FD91D9-F984-C206-5019-BC675B225C25}"/>
                  </a:ext>
                </a:extLst>
              </p:cNvPr>
              <p:cNvSpPr txBox="1"/>
              <p:nvPr/>
            </p:nvSpPr>
            <p:spPr>
              <a:xfrm>
                <a:off x="3924572" y="3107278"/>
                <a:ext cx="2128275" cy="668645"/>
              </a:xfrm>
              <a:prstGeom prst="rect">
                <a:avLst/>
              </a:prstGeom>
              <a:noFill/>
            </p:spPr>
            <p:txBody>
              <a:bodyPr wrap="none" rtlCol="0">
                <a:spAutoFit/>
              </a:bodyPr>
              <a:lstStyle/>
              <a:p>
                <a:pPr algn="ctr"/>
                <a:r>
                  <a:rPr lang="fr-FR" b="0" i="0" dirty="0">
                    <a:latin typeface="Cambria Math" panose="02040503050406030204" pitchFamily="18" charset="0"/>
                  </a:rPr>
                  <a:t>Delt</a:t>
                </a:r>
                <a:r>
                  <a:rPr lang="fr-FR" dirty="0">
                    <a:latin typeface="Cambria Math" panose="02040503050406030204" pitchFamily="18" charset="0"/>
                  </a:rPr>
                  <a:t>a </a:t>
                </a:r>
                <a:r>
                  <a:rPr lang="fr-FR" dirty="0" err="1">
                    <a:latin typeface="Cambria Math" panose="02040503050406030204" pitchFamily="18" charset="0"/>
                  </a:rPr>
                  <a:t>rule</a:t>
                </a:r>
                <a:endParaRPr lang="fr-FR" b="0"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fr-FR" b="0" i="0" smtClean="0">
                          <a:latin typeface="Cambria Math" panose="02040503050406030204" pitchFamily="18" charset="0"/>
                        </a:rPr>
                        <m:t>Δ</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𝑖𝑗</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𝜖</m:t>
                          </m:r>
                          <m:r>
                            <a:rPr lang="fr-FR" b="0" i="1" smtClean="0">
                              <a:latin typeface="Cambria Math" panose="02040503050406030204" pitchFamily="18" charset="0"/>
                            </a:rPr>
                            <m:t>𝑥</m:t>
                          </m:r>
                        </m:e>
                        <m:sub>
                          <m:r>
                            <a:rPr lang="fr-FR" b="0" i="1" smtClean="0">
                              <a:latin typeface="Cambria Math" panose="02040503050406030204" pitchFamily="18" charset="0"/>
                            </a:rPr>
                            <m:t>𝑖</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𝑗</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𝑡</m:t>
                          </m:r>
                        </m:e>
                        <m:sub>
                          <m:r>
                            <a:rPr lang="fr-FR" b="0" i="1" smtClean="0">
                              <a:latin typeface="Cambria Math" panose="02040503050406030204" pitchFamily="18" charset="0"/>
                            </a:rPr>
                            <m:t>𝑗</m:t>
                          </m:r>
                        </m:sub>
                      </m:sSub>
                      <m:r>
                        <a:rPr lang="fr-FR" b="0" i="1" smtClean="0">
                          <a:latin typeface="Cambria Math" panose="02040503050406030204" pitchFamily="18" charset="0"/>
                        </a:rPr>
                        <m:t>)</m:t>
                      </m:r>
                    </m:oMath>
                  </m:oMathPara>
                </a14:m>
                <a:endParaRPr lang="fr-FR" dirty="0"/>
              </a:p>
            </p:txBody>
          </p:sp>
        </mc:Choice>
        <mc:Fallback xmlns="">
          <p:sp>
            <p:nvSpPr>
              <p:cNvPr id="52" name="ZoneTexte 51">
                <a:extLst>
                  <a:ext uri="{FF2B5EF4-FFF2-40B4-BE49-F238E27FC236}">
                    <a16:creationId xmlns:a16="http://schemas.microsoft.com/office/drawing/2014/main" id="{C6FD91D9-F984-C206-5019-BC675B225C25}"/>
                  </a:ext>
                </a:extLst>
              </p:cNvPr>
              <p:cNvSpPr txBox="1">
                <a:spLocks noRot="1" noChangeAspect="1" noMove="1" noResize="1" noEditPoints="1" noAdjustHandles="1" noChangeArrowheads="1" noChangeShapeType="1" noTextEdit="1"/>
              </p:cNvSpPr>
              <p:nvPr/>
            </p:nvSpPr>
            <p:spPr>
              <a:xfrm>
                <a:off x="3924572" y="3107278"/>
                <a:ext cx="2128275" cy="668645"/>
              </a:xfrm>
              <a:prstGeom prst="rect">
                <a:avLst/>
              </a:prstGeom>
              <a:blipFill>
                <a:blip r:embed="rId12"/>
                <a:stretch>
                  <a:fillRect t="-6422" b="-4587"/>
                </a:stretch>
              </a:blipFill>
            </p:spPr>
            <p:txBody>
              <a:bodyPr/>
              <a:lstStyle/>
              <a:p>
                <a:r>
                  <a:rPr lang="fr-FR">
                    <a:noFill/>
                  </a:rPr>
                  <a:t> </a:t>
                </a:r>
              </a:p>
            </p:txBody>
          </p:sp>
        </mc:Fallback>
      </mc:AlternateContent>
      <p:grpSp>
        <p:nvGrpSpPr>
          <p:cNvPr id="54" name="Groupe 53">
            <a:extLst>
              <a:ext uri="{FF2B5EF4-FFF2-40B4-BE49-F238E27FC236}">
                <a16:creationId xmlns:a16="http://schemas.microsoft.com/office/drawing/2014/main" id="{1DC658D0-F44C-84BC-2C67-6A6639A3B1EB}"/>
              </a:ext>
            </a:extLst>
          </p:cNvPr>
          <p:cNvGrpSpPr/>
          <p:nvPr/>
        </p:nvGrpSpPr>
        <p:grpSpPr>
          <a:xfrm>
            <a:off x="1837970" y="2394101"/>
            <a:ext cx="1977715" cy="1347057"/>
            <a:chOff x="6690177" y="2473105"/>
            <a:chExt cx="1977715" cy="1347057"/>
          </a:xfrm>
        </p:grpSpPr>
        <p:sp>
          <p:nvSpPr>
            <p:cNvPr id="55" name="Ellipse 54">
              <a:extLst>
                <a:ext uri="{FF2B5EF4-FFF2-40B4-BE49-F238E27FC236}">
                  <a16:creationId xmlns:a16="http://schemas.microsoft.com/office/drawing/2014/main" id="{8A563284-E60D-AC05-D473-8C8351831B77}"/>
                </a:ext>
              </a:extLst>
            </p:cNvPr>
            <p:cNvSpPr/>
            <p:nvPr/>
          </p:nvSpPr>
          <p:spPr>
            <a:xfrm>
              <a:off x="6748605"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Ellipse 56">
              <a:extLst>
                <a:ext uri="{FF2B5EF4-FFF2-40B4-BE49-F238E27FC236}">
                  <a16:creationId xmlns:a16="http://schemas.microsoft.com/office/drawing/2014/main" id="{79C3D146-24EA-38D0-66F4-711F59AD64A3}"/>
                </a:ext>
              </a:extLst>
            </p:cNvPr>
            <p:cNvSpPr/>
            <p:nvPr/>
          </p:nvSpPr>
          <p:spPr>
            <a:xfrm>
              <a:off x="7263581"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Ellipse 57">
              <a:extLst>
                <a:ext uri="{FF2B5EF4-FFF2-40B4-BE49-F238E27FC236}">
                  <a16:creationId xmlns:a16="http://schemas.microsoft.com/office/drawing/2014/main" id="{3F530A49-8A13-47A9-1D9A-DF2157D0AAC2}"/>
                </a:ext>
              </a:extLst>
            </p:cNvPr>
            <p:cNvSpPr/>
            <p:nvPr/>
          </p:nvSpPr>
          <p:spPr>
            <a:xfrm>
              <a:off x="7803655"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Ellipse 58">
              <a:extLst>
                <a:ext uri="{FF2B5EF4-FFF2-40B4-BE49-F238E27FC236}">
                  <a16:creationId xmlns:a16="http://schemas.microsoft.com/office/drawing/2014/main" id="{2C88C123-D1FE-A028-8C68-E383785BCB16}"/>
                </a:ext>
              </a:extLst>
            </p:cNvPr>
            <p:cNvSpPr/>
            <p:nvPr/>
          </p:nvSpPr>
          <p:spPr>
            <a:xfrm>
              <a:off x="8343729"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v</a:t>
              </a:r>
            </a:p>
          </p:txBody>
        </p:sp>
        <p:sp>
          <p:nvSpPr>
            <p:cNvPr id="61" name="Ellipse 60">
              <a:extLst>
                <a:ext uri="{FF2B5EF4-FFF2-40B4-BE49-F238E27FC236}">
                  <a16:creationId xmlns:a16="http://schemas.microsoft.com/office/drawing/2014/main" id="{F1619519-EB1C-64C9-C06A-79FB5DAAD8ED}"/>
                </a:ext>
              </a:extLst>
            </p:cNvPr>
            <p:cNvSpPr/>
            <p:nvPr/>
          </p:nvSpPr>
          <p:spPr>
            <a:xfrm>
              <a:off x="7272258" y="3495999"/>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Ellipse 62">
              <a:extLst>
                <a:ext uri="{FF2B5EF4-FFF2-40B4-BE49-F238E27FC236}">
                  <a16:creationId xmlns:a16="http://schemas.microsoft.com/office/drawing/2014/main" id="{7ED2A8B4-1037-7EC0-F68A-56E2ED7B0769}"/>
                </a:ext>
              </a:extLst>
            </p:cNvPr>
            <p:cNvSpPr/>
            <p:nvPr/>
          </p:nvSpPr>
          <p:spPr>
            <a:xfrm>
              <a:off x="7803655" y="3492513"/>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5" name="Connecteur droit avec flèche 64">
              <a:extLst>
                <a:ext uri="{FF2B5EF4-FFF2-40B4-BE49-F238E27FC236}">
                  <a16:creationId xmlns:a16="http://schemas.microsoft.com/office/drawing/2014/main" id="{2990BFE8-0C6F-BE8E-928F-7F716401229E}"/>
                </a:ext>
              </a:extLst>
            </p:cNvPr>
            <p:cNvCxnSpPr>
              <a:stCxn id="61" idx="0"/>
              <a:endCxn id="57" idx="4"/>
            </p:cNvCxnSpPr>
            <p:nvPr/>
          </p:nvCxnSpPr>
          <p:spPr>
            <a:xfrm flipV="1">
              <a:off x="7434340" y="2864750"/>
              <a:ext cx="9857" cy="631249"/>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7" name="Connecteur droit avec flèche 66">
              <a:extLst>
                <a:ext uri="{FF2B5EF4-FFF2-40B4-BE49-F238E27FC236}">
                  <a16:creationId xmlns:a16="http://schemas.microsoft.com/office/drawing/2014/main" id="{84F93CF4-4515-0F93-E08B-14124D664746}"/>
                </a:ext>
              </a:extLst>
            </p:cNvPr>
            <p:cNvCxnSpPr>
              <a:cxnSpLocks/>
              <a:stCxn id="63" idx="0"/>
            </p:cNvCxnSpPr>
            <p:nvPr/>
          </p:nvCxnSpPr>
          <p:spPr>
            <a:xfrm flipH="1" flipV="1">
              <a:off x="7444197" y="2864750"/>
              <a:ext cx="521540" cy="62776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E6245751-58AB-A7D2-C6C3-D6EDA795D84F}"/>
                    </a:ext>
                  </a:extLst>
                </p:cNvPr>
                <p:cNvSpPr txBox="1"/>
                <p:nvPr/>
              </p:nvSpPr>
              <p:spPr>
                <a:xfrm>
                  <a:off x="6690177" y="2473105"/>
                  <a:ext cx="441018"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𝑗</m:t>
                            </m:r>
                          </m:sub>
                        </m:sSub>
                      </m:oMath>
                    </m:oMathPara>
                  </a14:m>
                  <a:endParaRPr lang="fr-FR" dirty="0"/>
                </a:p>
              </p:txBody>
            </p:sp>
          </mc:Choice>
          <mc:Fallback xmlns="">
            <p:sp>
              <p:nvSpPr>
                <p:cNvPr id="69" name="ZoneTexte 68">
                  <a:extLst>
                    <a:ext uri="{FF2B5EF4-FFF2-40B4-BE49-F238E27FC236}">
                      <a16:creationId xmlns:a16="http://schemas.microsoft.com/office/drawing/2014/main" id="{E6245751-58AB-A7D2-C6C3-D6EDA795D84F}"/>
                    </a:ext>
                  </a:extLst>
                </p:cNvPr>
                <p:cNvSpPr txBox="1">
                  <a:spLocks noRot="1" noChangeAspect="1" noMove="1" noResize="1" noEditPoints="1" noAdjustHandles="1" noChangeArrowheads="1" noChangeShapeType="1" noTextEdit="1"/>
                </p:cNvSpPr>
                <p:nvPr/>
              </p:nvSpPr>
              <p:spPr>
                <a:xfrm>
                  <a:off x="6690177" y="2473105"/>
                  <a:ext cx="441018" cy="391646"/>
                </a:xfrm>
                <a:prstGeom prst="rect">
                  <a:avLst/>
                </a:prstGeom>
                <a:blipFill>
                  <a:blip r:embed="rId13"/>
                  <a:stretch>
                    <a:fillRect b="-781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1" name="ZoneTexte 70">
                  <a:extLst>
                    <a:ext uri="{FF2B5EF4-FFF2-40B4-BE49-F238E27FC236}">
                      <a16:creationId xmlns:a16="http://schemas.microsoft.com/office/drawing/2014/main" id="{4D1759E4-5473-214C-4758-64BDE5D5C7A3}"/>
                    </a:ext>
                  </a:extLst>
                </p:cNvPr>
                <p:cNvSpPr txBox="1"/>
                <p:nvPr/>
              </p:nvSpPr>
              <p:spPr>
                <a:xfrm>
                  <a:off x="7213830" y="3442784"/>
                  <a:ext cx="4333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𝑖</m:t>
                            </m:r>
                          </m:sub>
                        </m:sSub>
                      </m:oMath>
                    </m:oMathPara>
                  </a14:m>
                  <a:endParaRPr lang="fr-FR" dirty="0"/>
                </a:p>
              </p:txBody>
            </p:sp>
          </mc:Choice>
          <mc:Fallback xmlns="">
            <p:sp>
              <p:nvSpPr>
                <p:cNvPr id="71" name="ZoneTexte 70">
                  <a:extLst>
                    <a:ext uri="{FF2B5EF4-FFF2-40B4-BE49-F238E27FC236}">
                      <a16:creationId xmlns:a16="http://schemas.microsoft.com/office/drawing/2014/main" id="{4D1759E4-5473-214C-4758-64BDE5D5C7A3}"/>
                    </a:ext>
                  </a:extLst>
                </p:cNvPr>
                <p:cNvSpPr txBox="1">
                  <a:spLocks noRot="1" noChangeAspect="1" noMove="1" noResize="1" noEditPoints="1" noAdjustHandles="1" noChangeArrowheads="1" noChangeShapeType="1" noTextEdit="1"/>
                </p:cNvSpPr>
                <p:nvPr/>
              </p:nvSpPr>
              <p:spPr>
                <a:xfrm>
                  <a:off x="7213830" y="3442784"/>
                  <a:ext cx="433387" cy="369332"/>
                </a:xfrm>
                <a:prstGeom prst="rect">
                  <a:avLst/>
                </a:prstGeom>
                <a:blipFill>
                  <a:blip r:embed="rId14"/>
                  <a:stretch>
                    <a:fillRect b="-166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6" name="ZoneTexte 75">
                  <a:extLst>
                    <a:ext uri="{FF2B5EF4-FFF2-40B4-BE49-F238E27FC236}">
                      <a16:creationId xmlns:a16="http://schemas.microsoft.com/office/drawing/2014/main" id="{0E453895-7C19-11B8-54EC-C2C6FB8C6892}"/>
                    </a:ext>
                  </a:extLst>
                </p:cNvPr>
                <p:cNvSpPr txBox="1"/>
                <p:nvPr/>
              </p:nvSpPr>
              <p:spPr>
                <a:xfrm>
                  <a:off x="6758287" y="3084879"/>
                  <a:ext cx="471155" cy="3250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𝑤</m:t>
                            </m:r>
                          </m:e>
                          <m:sub>
                            <m:r>
                              <a:rPr lang="fr-FR" sz="1400" b="0" i="1" smtClean="0">
                                <a:latin typeface="Cambria Math" panose="02040503050406030204" pitchFamily="18" charset="0"/>
                              </a:rPr>
                              <m:t>𝑖𝑗</m:t>
                            </m:r>
                          </m:sub>
                        </m:sSub>
                      </m:oMath>
                    </m:oMathPara>
                  </a14:m>
                  <a:endParaRPr lang="fr-FR" dirty="0"/>
                </a:p>
              </p:txBody>
            </p:sp>
          </mc:Choice>
          <mc:Fallback xmlns="">
            <p:sp>
              <p:nvSpPr>
                <p:cNvPr id="76" name="ZoneTexte 75">
                  <a:extLst>
                    <a:ext uri="{FF2B5EF4-FFF2-40B4-BE49-F238E27FC236}">
                      <a16:creationId xmlns:a16="http://schemas.microsoft.com/office/drawing/2014/main" id="{0E453895-7C19-11B8-54EC-C2C6FB8C6892}"/>
                    </a:ext>
                  </a:extLst>
                </p:cNvPr>
                <p:cNvSpPr txBox="1">
                  <a:spLocks noRot="1" noChangeAspect="1" noMove="1" noResize="1" noEditPoints="1" noAdjustHandles="1" noChangeArrowheads="1" noChangeShapeType="1" noTextEdit="1"/>
                </p:cNvSpPr>
                <p:nvPr/>
              </p:nvSpPr>
              <p:spPr>
                <a:xfrm>
                  <a:off x="6758287" y="3084879"/>
                  <a:ext cx="471155" cy="325089"/>
                </a:xfrm>
                <a:prstGeom prst="rect">
                  <a:avLst/>
                </a:prstGeom>
                <a:blipFill>
                  <a:blip r:embed="rId15"/>
                  <a:stretch>
                    <a:fillRect b="-3774"/>
                  </a:stretch>
                </a:blipFill>
              </p:spPr>
              <p:txBody>
                <a:bodyPr/>
                <a:lstStyle/>
                <a:p>
                  <a:r>
                    <a:rPr lang="fr-FR">
                      <a:noFill/>
                    </a:rPr>
                    <a:t> </a:t>
                  </a:r>
                </a:p>
              </p:txBody>
            </p:sp>
          </mc:Fallback>
        </mc:AlternateContent>
        <p:cxnSp>
          <p:nvCxnSpPr>
            <p:cNvPr id="77" name="Connecteur droit avec flèche 76">
              <a:extLst>
                <a:ext uri="{FF2B5EF4-FFF2-40B4-BE49-F238E27FC236}">
                  <a16:creationId xmlns:a16="http://schemas.microsoft.com/office/drawing/2014/main" id="{D48FE0A7-737F-B1DA-7628-11141555EB8D}"/>
                </a:ext>
              </a:extLst>
            </p:cNvPr>
            <p:cNvCxnSpPr>
              <a:cxnSpLocks/>
              <a:stCxn id="63" idx="0"/>
              <a:endCxn id="58" idx="4"/>
            </p:cNvCxnSpPr>
            <p:nvPr/>
          </p:nvCxnSpPr>
          <p:spPr>
            <a:xfrm flipV="1">
              <a:off x="7965737" y="2864750"/>
              <a:ext cx="0" cy="627763"/>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8" name="Connecteur droit avec flèche 77">
              <a:extLst>
                <a:ext uri="{FF2B5EF4-FFF2-40B4-BE49-F238E27FC236}">
                  <a16:creationId xmlns:a16="http://schemas.microsoft.com/office/drawing/2014/main" id="{65F72EFD-C561-BF78-4FA6-8533176D49E1}"/>
                </a:ext>
              </a:extLst>
            </p:cNvPr>
            <p:cNvCxnSpPr>
              <a:cxnSpLocks/>
              <a:stCxn id="63" idx="0"/>
              <a:endCxn id="59" idx="4"/>
            </p:cNvCxnSpPr>
            <p:nvPr/>
          </p:nvCxnSpPr>
          <p:spPr>
            <a:xfrm flipV="1">
              <a:off x="7965737" y="2864750"/>
              <a:ext cx="540074" cy="627763"/>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9" name="Connecteur droit avec flèche 78">
              <a:extLst>
                <a:ext uri="{FF2B5EF4-FFF2-40B4-BE49-F238E27FC236}">
                  <a16:creationId xmlns:a16="http://schemas.microsoft.com/office/drawing/2014/main" id="{CBFD0CBE-8A8B-8E47-A440-8433B67C885E}"/>
                </a:ext>
              </a:extLst>
            </p:cNvPr>
            <p:cNvCxnSpPr>
              <a:cxnSpLocks/>
              <a:stCxn id="63" idx="0"/>
              <a:endCxn id="55" idx="4"/>
            </p:cNvCxnSpPr>
            <p:nvPr/>
          </p:nvCxnSpPr>
          <p:spPr>
            <a:xfrm flipH="1" flipV="1">
              <a:off x="6910687" y="2864751"/>
              <a:ext cx="1055050" cy="627762"/>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0" name="Connecteur droit avec flèche 79">
              <a:extLst>
                <a:ext uri="{FF2B5EF4-FFF2-40B4-BE49-F238E27FC236}">
                  <a16:creationId xmlns:a16="http://schemas.microsoft.com/office/drawing/2014/main" id="{96824FA3-490D-4649-CAA0-A2CDAC75198B}"/>
                </a:ext>
              </a:extLst>
            </p:cNvPr>
            <p:cNvCxnSpPr>
              <a:stCxn id="61" idx="0"/>
              <a:endCxn id="55" idx="4"/>
            </p:cNvCxnSpPr>
            <p:nvPr/>
          </p:nvCxnSpPr>
          <p:spPr>
            <a:xfrm flipH="1" flipV="1">
              <a:off x="6910687" y="2864751"/>
              <a:ext cx="523653" cy="631248"/>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1" name="Connecteur droit avec flèche 80">
              <a:extLst>
                <a:ext uri="{FF2B5EF4-FFF2-40B4-BE49-F238E27FC236}">
                  <a16:creationId xmlns:a16="http://schemas.microsoft.com/office/drawing/2014/main" id="{A4BD1713-3A87-03BA-9123-6E8CBD72A371}"/>
                </a:ext>
              </a:extLst>
            </p:cNvPr>
            <p:cNvCxnSpPr>
              <a:stCxn id="61" idx="0"/>
              <a:endCxn id="58" idx="4"/>
            </p:cNvCxnSpPr>
            <p:nvPr/>
          </p:nvCxnSpPr>
          <p:spPr>
            <a:xfrm flipV="1">
              <a:off x="7434340" y="2864750"/>
              <a:ext cx="531397" cy="631249"/>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2" name="Connecteur droit avec flèche 81">
              <a:extLst>
                <a:ext uri="{FF2B5EF4-FFF2-40B4-BE49-F238E27FC236}">
                  <a16:creationId xmlns:a16="http://schemas.microsoft.com/office/drawing/2014/main" id="{783081BF-32B7-6B6D-928D-213D36564E43}"/>
                </a:ext>
              </a:extLst>
            </p:cNvPr>
            <p:cNvCxnSpPr>
              <a:stCxn id="61" idx="0"/>
              <a:endCxn id="59" idx="4"/>
            </p:cNvCxnSpPr>
            <p:nvPr/>
          </p:nvCxnSpPr>
          <p:spPr>
            <a:xfrm flipV="1">
              <a:off x="7434340" y="2864750"/>
              <a:ext cx="1071471" cy="631249"/>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83" name="ZoneTexte 82">
            <a:extLst>
              <a:ext uri="{FF2B5EF4-FFF2-40B4-BE49-F238E27FC236}">
                <a16:creationId xmlns:a16="http://schemas.microsoft.com/office/drawing/2014/main" id="{89F7F30C-A7EE-D4F2-A5F2-A75CA4DA65C0}"/>
              </a:ext>
            </a:extLst>
          </p:cNvPr>
          <p:cNvSpPr txBox="1"/>
          <p:nvPr/>
        </p:nvSpPr>
        <p:spPr>
          <a:xfrm>
            <a:off x="1020437" y="3390924"/>
            <a:ext cx="417615" cy="369332"/>
          </a:xfrm>
          <a:prstGeom prst="rect">
            <a:avLst/>
          </a:prstGeom>
          <a:noFill/>
          <a:ln w="9525">
            <a:noFill/>
          </a:ln>
        </p:spPr>
        <p:txBody>
          <a:bodyPr wrap="none" rtlCol="0">
            <a:spAutoFit/>
          </a:bodyPr>
          <a:lstStyle/>
          <a:p>
            <a:r>
              <a:rPr lang="fr-FR" dirty="0"/>
              <a:t>EC</a:t>
            </a:r>
          </a:p>
        </p:txBody>
      </p:sp>
      <p:sp>
        <p:nvSpPr>
          <p:cNvPr id="84" name="ZoneTexte 83">
            <a:extLst>
              <a:ext uri="{FF2B5EF4-FFF2-40B4-BE49-F238E27FC236}">
                <a16:creationId xmlns:a16="http://schemas.microsoft.com/office/drawing/2014/main" id="{DB2A08A4-6BBC-8EFD-8CB1-21BEFB34E9B8}"/>
              </a:ext>
            </a:extLst>
          </p:cNvPr>
          <p:cNvSpPr txBox="1"/>
          <p:nvPr/>
        </p:nvSpPr>
        <p:spPr>
          <a:xfrm>
            <a:off x="928136" y="2448322"/>
            <a:ext cx="558166" cy="369332"/>
          </a:xfrm>
          <a:prstGeom prst="rect">
            <a:avLst/>
          </a:prstGeom>
          <a:noFill/>
          <a:ln>
            <a:noFill/>
          </a:ln>
        </p:spPr>
        <p:txBody>
          <a:bodyPr wrap="square" rtlCol="0">
            <a:spAutoFit/>
          </a:bodyPr>
          <a:lstStyle/>
          <a:p>
            <a:r>
              <a:rPr lang="fr-FR" dirty="0"/>
              <a:t>CA3</a:t>
            </a:r>
          </a:p>
        </p:txBody>
      </p:sp>
      <mc:AlternateContent xmlns:mc="http://schemas.openxmlformats.org/markup-compatibility/2006" xmlns:a14="http://schemas.microsoft.com/office/drawing/2010/main">
        <mc:Choice Requires="a14">
          <p:sp>
            <p:nvSpPr>
              <p:cNvPr id="85" name="ZoneTexte 84">
                <a:extLst>
                  <a:ext uri="{FF2B5EF4-FFF2-40B4-BE49-F238E27FC236}">
                    <a16:creationId xmlns:a16="http://schemas.microsoft.com/office/drawing/2014/main" id="{AD38A518-1473-9B6E-A06E-7C231D605DFD}"/>
                  </a:ext>
                </a:extLst>
              </p:cNvPr>
              <p:cNvSpPr txBox="1"/>
              <p:nvPr/>
            </p:nvSpPr>
            <p:spPr>
              <a:xfrm>
                <a:off x="4295869" y="2300106"/>
                <a:ext cx="1413399" cy="6722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𝑗</m:t>
                          </m:r>
                        </m:sub>
                      </m:sSub>
                      <m:r>
                        <a:rPr lang="fr-FR" b="0" i="1" smtClean="0">
                          <a:latin typeface="Cambria Math" panose="02040503050406030204" pitchFamily="18" charset="0"/>
                        </a:rPr>
                        <m:t>=</m:t>
                      </m:r>
                      <m:nary>
                        <m:naryPr>
                          <m:chr m:val="∑"/>
                          <m:supHide m:val="on"/>
                          <m:ctrlPr>
                            <a:rPr lang="fr-FR" b="0" i="1" smtClean="0">
                              <a:latin typeface="Cambria Math" panose="02040503050406030204" pitchFamily="18" charset="0"/>
                            </a:rPr>
                          </m:ctrlPr>
                        </m:naryPr>
                        <m:sub>
                          <m:r>
                            <a:rPr lang="fr-FR" b="0" i="1" smtClean="0">
                              <a:latin typeface="Cambria Math" panose="02040503050406030204" pitchFamily="18" charset="0"/>
                            </a:rPr>
                            <m:t>𝑖</m:t>
                          </m:r>
                        </m:sub>
                        <m:sup/>
                        <m:e>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𝑖𝑗</m:t>
                              </m:r>
                            </m:sub>
                          </m:sSub>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𝑖</m:t>
                              </m:r>
                            </m:sub>
                          </m:sSub>
                        </m:e>
                      </m:nary>
                    </m:oMath>
                  </m:oMathPara>
                </a14:m>
                <a:endParaRPr lang="fr-FR" dirty="0"/>
              </a:p>
            </p:txBody>
          </p:sp>
        </mc:Choice>
        <mc:Fallback xmlns="">
          <p:sp>
            <p:nvSpPr>
              <p:cNvPr id="85" name="ZoneTexte 84">
                <a:extLst>
                  <a:ext uri="{FF2B5EF4-FFF2-40B4-BE49-F238E27FC236}">
                    <a16:creationId xmlns:a16="http://schemas.microsoft.com/office/drawing/2014/main" id="{AD38A518-1473-9B6E-A06E-7C231D605DFD}"/>
                  </a:ext>
                </a:extLst>
              </p:cNvPr>
              <p:cNvSpPr txBox="1">
                <a:spLocks noRot="1" noChangeAspect="1" noMove="1" noResize="1" noEditPoints="1" noAdjustHandles="1" noChangeArrowheads="1" noChangeShapeType="1" noTextEdit="1"/>
              </p:cNvSpPr>
              <p:nvPr/>
            </p:nvSpPr>
            <p:spPr>
              <a:xfrm>
                <a:off x="4295869" y="2300106"/>
                <a:ext cx="1413399" cy="672235"/>
              </a:xfrm>
              <a:prstGeom prst="rect">
                <a:avLst/>
              </a:prstGeom>
              <a:blipFill>
                <a:blip r:embed="rId16"/>
                <a:stretch>
                  <a:fillRect/>
                </a:stretch>
              </a:blipFill>
            </p:spPr>
            <p:txBody>
              <a:bodyPr/>
              <a:lstStyle/>
              <a:p>
                <a:r>
                  <a:rPr lang="fr-FR">
                    <a:noFill/>
                  </a:rPr>
                  <a:t> </a:t>
                </a:r>
              </a:p>
            </p:txBody>
          </p:sp>
        </mc:Fallback>
      </mc:AlternateContent>
      <p:sp>
        <p:nvSpPr>
          <p:cNvPr id="3" name="Espace réservé du numéro de diapositive 2">
            <a:extLst>
              <a:ext uri="{FF2B5EF4-FFF2-40B4-BE49-F238E27FC236}">
                <a16:creationId xmlns:a16="http://schemas.microsoft.com/office/drawing/2014/main" id="{C19C5DE8-9581-B6C1-A070-3BFE367E80AC}"/>
              </a:ext>
            </a:extLst>
          </p:cNvPr>
          <p:cNvSpPr>
            <a:spLocks noGrp="1"/>
          </p:cNvSpPr>
          <p:nvPr>
            <p:ph type="sldNum" sz="quarter" idx="12"/>
          </p:nvPr>
        </p:nvSpPr>
        <p:spPr/>
        <p:txBody>
          <a:bodyPr/>
          <a:lstStyle/>
          <a:p>
            <a:fld id="{5149A38E-4A7C-4C86-B631-64CD0F93C451}" type="slidenum">
              <a:rPr lang="fr-FR" smtClean="0"/>
              <a:t>36</a:t>
            </a:fld>
            <a:endParaRPr lang="fr-FR"/>
          </a:p>
        </p:txBody>
      </p:sp>
      <p:pic>
        <p:nvPicPr>
          <p:cNvPr id="4" name="Image 3">
            <a:extLst>
              <a:ext uri="{FF2B5EF4-FFF2-40B4-BE49-F238E27FC236}">
                <a16:creationId xmlns:a16="http://schemas.microsoft.com/office/drawing/2014/main" id="{F1811547-45BF-2820-0AD7-B10C9A87A347}"/>
              </a:ext>
            </a:extLst>
          </p:cNvPr>
          <p:cNvPicPr>
            <a:picLocks noChangeAspect="1"/>
          </p:cNvPicPr>
          <p:nvPr/>
        </p:nvPicPr>
        <p:blipFill>
          <a:blip r:embed="rId17"/>
          <a:srcRect b="62236"/>
          <a:stretch/>
        </p:blipFill>
        <p:spPr>
          <a:xfrm>
            <a:off x="6209756" y="1850943"/>
            <a:ext cx="4771876" cy="860837"/>
          </a:xfrm>
          <a:prstGeom prst="rect">
            <a:avLst/>
          </a:prstGeom>
        </p:spPr>
      </p:pic>
    </p:spTree>
    <p:extLst>
      <p:ext uri="{BB962C8B-B14F-4D97-AF65-F5344CB8AC3E}">
        <p14:creationId xmlns:p14="http://schemas.microsoft.com/office/powerpoint/2010/main" val="11177785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82783-1E89-4F95-4348-4DEBD3954D11}"/>
              </a:ext>
            </a:extLst>
          </p:cNvPr>
          <p:cNvSpPr>
            <a:spLocks noGrp="1"/>
          </p:cNvSpPr>
          <p:nvPr>
            <p:ph type="title"/>
          </p:nvPr>
        </p:nvSpPr>
        <p:spPr/>
        <p:txBody>
          <a:bodyPr/>
          <a:lstStyle/>
          <a:p>
            <a:r>
              <a:rPr lang="fr-FR" dirty="0" err="1"/>
              <a:t>Heteroassociation</a:t>
            </a:r>
            <a:r>
              <a:rPr lang="fr-FR" dirty="0"/>
              <a:t> in EC-CA3</a:t>
            </a:r>
          </a:p>
        </p:txBody>
      </p:sp>
      <mc:AlternateContent xmlns:mc="http://schemas.openxmlformats.org/markup-compatibility/2006" xmlns:a14="http://schemas.microsoft.com/office/drawing/2010/main">
        <mc:Choice Requires="a14">
          <p:sp>
            <p:nvSpPr>
              <p:cNvPr id="51" name="Espace réservé du contenu 34">
                <a:extLst>
                  <a:ext uri="{FF2B5EF4-FFF2-40B4-BE49-F238E27FC236}">
                    <a16:creationId xmlns:a16="http://schemas.microsoft.com/office/drawing/2014/main" id="{C2A41677-9267-A3F4-365B-C2893CA95B04}"/>
                  </a:ext>
                </a:extLst>
              </p:cNvPr>
              <p:cNvSpPr txBox="1">
                <a:spLocks/>
              </p:cNvSpPr>
              <p:nvPr/>
            </p:nvSpPr>
            <p:spPr>
              <a:xfrm>
                <a:off x="828675" y="1835150"/>
                <a:ext cx="5181600" cy="43084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b="1" dirty="0"/>
                  <a:t>	</a:t>
                </a:r>
                <a:r>
                  <a:rPr lang="fr-FR" sz="2000" b="1" dirty="0"/>
                  <a:t>Pattern </a:t>
                </a:r>
                <a:r>
                  <a:rPr lang="fr-FR" sz="2000" b="1" dirty="0" err="1"/>
                  <a:t>associator</a:t>
                </a: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r>
                  <a:rPr lang="fr-FR" sz="2000" dirty="0"/>
                  <a:t>Performance on the 64 patterns: </a:t>
                </a:r>
                <a14:m>
                  <m:oMath xmlns:m="http://schemas.openxmlformats.org/officeDocument/2006/math">
                    <m:r>
                      <m:rPr>
                        <m:sty m:val="p"/>
                      </m:rPr>
                      <a:rPr lang="fr-FR" sz="2000" dirty="0" smtClean="0">
                        <a:latin typeface="Cambria Math" panose="02040503050406030204" pitchFamily="18" charset="0"/>
                      </a:rPr>
                      <m:t>Corr</m:t>
                    </m:r>
                    <m:d>
                      <m:dPr>
                        <m:ctrlPr>
                          <a:rPr lang="fr-FR" sz="2000" i="1" dirty="0" smtClean="0">
                            <a:latin typeface="Cambria Math" panose="02040503050406030204" pitchFamily="18" charset="0"/>
                          </a:rPr>
                        </m:ctrlPr>
                      </m:dPr>
                      <m:e>
                        <m:r>
                          <a:rPr lang="fr-FR" sz="2000" b="1" dirty="0" smtClean="0">
                            <a:latin typeface="Cambria Math" panose="02040503050406030204" pitchFamily="18" charset="0"/>
                          </a:rPr>
                          <m:t>𝐲</m:t>
                        </m:r>
                        <m:r>
                          <a:rPr lang="fr-FR" sz="2000" dirty="0" smtClean="0">
                            <a:latin typeface="Cambria Math" panose="02040503050406030204" pitchFamily="18" charset="0"/>
                          </a:rPr>
                          <m:t>, </m:t>
                        </m:r>
                        <m:r>
                          <a:rPr lang="fr-FR" sz="2000" b="1" dirty="0" smtClean="0">
                            <a:latin typeface="Cambria Math" panose="02040503050406030204" pitchFamily="18" charset="0"/>
                          </a:rPr>
                          <m:t>𝐭</m:t>
                        </m:r>
                      </m:e>
                    </m:d>
                  </m:oMath>
                </a14:m>
                <a:r>
                  <a:rPr lang="fr-FR" dirty="0"/>
                  <a:t> </a:t>
                </a:r>
              </a:p>
            </p:txBody>
          </p:sp>
        </mc:Choice>
        <mc:Fallback xmlns="">
          <p:sp>
            <p:nvSpPr>
              <p:cNvPr id="51" name="Espace réservé du contenu 34">
                <a:extLst>
                  <a:ext uri="{FF2B5EF4-FFF2-40B4-BE49-F238E27FC236}">
                    <a16:creationId xmlns:a16="http://schemas.microsoft.com/office/drawing/2014/main" id="{C2A41677-9267-A3F4-365B-C2893CA95B04}"/>
                  </a:ext>
                </a:extLst>
              </p:cNvPr>
              <p:cNvSpPr txBox="1">
                <a:spLocks noRot="1" noChangeAspect="1" noMove="1" noResize="1" noEditPoints="1" noAdjustHandles="1" noChangeArrowheads="1" noChangeShapeType="1" noTextEdit="1"/>
              </p:cNvSpPr>
              <p:nvPr/>
            </p:nvSpPr>
            <p:spPr>
              <a:xfrm>
                <a:off x="828675" y="1835150"/>
                <a:ext cx="5181600" cy="4308475"/>
              </a:xfrm>
              <a:prstGeom prst="rect">
                <a:avLst/>
              </a:prstGeom>
              <a:blipFill>
                <a:blip r:embed="rId3"/>
                <a:stretch>
                  <a:fillRect l="-1294"/>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2" name="ZoneTexte 51">
                <a:extLst>
                  <a:ext uri="{FF2B5EF4-FFF2-40B4-BE49-F238E27FC236}">
                    <a16:creationId xmlns:a16="http://schemas.microsoft.com/office/drawing/2014/main" id="{C6FD91D9-F984-C206-5019-BC675B225C25}"/>
                  </a:ext>
                </a:extLst>
              </p:cNvPr>
              <p:cNvSpPr txBox="1"/>
              <p:nvPr/>
            </p:nvSpPr>
            <p:spPr>
              <a:xfrm>
                <a:off x="3924572" y="3107278"/>
                <a:ext cx="2128275" cy="668645"/>
              </a:xfrm>
              <a:prstGeom prst="rect">
                <a:avLst/>
              </a:prstGeom>
              <a:noFill/>
            </p:spPr>
            <p:txBody>
              <a:bodyPr wrap="none" rtlCol="0">
                <a:spAutoFit/>
              </a:bodyPr>
              <a:lstStyle/>
              <a:p>
                <a:pPr algn="ctr"/>
                <a:r>
                  <a:rPr lang="fr-FR" b="0" i="0" dirty="0">
                    <a:latin typeface="Cambria Math" panose="02040503050406030204" pitchFamily="18" charset="0"/>
                  </a:rPr>
                  <a:t>Delt</a:t>
                </a:r>
                <a:r>
                  <a:rPr lang="fr-FR" dirty="0">
                    <a:latin typeface="Cambria Math" panose="02040503050406030204" pitchFamily="18" charset="0"/>
                  </a:rPr>
                  <a:t>a </a:t>
                </a:r>
                <a:r>
                  <a:rPr lang="fr-FR" dirty="0" err="1">
                    <a:latin typeface="Cambria Math" panose="02040503050406030204" pitchFamily="18" charset="0"/>
                  </a:rPr>
                  <a:t>rule</a:t>
                </a:r>
                <a:endParaRPr lang="fr-FR" b="0"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fr-FR" b="0" i="0" smtClean="0">
                          <a:latin typeface="Cambria Math" panose="02040503050406030204" pitchFamily="18" charset="0"/>
                        </a:rPr>
                        <m:t>Δ</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𝑖𝑗</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𝜖</m:t>
                          </m:r>
                          <m:r>
                            <a:rPr lang="fr-FR" b="0" i="1" smtClean="0">
                              <a:latin typeface="Cambria Math" panose="02040503050406030204" pitchFamily="18" charset="0"/>
                            </a:rPr>
                            <m:t>𝑥</m:t>
                          </m:r>
                        </m:e>
                        <m:sub>
                          <m:r>
                            <a:rPr lang="fr-FR" b="0" i="1" smtClean="0">
                              <a:latin typeface="Cambria Math" panose="02040503050406030204" pitchFamily="18" charset="0"/>
                            </a:rPr>
                            <m:t>𝑖</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𝑗</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𝑡</m:t>
                          </m:r>
                        </m:e>
                        <m:sub>
                          <m:r>
                            <a:rPr lang="fr-FR" b="0" i="1" smtClean="0">
                              <a:latin typeface="Cambria Math" panose="02040503050406030204" pitchFamily="18" charset="0"/>
                            </a:rPr>
                            <m:t>𝑗</m:t>
                          </m:r>
                        </m:sub>
                      </m:sSub>
                      <m:r>
                        <a:rPr lang="fr-FR" b="0" i="1" smtClean="0">
                          <a:latin typeface="Cambria Math" panose="02040503050406030204" pitchFamily="18" charset="0"/>
                        </a:rPr>
                        <m:t>)</m:t>
                      </m:r>
                    </m:oMath>
                  </m:oMathPara>
                </a14:m>
                <a:endParaRPr lang="fr-FR" dirty="0"/>
              </a:p>
            </p:txBody>
          </p:sp>
        </mc:Choice>
        <mc:Fallback xmlns="">
          <p:sp>
            <p:nvSpPr>
              <p:cNvPr id="52" name="ZoneTexte 51">
                <a:extLst>
                  <a:ext uri="{FF2B5EF4-FFF2-40B4-BE49-F238E27FC236}">
                    <a16:creationId xmlns:a16="http://schemas.microsoft.com/office/drawing/2014/main" id="{C6FD91D9-F984-C206-5019-BC675B225C25}"/>
                  </a:ext>
                </a:extLst>
              </p:cNvPr>
              <p:cNvSpPr txBox="1">
                <a:spLocks noRot="1" noChangeAspect="1" noMove="1" noResize="1" noEditPoints="1" noAdjustHandles="1" noChangeArrowheads="1" noChangeShapeType="1" noTextEdit="1"/>
              </p:cNvSpPr>
              <p:nvPr/>
            </p:nvSpPr>
            <p:spPr>
              <a:xfrm>
                <a:off x="3924572" y="3107278"/>
                <a:ext cx="2128275" cy="668645"/>
              </a:xfrm>
              <a:prstGeom prst="rect">
                <a:avLst/>
              </a:prstGeom>
              <a:blipFill>
                <a:blip r:embed="rId4"/>
                <a:stretch>
                  <a:fillRect t="-6422" b="-4587"/>
                </a:stretch>
              </a:blipFill>
            </p:spPr>
            <p:txBody>
              <a:bodyPr/>
              <a:lstStyle/>
              <a:p>
                <a:r>
                  <a:rPr lang="fr-FR">
                    <a:noFill/>
                  </a:rPr>
                  <a:t> </a:t>
                </a:r>
              </a:p>
            </p:txBody>
          </p:sp>
        </mc:Fallback>
      </mc:AlternateContent>
      <p:grpSp>
        <p:nvGrpSpPr>
          <p:cNvPr id="54" name="Groupe 53">
            <a:extLst>
              <a:ext uri="{FF2B5EF4-FFF2-40B4-BE49-F238E27FC236}">
                <a16:creationId xmlns:a16="http://schemas.microsoft.com/office/drawing/2014/main" id="{1DC658D0-F44C-84BC-2C67-6A6639A3B1EB}"/>
              </a:ext>
            </a:extLst>
          </p:cNvPr>
          <p:cNvGrpSpPr/>
          <p:nvPr/>
        </p:nvGrpSpPr>
        <p:grpSpPr>
          <a:xfrm>
            <a:off x="1837970" y="2394101"/>
            <a:ext cx="1977715" cy="1347057"/>
            <a:chOff x="6690177" y="2473105"/>
            <a:chExt cx="1977715" cy="1347057"/>
          </a:xfrm>
        </p:grpSpPr>
        <p:sp>
          <p:nvSpPr>
            <p:cNvPr id="55" name="Ellipse 54">
              <a:extLst>
                <a:ext uri="{FF2B5EF4-FFF2-40B4-BE49-F238E27FC236}">
                  <a16:creationId xmlns:a16="http://schemas.microsoft.com/office/drawing/2014/main" id="{8A563284-E60D-AC05-D473-8C8351831B77}"/>
                </a:ext>
              </a:extLst>
            </p:cNvPr>
            <p:cNvSpPr/>
            <p:nvPr/>
          </p:nvSpPr>
          <p:spPr>
            <a:xfrm>
              <a:off x="6748605"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Ellipse 56">
              <a:extLst>
                <a:ext uri="{FF2B5EF4-FFF2-40B4-BE49-F238E27FC236}">
                  <a16:creationId xmlns:a16="http://schemas.microsoft.com/office/drawing/2014/main" id="{79C3D146-24EA-38D0-66F4-711F59AD64A3}"/>
                </a:ext>
              </a:extLst>
            </p:cNvPr>
            <p:cNvSpPr/>
            <p:nvPr/>
          </p:nvSpPr>
          <p:spPr>
            <a:xfrm>
              <a:off x="7263581"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Ellipse 57">
              <a:extLst>
                <a:ext uri="{FF2B5EF4-FFF2-40B4-BE49-F238E27FC236}">
                  <a16:creationId xmlns:a16="http://schemas.microsoft.com/office/drawing/2014/main" id="{3F530A49-8A13-47A9-1D9A-DF2157D0AAC2}"/>
                </a:ext>
              </a:extLst>
            </p:cNvPr>
            <p:cNvSpPr/>
            <p:nvPr/>
          </p:nvSpPr>
          <p:spPr>
            <a:xfrm>
              <a:off x="7803655"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 name="Ellipse 58">
              <a:extLst>
                <a:ext uri="{FF2B5EF4-FFF2-40B4-BE49-F238E27FC236}">
                  <a16:creationId xmlns:a16="http://schemas.microsoft.com/office/drawing/2014/main" id="{2C88C123-D1FE-A028-8C68-E383785BCB16}"/>
                </a:ext>
              </a:extLst>
            </p:cNvPr>
            <p:cNvSpPr/>
            <p:nvPr/>
          </p:nvSpPr>
          <p:spPr>
            <a:xfrm>
              <a:off x="8343729"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v</a:t>
              </a:r>
            </a:p>
          </p:txBody>
        </p:sp>
        <p:sp>
          <p:nvSpPr>
            <p:cNvPr id="61" name="Ellipse 60">
              <a:extLst>
                <a:ext uri="{FF2B5EF4-FFF2-40B4-BE49-F238E27FC236}">
                  <a16:creationId xmlns:a16="http://schemas.microsoft.com/office/drawing/2014/main" id="{F1619519-EB1C-64C9-C06A-79FB5DAAD8ED}"/>
                </a:ext>
              </a:extLst>
            </p:cNvPr>
            <p:cNvSpPr/>
            <p:nvPr/>
          </p:nvSpPr>
          <p:spPr>
            <a:xfrm>
              <a:off x="7272258" y="3495999"/>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3" name="Ellipse 62">
              <a:extLst>
                <a:ext uri="{FF2B5EF4-FFF2-40B4-BE49-F238E27FC236}">
                  <a16:creationId xmlns:a16="http://schemas.microsoft.com/office/drawing/2014/main" id="{7ED2A8B4-1037-7EC0-F68A-56E2ED7B0769}"/>
                </a:ext>
              </a:extLst>
            </p:cNvPr>
            <p:cNvSpPr/>
            <p:nvPr/>
          </p:nvSpPr>
          <p:spPr>
            <a:xfrm>
              <a:off x="7803655" y="3492513"/>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5" name="Connecteur droit avec flèche 64">
              <a:extLst>
                <a:ext uri="{FF2B5EF4-FFF2-40B4-BE49-F238E27FC236}">
                  <a16:creationId xmlns:a16="http://schemas.microsoft.com/office/drawing/2014/main" id="{2990BFE8-0C6F-BE8E-928F-7F716401229E}"/>
                </a:ext>
              </a:extLst>
            </p:cNvPr>
            <p:cNvCxnSpPr>
              <a:stCxn id="61" idx="0"/>
              <a:endCxn id="57" idx="4"/>
            </p:cNvCxnSpPr>
            <p:nvPr/>
          </p:nvCxnSpPr>
          <p:spPr>
            <a:xfrm flipV="1">
              <a:off x="7434340" y="2864750"/>
              <a:ext cx="9857" cy="631249"/>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7" name="Connecteur droit avec flèche 66">
              <a:extLst>
                <a:ext uri="{FF2B5EF4-FFF2-40B4-BE49-F238E27FC236}">
                  <a16:creationId xmlns:a16="http://schemas.microsoft.com/office/drawing/2014/main" id="{84F93CF4-4515-0F93-E08B-14124D664746}"/>
                </a:ext>
              </a:extLst>
            </p:cNvPr>
            <p:cNvCxnSpPr>
              <a:cxnSpLocks/>
              <a:stCxn id="63" idx="0"/>
            </p:cNvCxnSpPr>
            <p:nvPr/>
          </p:nvCxnSpPr>
          <p:spPr>
            <a:xfrm flipH="1" flipV="1">
              <a:off x="7444197" y="2864750"/>
              <a:ext cx="521540" cy="62776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9" name="ZoneTexte 68">
                  <a:extLst>
                    <a:ext uri="{FF2B5EF4-FFF2-40B4-BE49-F238E27FC236}">
                      <a16:creationId xmlns:a16="http://schemas.microsoft.com/office/drawing/2014/main" id="{E6245751-58AB-A7D2-C6C3-D6EDA795D84F}"/>
                    </a:ext>
                  </a:extLst>
                </p:cNvPr>
                <p:cNvSpPr txBox="1"/>
                <p:nvPr/>
              </p:nvSpPr>
              <p:spPr>
                <a:xfrm>
                  <a:off x="6690177" y="2473105"/>
                  <a:ext cx="441018"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𝑗</m:t>
                            </m:r>
                          </m:sub>
                        </m:sSub>
                      </m:oMath>
                    </m:oMathPara>
                  </a14:m>
                  <a:endParaRPr lang="fr-FR" dirty="0"/>
                </a:p>
              </p:txBody>
            </p:sp>
          </mc:Choice>
          <mc:Fallback xmlns="">
            <p:sp>
              <p:nvSpPr>
                <p:cNvPr id="69" name="ZoneTexte 68">
                  <a:extLst>
                    <a:ext uri="{FF2B5EF4-FFF2-40B4-BE49-F238E27FC236}">
                      <a16:creationId xmlns:a16="http://schemas.microsoft.com/office/drawing/2014/main" id="{E6245751-58AB-A7D2-C6C3-D6EDA795D84F}"/>
                    </a:ext>
                  </a:extLst>
                </p:cNvPr>
                <p:cNvSpPr txBox="1">
                  <a:spLocks noRot="1" noChangeAspect="1" noMove="1" noResize="1" noEditPoints="1" noAdjustHandles="1" noChangeArrowheads="1" noChangeShapeType="1" noTextEdit="1"/>
                </p:cNvSpPr>
                <p:nvPr/>
              </p:nvSpPr>
              <p:spPr>
                <a:xfrm>
                  <a:off x="6690177" y="2473105"/>
                  <a:ext cx="441018" cy="391646"/>
                </a:xfrm>
                <a:prstGeom prst="rect">
                  <a:avLst/>
                </a:prstGeom>
                <a:blipFill>
                  <a:blip r:embed="rId5"/>
                  <a:stretch>
                    <a:fillRect b="-781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1" name="ZoneTexte 70">
                  <a:extLst>
                    <a:ext uri="{FF2B5EF4-FFF2-40B4-BE49-F238E27FC236}">
                      <a16:creationId xmlns:a16="http://schemas.microsoft.com/office/drawing/2014/main" id="{4D1759E4-5473-214C-4758-64BDE5D5C7A3}"/>
                    </a:ext>
                  </a:extLst>
                </p:cNvPr>
                <p:cNvSpPr txBox="1"/>
                <p:nvPr/>
              </p:nvSpPr>
              <p:spPr>
                <a:xfrm>
                  <a:off x="7213830" y="3442784"/>
                  <a:ext cx="4333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𝑖</m:t>
                            </m:r>
                          </m:sub>
                        </m:sSub>
                      </m:oMath>
                    </m:oMathPara>
                  </a14:m>
                  <a:endParaRPr lang="fr-FR" dirty="0"/>
                </a:p>
              </p:txBody>
            </p:sp>
          </mc:Choice>
          <mc:Fallback xmlns="">
            <p:sp>
              <p:nvSpPr>
                <p:cNvPr id="71" name="ZoneTexte 70">
                  <a:extLst>
                    <a:ext uri="{FF2B5EF4-FFF2-40B4-BE49-F238E27FC236}">
                      <a16:creationId xmlns:a16="http://schemas.microsoft.com/office/drawing/2014/main" id="{4D1759E4-5473-214C-4758-64BDE5D5C7A3}"/>
                    </a:ext>
                  </a:extLst>
                </p:cNvPr>
                <p:cNvSpPr txBox="1">
                  <a:spLocks noRot="1" noChangeAspect="1" noMove="1" noResize="1" noEditPoints="1" noAdjustHandles="1" noChangeArrowheads="1" noChangeShapeType="1" noTextEdit="1"/>
                </p:cNvSpPr>
                <p:nvPr/>
              </p:nvSpPr>
              <p:spPr>
                <a:xfrm>
                  <a:off x="7213830" y="3442784"/>
                  <a:ext cx="433387" cy="369332"/>
                </a:xfrm>
                <a:prstGeom prst="rect">
                  <a:avLst/>
                </a:prstGeom>
                <a:blipFill>
                  <a:blip r:embed="rId6"/>
                  <a:stretch>
                    <a:fillRect b="-166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6" name="ZoneTexte 75">
                  <a:extLst>
                    <a:ext uri="{FF2B5EF4-FFF2-40B4-BE49-F238E27FC236}">
                      <a16:creationId xmlns:a16="http://schemas.microsoft.com/office/drawing/2014/main" id="{0E453895-7C19-11B8-54EC-C2C6FB8C6892}"/>
                    </a:ext>
                  </a:extLst>
                </p:cNvPr>
                <p:cNvSpPr txBox="1"/>
                <p:nvPr/>
              </p:nvSpPr>
              <p:spPr>
                <a:xfrm>
                  <a:off x="6758287" y="3084879"/>
                  <a:ext cx="471155" cy="3250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𝑤</m:t>
                            </m:r>
                          </m:e>
                          <m:sub>
                            <m:r>
                              <a:rPr lang="fr-FR" sz="1400" b="0" i="1" smtClean="0">
                                <a:latin typeface="Cambria Math" panose="02040503050406030204" pitchFamily="18" charset="0"/>
                              </a:rPr>
                              <m:t>𝑖𝑗</m:t>
                            </m:r>
                          </m:sub>
                        </m:sSub>
                      </m:oMath>
                    </m:oMathPara>
                  </a14:m>
                  <a:endParaRPr lang="fr-FR" dirty="0"/>
                </a:p>
              </p:txBody>
            </p:sp>
          </mc:Choice>
          <mc:Fallback xmlns="">
            <p:sp>
              <p:nvSpPr>
                <p:cNvPr id="76" name="ZoneTexte 75">
                  <a:extLst>
                    <a:ext uri="{FF2B5EF4-FFF2-40B4-BE49-F238E27FC236}">
                      <a16:creationId xmlns:a16="http://schemas.microsoft.com/office/drawing/2014/main" id="{0E453895-7C19-11B8-54EC-C2C6FB8C6892}"/>
                    </a:ext>
                  </a:extLst>
                </p:cNvPr>
                <p:cNvSpPr txBox="1">
                  <a:spLocks noRot="1" noChangeAspect="1" noMove="1" noResize="1" noEditPoints="1" noAdjustHandles="1" noChangeArrowheads="1" noChangeShapeType="1" noTextEdit="1"/>
                </p:cNvSpPr>
                <p:nvPr/>
              </p:nvSpPr>
              <p:spPr>
                <a:xfrm>
                  <a:off x="6758287" y="3084879"/>
                  <a:ext cx="471155" cy="325089"/>
                </a:xfrm>
                <a:prstGeom prst="rect">
                  <a:avLst/>
                </a:prstGeom>
                <a:blipFill>
                  <a:blip r:embed="rId7"/>
                  <a:stretch>
                    <a:fillRect b="-3774"/>
                  </a:stretch>
                </a:blipFill>
              </p:spPr>
              <p:txBody>
                <a:bodyPr/>
                <a:lstStyle/>
                <a:p>
                  <a:r>
                    <a:rPr lang="fr-FR">
                      <a:noFill/>
                    </a:rPr>
                    <a:t> </a:t>
                  </a:r>
                </a:p>
              </p:txBody>
            </p:sp>
          </mc:Fallback>
        </mc:AlternateContent>
        <p:cxnSp>
          <p:nvCxnSpPr>
            <p:cNvPr id="77" name="Connecteur droit avec flèche 76">
              <a:extLst>
                <a:ext uri="{FF2B5EF4-FFF2-40B4-BE49-F238E27FC236}">
                  <a16:creationId xmlns:a16="http://schemas.microsoft.com/office/drawing/2014/main" id="{D48FE0A7-737F-B1DA-7628-11141555EB8D}"/>
                </a:ext>
              </a:extLst>
            </p:cNvPr>
            <p:cNvCxnSpPr>
              <a:cxnSpLocks/>
              <a:stCxn id="63" idx="0"/>
              <a:endCxn id="58" idx="4"/>
            </p:cNvCxnSpPr>
            <p:nvPr/>
          </p:nvCxnSpPr>
          <p:spPr>
            <a:xfrm flipV="1">
              <a:off x="7965737" y="2864750"/>
              <a:ext cx="0" cy="627763"/>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8" name="Connecteur droit avec flèche 77">
              <a:extLst>
                <a:ext uri="{FF2B5EF4-FFF2-40B4-BE49-F238E27FC236}">
                  <a16:creationId xmlns:a16="http://schemas.microsoft.com/office/drawing/2014/main" id="{65F72EFD-C561-BF78-4FA6-8533176D49E1}"/>
                </a:ext>
              </a:extLst>
            </p:cNvPr>
            <p:cNvCxnSpPr>
              <a:cxnSpLocks/>
              <a:stCxn id="63" idx="0"/>
              <a:endCxn id="59" idx="4"/>
            </p:cNvCxnSpPr>
            <p:nvPr/>
          </p:nvCxnSpPr>
          <p:spPr>
            <a:xfrm flipV="1">
              <a:off x="7965737" y="2864750"/>
              <a:ext cx="540074" cy="627763"/>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79" name="Connecteur droit avec flèche 78">
              <a:extLst>
                <a:ext uri="{FF2B5EF4-FFF2-40B4-BE49-F238E27FC236}">
                  <a16:creationId xmlns:a16="http://schemas.microsoft.com/office/drawing/2014/main" id="{CBFD0CBE-8A8B-8E47-A440-8433B67C885E}"/>
                </a:ext>
              </a:extLst>
            </p:cNvPr>
            <p:cNvCxnSpPr>
              <a:cxnSpLocks/>
              <a:stCxn id="63" idx="0"/>
              <a:endCxn id="55" idx="4"/>
            </p:cNvCxnSpPr>
            <p:nvPr/>
          </p:nvCxnSpPr>
          <p:spPr>
            <a:xfrm flipH="1" flipV="1">
              <a:off x="6910687" y="2864751"/>
              <a:ext cx="1055050" cy="627762"/>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0" name="Connecteur droit avec flèche 79">
              <a:extLst>
                <a:ext uri="{FF2B5EF4-FFF2-40B4-BE49-F238E27FC236}">
                  <a16:creationId xmlns:a16="http://schemas.microsoft.com/office/drawing/2014/main" id="{96824FA3-490D-4649-CAA0-A2CDAC75198B}"/>
                </a:ext>
              </a:extLst>
            </p:cNvPr>
            <p:cNvCxnSpPr>
              <a:stCxn id="61" idx="0"/>
              <a:endCxn id="55" idx="4"/>
            </p:cNvCxnSpPr>
            <p:nvPr/>
          </p:nvCxnSpPr>
          <p:spPr>
            <a:xfrm flipH="1" flipV="1">
              <a:off x="6910687" y="2864751"/>
              <a:ext cx="523653" cy="631248"/>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1" name="Connecteur droit avec flèche 80">
              <a:extLst>
                <a:ext uri="{FF2B5EF4-FFF2-40B4-BE49-F238E27FC236}">
                  <a16:creationId xmlns:a16="http://schemas.microsoft.com/office/drawing/2014/main" id="{A4BD1713-3A87-03BA-9123-6E8CBD72A371}"/>
                </a:ext>
              </a:extLst>
            </p:cNvPr>
            <p:cNvCxnSpPr>
              <a:stCxn id="61" idx="0"/>
              <a:endCxn id="58" idx="4"/>
            </p:cNvCxnSpPr>
            <p:nvPr/>
          </p:nvCxnSpPr>
          <p:spPr>
            <a:xfrm flipV="1">
              <a:off x="7434340" y="2864750"/>
              <a:ext cx="531397" cy="631249"/>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82" name="Connecteur droit avec flèche 81">
              <a:extLst>
                <a:ext uri="{FF2B5EF4-FFF2-40B4-BE49-F238E27FC236}">
                  <a16:creationId xmlns:a16="http://schemas.microsoft.com/office/drawing/2014/main" id="{783081BF-32B7-6B6D-928D-213D36564E43}"/>
                </a:ext>
              </a:extLst>
            </p:cNvPr>
            <p:cNvCxnSpPr>
              <a:stCxn id="61" idx="0"/>
              <a:endCxn id="59" idx="4"/>
            </p:cNvCxnSpPr>
            <p:nvPr/>
          </p:nvCxnSpPr>
          <p:spPr>
            <a:xfrm flipV="1">
              <a:off x="7434340" y="2864750"/>
              <a:ext cx="1071471" cy="631249"/>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83" name="ZoneTexte 82">
            <a:extLst>
              <a:ext uri="{FF2B5EF4-FFF2-40B4-BE49-F238E27FC236}">
                <a16:creationId xmlns:a16="http://schemas.microsoft.com/office/drawing/2014/main" id="{89F7F30C-A7EE-D4F2-A5F2-A75CA4DA65C0}"/>
              </a:ext>
            </a:extLst>
          </p:cNvPr>
          <p:cNvSpPr txBox="1"/>
          <p:nvPr/>
        </p:nvSpPr>
        <p:spPr>
          <a:xfrm>
            <a:off x="1020437" y="3390924"/>
            <a:ext cx="417615" cy="369332"/>
          </a:xfrm>
          <a:prstGeom prst="rect">
            <a:avLst/>
          </a:prstGeom>
          <a:noFill/>
          <a:ln w="9525">
            <a:noFill/>
          </a:ln>
        </p:spPr>
        <p:txBody>
          <a:bodyPr wrap="none" rtlCol="0">
            <a:spAutoFit/>
          </a:bodyPr>
          <a:lstStyle/>
          <a:p>
            <a:r>
              <a:rPr lang="fr-FR" dirty="0"/>
              <a:t>EC</a:t>
            </a:r>
          </a:p>
        </p:txBody>
      </p:sp>
      <p:sp>
        <p:nvSpPr>
          <p:cNvPr id="84" name="ZoneTexte 83">
            <a:extLst>
              <a:ext uri="{FF2B5EF4-FFF2-40B4-BE49-F238E27FC236}">
                <a16:creationId xmlns:a16="http://schemas.microsoft.com/office/drawing/2014/main" id="{DB2A08A4-6BBC-8EFD-8CB1-21BEFB34E9B8}"/>
              </a:ext>
            </a:extLst>
          </p:cNvPr>
          <p:cNvSpPr txBox="1"/>
          <p:nvPr/>
        </p:nvSpPr>
        <p:spPr>
          <a:xfrm>
            <a:off x="928136" y="2448322"/>
            <a:ext cx="558166" cy="369332"/>
          </a:xfrm>
          <a:prstGeom prst="rect">
            <a:avLst/>
          </a:prstGeom>
          <a:noFill/>
          <a:ln>
            <a:noFill/>
          </a:ln>
        </p:spPr>
        <p:txBody>
          <a:bodyPr wrap="square" rtlCol="0">
            <a:spAutoFit/>
          </a:bodyPr>
          <a:lstStyle/>
          <a:p>
            <a:r>
              <a:rPr lang="fr-FR" dirty="0"/>
              <a:t>CA3</a:t>
            </a:r>
          </a:p>
        </p:txBody>
      </p:sp>
      <mc:AlternateContent xmlns:mc="http://schemas.openxmlformats.org/markup-compatibility/2006" xmlns:a14="http://schemas.microsoft.com/office/drawing/2010/main">
        <mc:Choice Requires="a14">
          <p:sp>
            <p:nvSpPr>
              <p:cNvPr id="85" name="ZoneTexte 84">
                <a:extLst>
                  <a:ext uri="{FF2B5EF4-FFF2-40B4-BE49-F238E27FC236}">
                    <a16:creationId xmlns:a16="http://schemas.microsoft.com/office/drawing/2014/main" id="{AD38A518-1473-9B6E-A06E-7C231D605DFD}"/>
                  </a:ext>
                </a:extLst>
              </p:cNvPr>
              <p:cNvSpPr txBox="1"/>
              <p:nvPr/>
            </p:nvSpPr>
            <p:spPr>
              <a:xfrm>
                <a:off x="4295869" y="2300106"/>
                <a:ext cx="1413399" cy="6722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𝑗</m:t>
                          </m:r>
                        </m:sub>
                      </m:sSub>
                      <m:r>
                        <a:rPr lang="fr-FR" b="0" i="1" smtClean="0">
                          <a:latin typeface="Cambria Math" panose="02040503050406030204" pitchFamily="18" charset="0"/>
                        </a:rPr>
                        <m:t>=</m:t>
                      </m:r>
                      <m:nary>
                        <m:naryPr>
                          <m:chr m:val="∑"/>
                          <m:supHide m:val="on"/>
                          <m:ctrlPr>
                            <a:rPr lang="fr-FR" b="0" i="1" smtClean="0">
                              <a:latin typeface="Cambria Math" panose="02040503050406030204" pitchFamily="18" charset="0"/>
                            </a:rPr>
                          </m:ctrlPr>
                        </m:naryPr>
                        <m:sub>
                          <m:r>
                            <a:rPr lang="fr-FR" b="0" i="1" smtClean="0">
                              <a:latin typeface="Cambria Math" panose="02040503050406030204" pitchFamily="18" charset="0"/>
                            </a:rPr>
                            <m:t>𝑖</m:t>
                          </m:r>
                        </m:sub>
                        <m:sup/>
                        <m:e>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𝑖𝑗</m:t>
                              </m:r>
                            </m:sub>
                          </m:sSub>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𝑖</m:t>
                              </m:r>
                            </m:sub>
                          </m:sSub>
                        </m:e>
                      </m:nary>
                    </m:oMath>
                  </m:oMathPara>
                </a14:m>
                <a:endParaRPr lang="fr-FR" dirty="0"/>
              </a:p>
            </p:txBody>
          </p:sp>
        </mc:Choice>
        <mc:Fallback xmlns="">
          <p:sp>
            <p:nvSpPr>
              <p:cNvPr id="85" name="ZoneTexte 84">
                <a:extLst>
                  <a:ext uri="{FF2B5EF4-FFF2-40B4-BE49-F238E27FC236}">
                    <a16:creationId xmlns:a16="http://schemas.microsoft.com/office/drawing/2014/main" id="{AD38A518-1473-9B6E-A06E-7C231D605DFD}"/>
                  </a:ext>
                </a:extLst>
              </p:cNvPr>
              <p:cNvSpPr txBox="1">
                <a:spLocks noRot="1" noChangeAspect="1" noMove="1" noResize="1" noEditPoints="1" noAdjustHandles="1" noChangeArrowheads="1" noChangeShapeType="1" noTextEdit="1"/>
              </p:cNvSpPr>
              <p:nvPr/>
            </p:nvSpPr>
            <p:spPr>
              <a:xfrm>
                <a:off x="4295869" y="2300106"/>
                <a:ext cx="1413399" cy="672235"/>
              </a:xfrm>
              <a:prstGeom prst="rect">
                <a:avLst/>
              </a:prstGeom>
              <a:blipFill>
                <a:blip r:embed="rId8"/>
                <a:stretch>
                  <a:fillRect/>
                </a:stretch>
              </a:blipFill>
            </p:spPr>
            <p:txBody>
              <a:bodyPr/>
              <a:lstStyle/>
              <a:p>
                <a:r>
                  <a:rPr lang="fr-FR">
                    <a:noFill/>
                  </a:rPr>
                  <a:t> </a:t>
                </a:r>
              </a:p>
            </p:txBody>
          </p:sp>
        </mc:Fallback>
      </mc:AlternateContent>
      <p:sp>
        <p:nvSpPr>
          <p:cNvPr id="4" name="Espace réservé du numéro de diapositive 3">
            <a:extLst>
              <a:ext uri="{FF2B5EF4-FFF2-40B4-BE49-F238E27FC236}">
                <a16:creationId xmlns:a16="http://schemas.microsoft.com/office/drawing/2014/main" id="{ED8AA265-E4F3-8D10-69B9-A7FD8E95D6EC}"/>
              </a:ext>
            </a:extLst>
          </p:cNvPr>
          <p:cNvSpPr>
            <a:spLocks noGrp="1"/>
          </p:cNvSpPr>
          <p:nvPr>
            <p:ph type="sldNum" sz="quarter" idx="12"/>
          </p:nvPr>
        </p:nvSpPr>
        <p:spPr/>
        <p:txBody>
          <a:bodyPr/>
          <a:lstStyle/>
          <a:p>
            <a:fld id="{5149A38E-4A7C-4C86-B631-64CD0F93C451}" type="slidenum">
              <a:rPr lang="fr-FR" smtClean="0"/>
              <a:t>37</a:t>
            </a:fld>
            <a:endParaRPr lang="fr-FR"/>
          </a:p>
        </p:txBody>
      </p:sp>
      <p:pic>
        <p:nvPicPr>
          <p:cNvPr id="8" name="Espace réservé du contenu 7">
            <a:extLst>
              <a:ext uri="{FF2B5EF4-FFF2-40B4-BE49-F238E27FC236}">
                <a16:creationId xmlns:a16="http://schemas.microsoft.com/office/drawing/2014/main" id="{A1290069-60A8-482B-D9D5-0A2612CBD73D}"/>
              </a:ext>
            </a:extLst>
          </p:cNvPr>
          <p:cNvPicPr>
            <a:picLocks noGrp="1" noChangeAspect="1"/>
          </p:cNvPicPr>
          <p:nvPr>
            <p:ph sz="half" idx="2"/>
          </p:nvPr>
        </p:nvPicPr>
        <p:blipFill>
          <a:blip r:embed="rId9"/>
          <a:stretch>
            <a:fillRect/>
          </a:stretch>
        </p:blipFill>
        <p:spPr>
          <a:xfrm>
            <a:off x="6172200" y="1967655"/>
            <a:ext cx="5181600" cy="4067277"/>
          </a:xfrm>
        </p:spPr>
      </p:pic>
    </p:spTree>
    <p:extLst>
      <p:ext uri="{BB962C8B-B14F-4D97-AF65-F5344CB8AC3E}">
        <p14:creationId xmlns:p14="http://schemas.microsoft.com/office/powerpoint/2010/main" val="28810741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82783-1E89-4F95-4348-4DEBD3954D11}"/>
              </a:ext>
            </a:extLst>
          </p:cNvPr>
          <p:cNvSpPr>
            <a:spLocks noGrp="1"/>
          </p:cNvSpPr>
          <p:nvPr>
            <p:ph type="title"/>
          </p:nvPr>
        </p:nvSpPr>
        <p:spPr/>
        <p:txBody>
          <a:bodyPr/>
          <a:lstStyle/>
          <a:p>
            <a:r>
              <a:rPr lang="fr-FR" dirty="0"/>
              <a:t>Pattern </a:t>
            </a:r>
            <a:r>
              <a:rPr lang="fr-FR" dirty="0" err="1"/>
              <a:t>completion</a:t>
            </a:r>
            <a:endParaRPr lang="fr-FR" dirty="0"/>
          </a:p>
        </p:txBody>
      </p:sp>
      <p:sp>
        <p:nvSpPr>
          <p:cNvPr id="3" name="Espace réservé du contenu 2">
            <a:extLst>
              <a:ext uri="{FF2B5EF4-FFF2-40B4-BE49-F238E27FC236}">
                <a16:creationId xmlns:a16="http://schemas.microsoft.com/office/drawing/2014/main" id="{7FD41E05-56A6-458B-29DC-891B8C481A9E}"/>
              </a:ext>
            </a:extLst>
          </p:cNvPr>
          <p:cNvSpPr>
            <a:spLocks noGrp="1"/>
          </p:cNvSpPr>
          <p:nvPr>
            <p:ph sz="half" idx="1"/>
          </p:nvPr>
        </p:nvSpPr>
        <p:spPr/>
        <p:txBody>
          <a:bodyPr/>
          <a:lstStyle/>
          <a:p>
            <a:pPr marL="0" indent="0">
              <a:buNone/>
            </a:pPr>
            <a:endParaRPr lang="fr-FR" dirty="0"/>
          </a:p>
        </p:txBody>
      </p:sp>
      <p:sp>
        <p:nvSpPr>
          <p:cNvPr id="32" name="Rectangle 31">
            <a:extLst>
              <a:ext uri="{FF2B5EF4-FFF2-40B4-BE49-F238E27FC236}">
                <a16:creationId xmlns:a16="http://schemas.microsoft.com/office/drawing/2014/main" id="{A29E662C-F423-DC12-10F9-72A4AD660DB9}"/>
              </a:ext>
            </a:extLst>
          </p:cNvPr>
          <p:cNvSpPr/>
          <p:nvPr/>
        </p:nvSpPr>
        <p:spPr>
          <a:xfrm>
            <a:off x="2851301" y="2366781"/>
            <a:ext cx="1073542" cy="204910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1AAA159F-72E1-1ADA-AA26-8B2BD927D7DF}"/>
              </a:ext>
            </a:extLst>
          </p:cNvPr>
          <p:cNvSpPr txBox="1"/>
          <p:nvPr/>
        </p:nvSpPr>
        <p:spPr>
          <a:xfrm>
            <a:off x="6676714" y="2177501"/>
            <a:ext cx="1514389" cy="369332"/>
          </a:xfrm>
          <a:prstGeom prst="rect">
            <a:avLst/>
          </a:prstGeom>
          <a:noFill/>
        </p:spPr>
        <p:txBody>
          <a:bodyPr wrap="none" rtlCol="0">
            <a:spAutoFit/>
          </a:bodyPr>
          <a:lstStyle/>
          <a:p>
            <a:r>
              <a:rPr lang="fr-FR" dirty="0" err="1"/>
              <a:t>Stored</a:t>
            </a:r>
            <a:r>
              <a:rPr lang="fr-FR" dirty="0"/>
              <a:t> images</a:t>
            </a:r>
          </a:p>
        </p:txBody>
      </p:sp>
      <p:sp>
        <p:nvSpPr>
          <p:cNvPr id="33" name="ZoneTexte 32">
            <a:extLst>
              <a:ext uri="{FF2B5EF4-FFF2-40B4-BE49-F238E27FC236}">
                <a16:creationId xmlns:a16="http://schemas.microsoft.com/office/drawing/2014/main" id="{008B3A4E-C566-EAE9-0C71-EB65B33511C7}"/>
              </a:ext>
            </a:extLst>
          </p:cNvPr>
          <p:cNvSpPr txBox="1"/>
          <p:nvPr/>
        </p:nvSpPr>
        <p:spPr>
          <a:xfrm>
            <a:off x="9256497" y="2158675"/>
            <a:ext cx="1417632" cy="369332"/>
          </a:xfrm>
          <a:prstGeom prst="rect">
            <a:avLst/>
          </a:prstGeom>
          <a:noFill/>
        </p:spPr>
        <p:txBody>
          <a:bodyPr wrap="none" rtlCol="0">
            <a:spAutoFit/>
          </a:bodyPr>
          <a:lstStyle/>
          <a:p>
            <a:r>
              <a:rPr lang="fr-FR" dirty="0"/>
              <a:t>Observations</a:t>
            </a:r>
          </a:p>
        </p:txBody>
      </p:sp>
      <p:sp>
        <p:nvSpPr>
          <p:cNvPr id="34" name="ZoneTexte 33">
            <a:extLst>
              <a:ext uri="{FF2B5EF4-FFF2-40B4-BE49-F238E27FC236}">
                <a16:creationId xmlns:a16="http://schemas.microsoft.com/office/drawing/2014/main" id="{860B06E1-5393-D26F-C918-4FDB0C82EB00}"/>
              </a:ext>
            </a:extLst>
          </p:cNvPr>
          <p:cNvSpPr txBox="1"/>
          <p:nvPr/>
        </p:nvSpPr>
        <p:spPr>
          <a:xfrm>
            <a:off x="2819491" y="4060541"/>
            <a:ext cx="301686" cy="369332"/>
          </a:xfrm>
          <a:prstGeom prst="rect">
            <a:avLst/>
          </a:prstGeom>
          <a:noFill/>
        </p:spPr>
        <p:txBody>
          <a:bodyPr wrap="none" rtlCol="0">
            <a:spAutoFit/>
          </a:bodyPr>
          <a:lstStyle/>
          <a:p>
            <a:r>
              <a:rPr lang="fr-FR" dirty="0">
                <a:solidFill>
                  <a:srgbClr val="0070C0"/>
                </a:solidFill>
              </a:rPr>
              <a:t>4</a:t>
            </a:r>
          </a:p>
        </p:txBody>
      </p:sp>
      <p:grpSp>
        <p:nvGrpSpPr>
          <p:cNvPr id="63" name="Groupe 62">
            <a:extLst>
              <a:ext uri="{FF2B5EF4-FFF2-40B4-BE49-F238E27FC236}">
                <a16:creationId xmlns:a16="http://schemas.microsoft.com/office/drawing/2014/main" id="{C2F2F586-39C0-013A-CE1C-74590AEACA4E}"/>
              </a:ext>
            </a:extLst>
          </p:cNvPr>
          <p:cNvGrpSpPr/>
          <p:nvPr/>
        </p:nvGrpSpPr>
        <p:grpSpPr>
          <a:xfrm>
            <a:off x="2380983" y="2208090"/>
            <a:ext cx="3374118" cy="3618927"/>
            <a:chOff x="2380983" y="2208090"/>
            <a:chExt cx="3374118" cy="3618927"/>
          </a:xfrm>
        </p:grpSpPr>
        <p:grpSp>
          <p:nvGrpSpPr>
            <p:cNvPr id="64" name="Groupe 63">
              <a:extLst>
                <a:ext uri="{FF2B5EF4-FFF2-40B4-BE49-F238E27FC236}">
                  <a16:creationId xmlns:a16="http://schemas.microsoft.com/office/drawing/2014/main" id="{8D2C297E-3130-F7BE-EEB9-6FE066DCC58C}"/>
                </a:ext>
              </a:extLst>
            </p:cNvPr>
            <p:cNvGrpSpPr/>
            <p:nvPr/>
          </p:nvGrpSpPr>
          <p:grpSpPr>
            <a:xfrm>
              <a:off x="2380983" y="2208090"/>
              <a:ext cx="2017735" cy="3588782"/>
              <a:chOff x="8748102" y="2384769"/>
              <a:chExt cx="2017735" cy="3588782"/>
            </a:xfrm>
          </p:grpSpPr>
          <p:grpSp>
            <p:nvGrpSpPr>
              <p:cNvPr id="70" name="Groupe 69">
                <a:extLst>
                  <a:ext uri="{FF2B5EF4-FFF2-40B4-BE49-F238E27FC236}">
                    <a16:creationId xmlns:a16="http://schemas.microsoft.com/office/drawing/2014/main" id="{7648900C-070F-B8C4-F641-0156ABA8AC3E}"/>
                  </a:ext>
                </a:extLst>
              </p:cNvPr>
              <p:cNvGrpSpPr/>
              <p:nvPr/>
            </p:nvGrpSpPr>
            <p:grpSpPr>
              <a:xfrm>
                <a:off x="8748102" y="2384769"/>
                <a:ext cx="2017735" cy="3588782"/>
                <a:chOff x="2943959" y="2266950"/>
                <a:chExt cx="2017735" cy="3588782"/>
              </a:xfrm>
            </p:grpSpPr>
            <p:grpSp>
              <p:nvGrpSpPr>
                <p:cNvPr id="72" name="Groupe 71">
                  <a:extLst>
                    <a:ext uri="{FF2B5EF4-FFF2-40B4-BE49-F238E27FC236}">
                      <a16:creationId xmlns:a16="http://schemas.microsoft.com/office/drawing/2014/main" id="{A8C87A2B-13BF-1A9A-8910-34AF42199CB0}"/>
                    </a:ext>
                  </a:extLst>
                </p:cNvPr>
                <p:cNvGrpSpPr/>
                <p:nvPr/>
              </p:nvGrpSpPr>
              <p:grpSpPr>
                <a:xfrm>
                  <a:off x="2943959" y="2426625"/>
                  <a:ext cx="2017735" cy="3429107"/>
                  <a:chOff x="2943959" y="2426625"/>
                  <a:chExt cx="2017735" cy="3429107"/>
                </a:xfrm>
              </p:grpSpPr>
              <p:sp>
                <p:nvSpPr>
                  <p:cNvPr id="75" name="ZoneTexte 74">
                    <a:extLst>
                      <a:ext uri="{FF2B5EF4-FFF2-40B4-BE49-F238E27FC236}">
                        <a16:creationId xmlns:a16="http://schemas.microsoft.com/office/drawing/2014/main" id="{810F6308-0B34-E6DD-B438-B8CF44F79394}"/>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998C4FCF-DB96-3801-FA5E-C76B0E73FB93}"/>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75C44C1D-2F49-F417-2F3F-6BE741912949}"/>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C999C93E-CD9B-5BE7-0BF5-CCD3A89764DD}"/>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FA59F8D-6D7A-5D0C-B068-ABD7385C333D}"/>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ED8DF3A9-0FFB-257F-2DA1-D99EF3F591E4}"/>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4D74D861-8562-BD66-F193-1BEB3556FAD9}"/>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ED2FDDD8-AC51-BCE9-DEFE-42DE3F1BA3A8}"/>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4A19BBD6-5F54-5DE0-2D30-EC232222F64D}"/>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5A9F6E01-321C-C4EA-5775-D1187793FA4A}"/>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500AB715-7B0B-F381-89DC-707616F288EA}"/>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E024757B-818E-5424-CF58-98534C3D4340}"/>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10FE2D8-4D24-2B74-BF08-B6615290D37C}"/>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DD77CEE7-6C9C-9CC2-9E6C-4A303298BB60}"/>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9" name="Connecteur droit avec flèche 88">
                    <a:extLst>
                      <a:ext uri="{FF2B5EF4-FFF2-40B4-BE49-F238E27FC236}">
                        <a16:creationId xmlns:a16="http://schemas.microsoft.com/office/drawing/2014/main" id="{7AA42230-252D-CAAE-7DEC-63A47D65FFC2}"/>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3" name="Connecteur droit 72">
                  <a:extLst>
                    <a:ext uri="{FF2B5EF4-FFF2-40B4-BE49-F238E27FC236}">
                      <a16:creationId xmlns:a16="http://schemas.microsoft.com/office/drawing/2014/main" id="{2180A656-CCF5-5384-8426-729ECFB10D5A}"/>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4" name="Connecteur : en angle 73">
                  <a:extLst>
                    <a:ext uri="{FF2B5EF4-FFF2-40B4-BE49-F238E27FC236}">
                      <a16:creationId xmlns:a16="http://schemas.microsoft.com/office/drawing/2014/main" id="{8998DB82-D7F8-4B20-1D45-F109DA5B0B01}"/>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0004D2D3-2462-01E0-6974-64A510CC2A90}"/>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65" name="Connecteur droit 64">
              <a:extLst>
                <a:ext uri="{FF2B5EF4-FFF2-40B4-BE49-F238E27FC236}">
                  <a16:creationId xmlns:a16="http://schemas.microsoft.com/office/drawing/2014/main" id="{749ED9BC-16DD-4CF8-E5E4-BA639FEF4487}"/>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6" name="ZoneTexte 65">
              <a:extLst>
                <a:ext uri="{FF2B5EF4-FFF2-40B4-BE49-F238E27FC236}">
                  <a16:creationId xmlns:a16="http://schemas.microsoft.com/office/drawing/2014/main" id="{FD014C10-7E4F-0E60-B15D-12D456B53AAA}"/>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67" name="Connecteur droit 66">
              <a:extLst>
                <a:ext uri="{FF2B5EF4-FFF2-40B4-BE49-F238E27FC236}">
                  <a16:creationId xmlns:a16="http://schemas.microsoft.com/office/drawing/2014/main" id="{662BB41A-B484-BA68-0AF9-C9FE70C08E2B}"/>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ZoneTexte 67">
              <a:extLst>
                <a:ext uri="{FF2B5EF4-FFF2-40B4-BE49-F238E27FC236}">
                  <a16:creationId xmlns:a16="http://schemas.microsoft.com/office/drawing/2014/main" id="{D8D514F9-EA1F-2A3A-385B-D13A50988B7A}"/>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69" name="Connecteur droit 68">
              <a:extLst>
                <a:ext uri="{FF2B5EF4-FFF2-40B4-BE49-F238E27FC236}">
                  <a16:creationId xmlns:a16="http://schemas.microsoft.com/office/drawing/2014/main" id="{21400BEC-CB64-1134-9CF1-F97F054FD96F}"/>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90" name="Espace réservé du numéro de diapositive 89">
            <a:extLst>
              <a:ext uri="{FF2B5EF4-FFF2-40B4-BE49-F238E27FC236}">
                <a16:creationId xmlns:a16="http://schemas.microsoft.com/office/drawing/2014/main" id="{B07DEAF0-AA0B-98B1-C891-97AF3D6D658D}"/>
              </a:ext>
            </a:extLst>
          </p:cNvPr>
          <p:cNvSpPr>
            <a:spLocks noGrp="1"/>
          </p:cNvSpPr>
          <p:nvPr>
            <p:ph type="sldNum" sz="quarter" idx="12"/>
          </p:nvPr>
        </p:nvSpPr>
        <p:spPr/>
        <p:txBody>
          <a:bodyPr/>
          <a:lstStyle/>
          <a:p>
            <a:fld id="{5149A38E-4A7C-4C86-B631-64CD0F93C451}" type="slidenum">
              <a:rPr lang="fr-FR" smtClean="0"/>
              <a:t>38</a:t>
            </a:fld>
            <a:endParaRPr lang="fr-FR"/>
          </a:p>
        </p:txBody>
      </p:sp>
      <p:sp>
        <p:nvSpPr>
          <p:cNvPr id="92" name="Espace réservé du contenu 91">
            <a:extLst>
              <a:ext uri="{FF2B5EF4-FFF2-40B4-BE49-F238E27FC236}">
                <a16:creationId xmlns:a16="http://schemas.microsoft.com/office/drawing/2014/main" id="{BF9CAAD7-C599-317A-0187-2352234D1233}"/>
              </a:ext>
            </a:extLst>
          </p:cNvPr>
          <p:cNvSpPr>
            <a:spLocks noGrp="1"/>
          </p:cNvSpPr>
          <p:nvPr>
            <p:ph sz="half" idx="2"/>
          </p:nvPr>
        </p:nvSpPr>
        <p:spPr/>
        <p:txBody>
          <a:bodyPr/>
          <a:lstStyle/>
          <a:p>
            <a:endParaRPr lang="fr-FR"/>
          </a:p>
        </p:txBody>
      </p:sp>
      <p:pic>
        <p:nvPicPr>
          <p:cNvPr id="94" name="Image 93">
            <a:extLst>
              <a:ext uri="{FF2B5EF4-FFF2-40B4-BE49-F238E27FC236}">
                <a16:creationId xmlns:a16="http://schemas.microsoft.com/office/drawing/2014/main" id="{E909DC51-C54F-62A8-C3D4-9044C0F2D872}"/>
              </a:ext>
            </a:extLst>
          </p:cNvPr>
          <p:cNvPicPr>
            <a:picLocks noChangeAspect="1"/>
          </p:cNvPicPr>
          <p:nvPr/>
        </p:nvPicPr>
        <p:blipFill>
          <a:blip r:embed="rId2"/>
          <a:stretch>
            <a:fillRect/>
          </a:stretch>
        </p:blipFill>
        <p:spPr>
          <a:xfrm>
            <a:off x="6288604" y="2530229"/>
            <a:ext cx="4905375" cy="2333625"/>
          </a:xfrm>
          <a:prstGeom prst="rect">
            <a:avLst/>
          </a:prstGeom>
        </p:spPr>
      </p:pic>
    </p:spTree>
    <p:extLst>
      <p:ext uri="{BB962C8B-B14F-4D97-AF65-F5344CB8AC3E}">
        <p14:creationId xmlns:p14="http://schemas.microsoft.com/office/powerpoint/2010/main" val="894382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Image 78">
            <a:extLst>
              <a:ext uri="{FF2B5EF4-FFF2-40B4-BE49-F238E27FC236}">
                <a16:creationId xmlns:a16="http://schemas.microsoft.com/office/drawing/2014/main" id="{FE882322-12A4-EFAF-AD87-A1061E047078}"/>
              </a:ext>
            </a:extLst>
          </p:cNvPr>
          <p:cNvPicPr>
            <a:picLocks noChangeAspect="1"/>
          </p:cNvPicPr>
          <p:nvPr/>
        </p:nvPicPr>
        <p:blipFill>
          <a:blip r:embed="rId2"/>
          <a:stretch>
            <a:fillRect/>
          </a:stretch>
        </p:blipFill>
        <p:spPr>
          <a:xfrm>
            <a:off x="6265387" y="1788923"/>
            <a:ext cx="4276723" cy="2043020"/>
          </a:xfrm>
          <a:prstGeom prst="rect">
            <a:avLst/>
          </a:prstGeom>
        </p:spPr>
      </p:pic>
      <p:pic>
        <p:nvPicPr>
          <p:cNvPr id="77" name="Image 76">
            <a:extLst>
              <a:ext uri="{FF2B5EF4-FFF2-40B4-BE49-F238E27FC236}">
                <a16:creationId xmlns:a16="http://schemas.microsoft.com/office/drawing/2014/main" id="{C0C71C5A-5C21-D12C-1EFE-DDCABC03FDC8}"/>
              </a:ext>
            </a:extLst>
          </p:cNvPr>
          <p:cNvPicPr>
            <a:picLocks noChangeAspect="1"/>
          </p:cNvPicPr>
          <p:nvPr/>
        </p:nvPicPr>
        <p:blipFill>
          <a:blip r:embed="rId3"/>
          <a:stretch>
            <a:fillRect/>
          </a:stretch>
        </p:blipFill>
        <p:spPr>
          <a:xfrm>
            <a:off x="6267066" y="4092555"/>
            <a:ext cx="4276724" cy="2043022"/>
          </a:xfrm>
          <a:prstGeom prst="rect">
            <a:avLst/>
          </a:prstGeom>
        </p:spPr>
      </p:pic>
      <p:sp>
        <p:nvSpPr>
          <p:cNvPr id="2" name="Titre 1">
            <a:extLst>
              <a:ext uri="{FF2B5EF4-FFF2-40B4-BE49-F238E27FC236}">
                <a16:creationId xmlns:a16="http://schemas.microsoft.com/office/drawing/2014/main" id="{23882783-1E89-4F95-4348-4DEBD3954D11}"/>
              </a:ext>
            </a:extLst>
          </p:cNvPr>
          <p:cNvSpPr>
            <a:spLocks noGrp="1"/>
          </p:cNvSpPr>
          <p:nvPr>
            <p:ph type="title"/>
          </p:nvPr>
        </p:nvSpPr>
        <p:spPr/>
        <p:txBody>
          <a:bodyPr/>
          <a:lstStyle/>
          <a:p>
            <a:r>
              <a:rPr lang="fr-FR" dirty="0"/>
              <a:t>Pattern </a:t>
            </a:r>
            <a:r>
              <a:rPr lang="fr-FR" dirty="0" err="1"/>
              <a:t>completion</a:t>
            </a:r>
            <a:endParaRPr lang="fr-FR" dirty="0"/>
          </a:p>
        </p:txBody>
      </p:sp>
      <p:sp>
        <p:nvSpPr>
          <p:cNvPr id="3" name="Espace réservé du contenu 2">
            <a:extLst>
              <a:ext uri="{FF2B5EF4-FFF2-40B4-BE49-F238E27FC236}">
                <a16:creationId xmlns:a16="http://schemas.microsoft.com/office/drawing/2014/main" id="{7FD41E05-56A6-458B-29DC-891B8C481A9E}"/>
              </a:ext>
            </a:extLst>
          </p:cNvPr>
          <p:cNvSpPr>
            <a:spLocks noGrp="1"/>
          </p:cNvSpPr>
          <p:nvPr>
            <p:ph sz="half" idx="1"/>
          </p:nvPr>
        </p:nvSpPr>
        <p:spPr/>
        <p:txBody>
          <a:bodyPr/>
          <a:lstStyle/>
          <a:p>
            <a:pPr marL="0" indent="0">
              <a:buNone/>
            </a:pPr>
            <a:endParaRPr lang="fr-FR" dirty="0"/>
          </a:p>
        </p:txBody>
      </p:sp>
      <p:sp>
        <p:nvSpPr>
          <p:cNvPr id="32" name="Rectangle 31">
            <a:extLst>
              <a:ext uri="{FF2B5EF4-FFF2-40B4-BE49-F238E27FC236}">
                <a16:creationId xmlns:a16="http://schemas.microsoft.com/office/drawing/2014/main" id="{A29E662C-F423-DC12-10F9-72A4AD660DB9}"/>
              </a:ext>
            </a:extLst>
          </p:cNvPr>
          <p:cNvSpPr/>
          <p:nvPr/>
        </p:nvSpPr>
        <p:spPr>
          <a:xfrm>
            <a:off x="2851301" y="2366781"/>
            <a:ext cx="1073542" cy="204910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ZoneTexte 41">
            <a:extLst>
              <a:ext uri="{FF2B5EF4-FFF2-40B4-BE49-F238E27FC236}">
                <a16:creationId xmlns:a16="http://schemas.microsoft.com/office/drawing/2014/main" id="{D46562C0-9D6C-D7BE-0ADF-28C65214443C}"/>
              </a:ext>
            </a:extLst>
          </p:cNvPr>
          <p:cNvSpPr txBox="1"/>
          <p:nvPr/>
        </p:nvSpPr>
        <p:spPr>
          <a:xfrm>
            <a:off x="10742400" y="3155545"/>
            <a:ext cx="1023485" cy="646331"/>
          </a:xfrm>
          <a:prstGeom prst="rect">
            <a:avLst/>
          </a:prstGeom>
          <a:noFill/>
        </p:spPr>
        <p:txBody>
          <a:bodyPr wrap="none" rtlCol="0">
            <a:spAutoFit/>
          </a:bodyPr>
          <a:lstStyle/>
          <a:p>
            <a:r>
              <a:rPr lang="fr-FR" dirty="0" err="1"/>
              <a:t>Recalled</a:t>
            </a:r>
            <a:r>
              <a:rPr lang="fr-FR" dirty="0"/>
              <a:t> </a:t>
            </a:r>
          </a:p>
          <a:p>
            <a:r>
              <a:rPr lang="fr-FR" dirty="0"/>
              <a:t>patterns</a:t>
            </a:r>
          </a:p>
        </p:txBody>
      </p:sp>
      <p:sp>
        <p:nvSpPr>
          <p:cNvPr id="44" name="Accolade fermante 43">
            <a:extLst>
              <a:ext uri="{FF2B5EF4-FFF2-40B4-BE49-F238E27FC236}">
                <a16:creationId xmlns:a16="http://schemas.microsoft.com/office/drawing/2014/main" id="{112D11D1-33AB-367B-9673-B84141DC211A}"/>
              </a:ext>
            </a:extLst>
          </p:cNvPr>
          <p:cNvSpPr/>
          <p:nvPr/>
        </p:nvSpPr>
        <p:spPr>
          <a:xfrm>
            <a:off x="10603252" y="3181412"/>
            <a:ext cx="159712" cy="1635439"/>
          </a:xfrm>
          <a:prstGeom prst="righ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dirty="0"/>
          </a:p>
        </p:txBody>
      </p:sp>
      <p:sp>
        <p:nvSpPr>
          <p:cNvPr id="45" name="ZoneTexte 44">
            <a:extLst>
              <a:ext uri="{FF2B5EF4-FFF2-40B4-BE49-F238E27FC236}">
                <a16:creationId xmlns:a16="http://schemas.microsoft.com/office/drawing/2014/main" id="{20840505-D4CB-79CD-6ABC-3F81AEE39094}"/>
              </a:ext>
            </a:extLst>
          </p:cNvPr>
          <p:cNvSpPr txBox="1"/>
          <p:nvPr/>
        </p:nvSpPr>
        <p:spPr>
          <a:xfrm>
            <a:off x="10706266" y="3803707"/>
            <a:ext cx="1209947" cy="369332"/>
          </a:xfrm>
          <a:prstGeom prst="rect">
            <a:avLst/>
          </a:prstGeom>
          <a:noFill/>
        </p:spPr>
        <p:txBody>
          <a:bodyPr wrap="none" rtlCol="0">
            <a:spAutoFit/>
          </a:bodyPr>
          <a:lstStyle/>
          <a:p>
            <a:r>
              <a:rPr lang="fr-FR" dirty="0" err="1">
                <a:solidFill>
                  <a:srgbClr val="FF0000"/>
                </a:solidFill>
              </a:rPr>
              <a:t>correlation</a:t>
            </a:r>
            <a:endParaRPr lang="fr-FR" dirty="0">
              <a:solidFill>
                <a:srgbClr val="FF0000"/>
              </a:solidFill>
            </a:endParaRPr>
          </a:p>
        </p:txBody>
      </p:sp>
      <p:sp>
        <p:nvSpPr>
          <p:cNvPr id="4" name="ZoneTexte 3">
            <a:extLst>
              <a:ext uri="{FF2B5EF4-FFF2-40B4-BE49-F238E27FC236}">
                <a16:creationId xmlns:a16="http://schemas.microsoft.com/office/drawing/2014/main" id="{F63875A2-3A41-A942-94C7-7D050ED096CA}"/>
              </a:ext>
            </a:extLst>
          </p:cNvPr>
          <p:cNvSpPr txBox="1"/>
          <p:nvPr/>
        </p:nvSpPr>
        <p:spPr>
          <a:xfrm>
            <a:off x="10769009" y="4187650"/>
            <a:ext cx="970266" cy="646331"/>
          </a:xfrm>
          <a:prstGeom prst="rect">
            <a:avLst/>
          </a:prstGeom>
          <a:noFill/>
        </p:spPr>
        <p:txBody>
          <a:bodyPr wrap="none" rtlCol="0">
            <a:spAutoFit/>
          </a:bodyPr>
          <a:lstStyle/>
          <a:p>
            <a:r>
              <a:rPr lang="fr-FR" dirty="0" err="1"/>
              <a:t>Stored</a:t>
            </a:r>
            <a:r>
              <a:rPr lang="fr-FR" dirty="0"/>
              <a:t> </a:t>
            </a:r>
          </a:p>
          <a:p>
            <a:r>
              <a:rPr lang="fr-FR" dirty="0"/>
              <a:t>patterns</a:t>
            </a:r>
          </a:p>
        </p:txBody>
      </p:sp>
      <p:sp>
        <p:nvSpPr>
          <p:cNvPr id="33" name="ZoneTexte 32">
            <a:extLst>
              <a:ext uri="{FF2B5EF4-FFF2-40B4-BE49-F238E27FC236}">
                <a16:creationId xmlns:a16="http://schemas.microsoft.com/office/drawing/2014/main" id="{9985166D-AF2F-97D6-D6A6-9A01D8461C46}"/>
              </a:ext>
            </a:extLst>
          </p:cNvPr>
          <p:cNvSpPr txBox="1"/>
          <p:nvPr/>
        </p:nvSpPr>
        <p:spPr>
          <a:xfrm>
            <a:off x="2819491" y="4060541"/>
            <a:ext cx="301686" cy="369332"/>
          </a:xfrm>
          <a:prstGeom prst="rect">
            <a:avLst/>
          </a:prstGeom>
          <a:noFill/>
        </p:spPr>
        <p:txBody>
          <a:bodyPr wrap="none" rtlCol="0">
            <a:spAutoFit/>
          </a:bodyPr>
          <a:lstStyle/>
          <a:p>
            <a:r>
              <a:rPr lang="fr-FR" dirty="0">
                <a:solidFill>
                  <a:srgbClr val="0070C0"/>
                </a:solidFill>
              </a:rPr>
              <a:t>4</a:t>
            </a:r>
          </a:p>
        </p:txBody>
      </p:sp>
      <p:cxnSp>
        <p:nvCxnSpPr>
          <p:cNvPr id="36" name="Connecteur droit avec flèche 35">
            <a:extLst>
              <a:ext uri="{FF2B5EF4-FFF2-40B4-BE49-F238E27FC236}">
                <a16:creationId xmlns:a16="http://schemas.microsoft.com/office/drawing/2014/main" id="{CF989587-59C7-5C84-22FF-9FD9B0D1F548}"/>
              </a:ext>
            </a:extLst>
          </p:cNvPr>
          <p:cNvCxnSpPr/>
          <p:nvPr/>
        </p:nvCxnSpPr>
        <p:spPr>
          <a:xfrm>
            <a:off x="6743700" y="2803120"/>
            <a:ext cx="0" cy="352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9C824780-F548-723F-0272-F0843B13B5E9}"/>
              </a:ext>
            </a:extLst>
          </p:cNvPr>
          <p:cNvCxnSpPr/>
          <p:nvPr/>
        </p:nvCxnSpPr>
        <p:spPr>
          <a:xfrm>
            <a:off x="7806690" y="2803120"/>
            <a:ext cx="0" cy="352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eur droit avec flèche 38">
            <a:extLst>
              <a:ext uri="{FF2B5EF4-FFF2-40B4-BE49-F238E27FC236}">
                <a16:creationId xmlns:a16="http://schemas.microsoft.com/office/drawing/2014/main" id="{263A86E9-25BB-CD7F-FCD1-3999CF2B0F43}"/>
              </a:ext>
            </a:extLst>
          </p:cNvPr>
          <p:cNvCxnSpPr/>
          <p:nvPr/>
        </p:nvCxnSpPr>
        <p:spPr>
          <a:xfrm>
            <a:off x="8900160" y="2803120"/>
            <a:ext cx="0" cy="352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eur droit avec flèche 39">
            <a:extLst>
              <a:ext uri="{FF2B5EF4-FFF2-40B4-BE49-F238E27FC236}">
                <a16:creationId xmlns:a16="http://schemas.microsoft.com/office/drawing/2014/main" id="{6FAC32EF-0060-B518-25B3-A54FA7D9B216}"/>
              </a:ext>
            </a:extLst>
          </p:cNvPr>
          <p:cNvCxnSpPr/>
          <p:nvPr/>
        </p:nvCxnSpPr>
        <p:spPr>
          <a:xfrm>
            <a:off x="9978390" y="2803120"/>
            <a:ext cx="0" cy="352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A8D4919F-0C57-F2D2-2FAE-8052BFE8E90B}"/>
              </a:ext>
            </a:extLst>
          </p:cNvPr>
          <p:cNvCxnSpPr>
            <a:cxnSpLocks/>
          </p:cNvCxnSpPr>
          <p:nvPr/>
        </p:nvCxnSpPr>
        <p:spPr>
          <a:xfrm flipV="1">
            <a:off x="6743700" y="4826314"/>
            <a:ext cx="0" cy="354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eur droit avec flèche 54">
            <a:extLst>
              <a:ext uri="{FF2B5EF4-FFF2-40B4-BE49-F238E27FC236}">
                <a16:creationId xmlns:a16="http://schemas.microsoft.com/office/drawing/2014/main" id="{8F45D868-F2EA-FF14-411C-BD2890BB1371}"/>
              </a:ext>
            </a:extLst>
          </p:cNvPr>
          <p:cNvCxnSpPr>
            <a:cxnSpLocks/>
          </p:cNvCxnSpPr>
          <p:nvPr/>
        </p:nvCxnSpPr>
        <p:spPr>
          <a:xfrm flipV="1">
            <a:off x="7810500" y="4835839"/>
            <a:ext cx="0" cy="354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2348FC35-8823-48CE-86D1-4B603600B467}"/>
              </a:ext>
            </a:extLst>
          </p:cNvPr>
          <p:cNvCxnSpPr>
            <a:cxnSpLocks/>
          </p:cNvCxnSpPr>
          <p:nvPr/>
        </p:nvCxnSpPr>
        <p:spPr>
          <a:xfrm flipV="1">
            <a:off x="8905875" y="4832345"/>
            <a:ext cx="0" cy="354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7" name="Connecteur droit avec flèche 56">
            <a:extLst>
              <a:ext uri="{FF2B5EF4-FFF2-40B4-BE49-F238E27FC236}">
                <a16:creationId xmlns:a16="http://schemas.microsoft.com/office/drawing/2014/main" id="{807A4CE1-1BB8-357B-7080-4AC43C60E41E}"/>
              </a:ext>
            </a:extLst>
          </p:cNvPr>
          <p:cNvCxnSpPr>
            <a:cxnSpLocks/>
          </p:cNvCxnSpPr>
          <p:nvPr/>
        </p:nvCxnSpPr>
        <p:spPr>
          <a:xfrm flipV="1">
            <a:off x="9963150" y="4826314"/>
            <a:ext cx="0" cy="354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34" name="Groupe 33">
            <a:extLst>
              <a:ext uri="{FF2B5EF4-FFF2-40B4-BE49-F238E27FC236}">
                <a16:creationId xmlns:a16="http://schemas.microsoft.com/office/drawing/2014/main" id="{268B5353-5FCE-97D8-68AA-C59D0CBD3963}"/>
              </a:ext>
            </a:extLst>
          </p:cNvPr>
          <p:cNvGrpSpPr/>
          <p:nvPr/>
        </p:nvGrpSpPr>
        <p:grpSpPr>
          <a:xfrm>
            <a:off x="2380983" y="2208090"/>
            <a:ext cx="3374118" cy="3618927"/>
            <a:chOff x="2380983" y="2208090"/>
            <a:chExt cx="3374118" cy="3618927"/>
          </a:xfrm>
        </p:grpSpPr>
        <p:grpSp>
          <p:nvGrpSpPr>
            <p:cNvPr id="43" name="Groupe 42">
              <a:extLst>
                <a:ext uri="{FF2B5EF4-FFF2-40B4-BE49-F238E27FC236}">
                  <a16:creationId xmlns:a16="http://schemas.microsoft.com/office/drawing/2014/main" id="{9576DF46-4E2F-3959-200C-DB3BB8D155D4}"/>
                </a:ext>
              </a:extLst>
            </p:cNvPr>
            <p:cNvGrpSpPr/>
            <p:nvPr/>
          </p:nvGrpSpPr>
          <p:grpSpPr>
            <a:xfrm>
              <a:off x="2380983" y="2208090"/>
              <a:ext cx="2017735" cy="3588782"/>
              <a:chOff x="8748102" y="2384769"/>
              <a:chExt cx="2017735" cy="3588782"/>
            </a:xfrm>
          </p:grpSpPr>
          <p:grpSp>
            <p:nvGrpSpPr>
              <p:cNvPr id="52" name="Groupe 51">
                <a:extLst>
                  <a:ext uri="{FF2B5EF4-FFF2-40B4-BE49-F238E27FC236}">
                    <a16:creationId xmlns:a16="http://schemas.microsoft.com/office/drawing/2014/main" id="{72E0D35E-C301-2036-CC6B-C87B570739EC}"/>
                  </a:ext>
                </a:extLst>
              </p:cNvPr>
              <p:cNvGrpSpPr/>
              <p:nvPr/>
            </p:nvGrpSpPr>
            <p:grpSpPr>
              <a:xfrm>
                <a:off x="8748102" y="2384769"/>
                <a:ext cx="2017735" cy="3588782"/>
                <a:chOff x="2943959" y="2266950"/>
                <a:chExt cx="2017735" cy="3588782"/>
              </a:xfrm>
            </p:grpSpPr>
            <p:grpSp>
              <p:nvGrpSpPr>
                <p:cNvPr id="54" name="Groupe 53">
                  <a:extLst>
                    <a:ext uri="{FF2B5EF4-FFF2-40B4-BE49-F238E27FC236}">
                      <a16:creationId xmlns:a16="http://schemas.microsoft.com/office/drawing/2014/main" id="{284DCA2C-62B9-71DE-6041-7071CBB63B6F}"/>
                    </a:ext>
                  </a:extLst>
                </p:cNvPr>
                <p:cNvGrpSpPr/>
                <p:nvPr/>
              </p:nvGrpSpPr>
              <p:grpSpPr>
                <a:xfrm>
                  <a:off x="2943959" y="2426625"/>
                  <a:ext cx="2017735" cy="3429107"/>
                  <a:chOff x="2943959" y="2426625"/>
                  <a:chExt cx="2017735" cy="3429107"/>
                </a:xfrm>
              </p:grpSpPr>
              <p:sp>
                <p:nvSpPr>
                  <p:cNvPr id="60" name="ZoneTexte 59">
                    <a:extLst>
                      <a:ext uri="{FF2B5EF4-FFF2-40B4-BE49-F238E27FC236}">
                        <a16:creationId xmlns:a16="http://schemas.microsoft.com/office/drawing/2014/main" id="{BB2F152B-3926-D1AE-8D19-DCE679F83190}"/>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61" name="ZoneTexte 60">
                    <a:extLst>
                      <a:ext uri="{FF2B5EF4-FFF2-40B4-BE49-F238E27FC236}">
                        <a16:creationId xmlns:a16="http://schemas.microsoft.com/office/drawing/2014/main" id="{0C2C10F5-4223-FFD2-2688-A6854BDB9DC6}"/>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62" name="ZoneTexte 61">
                    <a:extLst>
                      <a:ext uri="{FF2B5EF4-FFF2-40B4-BE49-F238E27FC236}">
                        <a16:creationId xmlns:a16="http://schemas.microsoft.com/office/drawing/2014/main" id="{100E1CAC-C140-1571-16E7-153F47547756}"/>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63" name="ZoneTexte 62">
                    <a:extLst>
                      <a:ext uri="{FF2B5EF4-FFF2-40B4-BE49-F238E27FC236}">
                        <a16:creationId xmlns:a16="http://schemas.microsoft.com/office/drawing/2014/main" id="{4DBB0095-CEA5-06F2-D9B2-037E3202D181}"/>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64" name="ZoneTexte 63">
                    <a:extLst>
                      <a:ext uri="{FF2B5EF4-FFF2-40B4-BE49-F238E27FC236}">
                        <a16:creationId xmlns:a16="http://schemas.microsoft.com/office/drawing/2014/main" id="{310BDE56-20A3-3D64-4140-22171D5D96C9}"/>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65" name="ZoneTexte 64">
                    <a:extLst>
                      <a:ext uri="{FF2B5EF4-FFF2-40B4-BE49-F238E27FC236}">
                        <a16:creationId xmlns:a16="http://schemas.microsoft.com/office/drawing/2014/main" id="{DD84CD01-F7B3-F64B-BC86-9C53851030EF}"/>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66" name="Connecteur droit avec flèche 65">
                    <a:extLst>
                      <a:ext uri="{FF2B5EF4-FFF2-40B4-BE49-F238E27FC236}">
                        <a16:creationId xmlns:a16="http://schemas.microsoft.com/office/drawing/2014/main" id="{8662FEE4-492D-2CA5-B3E0-4E49D188F977}"/>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7" name="Connecteur droit avec flèche 66">
                    <a:extLst>
                      <a:ext uri="{FF2B5EF4-FFF2-40B4-BE49-F238E27FC236}">
                        <a16:creationId xmlns:a16="http://schemas.microsoft.com/office/drawing/2014/main" id="{E89F506E-341B-CEFF-6432-955650D3597E}"/>
                      </a:ext>
                    </a:extLst>
                  </p:cNvPr>
                  <p:cNvCxnSpPr>
                    <a:cxnSpLocks/>
                    <a:endCxn id="60"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8" name="Connecteur droit avec flèche 67">
                    <a:extLst>
                      <a:ext uri="{FF2B5EF4-FFF2-40B4-BE49-F238E27FC236}">
                        <a16:creationId xmlns:a16="http://schemas.microsoft.com/office/drawing/2014/main" id="{7AD9B1E1-1F6F-E094-84CE-4B18C9906252}"/>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9" name="Connecteur droit avec flèche 68">
                    <a:extLst>
                      <a:ext uri="{FF2B5EF4-FFF2-40B4-BE49-F238E27FC236}">
                        <a16:creationId xmlns:a16="http://schemas.microsoft.com/office/drawing/2014/main" id="{F1C4B4E0-356E-A17B-9021-45044DCBB2E5}"/>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0" name="Connecteur droit avec flèche 69">
                    <a:extLst>
                      <a:ext uri="{FF2B5EF4-FFF2-40B4-BE49-F238E27FC236}">
                        <a16:creationId xmlns:a16="http://schemas.microsoft.com/office/drawing/2014/main" id="{9304E301-BCA0-9534-9310-FA25462819FE}"/>
                      </a:ext>
                    </a:extLst>
                  </p:cNvPr>
                  <p:cNvCxnSpPr>
                    <a:cxnSpLocks/>
                    <a:stCxn id="62" idx="1"/>
                    <a:endCxn id="63"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1" name="Connecteur droit avec flèche 70">
                    <a:extLst>
                      <a:ext uri="{FF2B5EF4-FFF2-40B4-BE49-F238E27FC236}">
                        <a16:creationId xmlns:a16="http://schemas.microsoft.com/office/drawing/2014/main" id="{5BFDCF47-D59E-339C-372B-F97D019EBFA8}"/>
                      </a:ext>
                    </a:extLst>
                  </p:cNvPr>
                  <p:cNvCxnSpPr>
                    <a:cxnSpLocks/>
                    <a:stCxn id="63" idx="0"/>
                    <a:endCxn id="64"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2" name="Connecteur droit avec flèche 71">
                    <a:extLst>
                      <a:ext uri="{FF2B5EF4-FFF2-40B4-BE49-F238E27FC236}">
                        <a16:creationId xmlns:a16="http://schemas.microsoft.com/office/drawing/2014/main" id="{A376880F-622C-6BEF-87C7-1503363E0353}"/>
                      </a:ext>
                    </a:extLst>
                  </p:cNvPr>
                  <p:cNvCxnSpPr>
                    <a:cxnSpLocks/>
                    <a:stCxn id="64" idx="3"/>
                    <a:endCxn id="65"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45B58D6E-085E-BB48-D466-19970C904CC7}"/>
                      </a:ext>
                    </a:extLst>
                  </p:cNvPr>
                  <p:cNvCxnSpPr>
                    <a:cxnSpLocks/>
                    <a:stCxn id="65" idx="2"/>
                    <a:endCxn id="62"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4" name="Connecteur droit avec flèche 73">
                    <a:extLst>
                      <a:ext uri="{FF2B5EF4-FFF2-40B4-BE49-F238E27FC236}">
                        <a16:creationId xmlns:a16="http://schemas.microsoft.com/office/drawing/2014/main" id="{4CD6A65F-1D4E-4A7F-7B7A-E6AF5BE5FF61}"/>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58" name="Connecteur droit 57">
                  <a:extLst>
                    <a:ext uri="{FF2B5EF4-FFF2-40B4-BE49-F238E27FC236}">
                      <a16:creationId xmlns:a16="http://schemas.microsoft.com/office/drawing/2014/main" id="{A3C6C352-454B-2A89-E499-FE9449E98337}"/>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9" name="Connecteur : en angle 58">
                  <a:extLst>
                    <a:ext uri="{FF2B5EF4-FFF2-40B4-BE49-F238E27FC236}">
                      <a16:creationId xmlns:a16="http://schemas.microsoft.com/office/drawing/2014/main" id="{9B2A8974-2446-2BF4-5AF0-BCF968B294CE}"/>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53" name="Connecteur droit avec flèche 52">
                <a:extLst>
                  <a:ext uri="{FF2B5EF4-FFF2-40B4-BE49-F238E27FC236}">
                    <a16:creationId xmlns:a16="http://schemas.microsoft.com/office/drawing/2014/main" id="{0684CB3E-3DAF-47BB-3B24-814FA1C62344}"/>
                  </a:ext>
                </a:extLst>
              </p:cNvPr>
              <p:cNvCxnSpPr>
                <a:cxnSpLocks/>
                <a:stCxn id="62" idx="0"/>
                <a:endCxn id="64"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46" name="Connecteur droit 45">
              <a:extLst>
                <a:ext uri="{FF2B5EF4-FFF2-40B4-BE49-F238E27FC236}">
                  <a16:creationId xmlns:a16="http://schemas.microsoft.com/office/drawing/2014/main" id="{4A0D7A92-C4F2-5234-345D-9B03DB584874}"/>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7" name="ZoneTexte 46">
              <a:extLst>
                <a:ext uri="{FF2B5EF4-FFF2-40B4-BE49-F238E27FC236}">
                  <a16:creationId xmlns:a16="http://schemas.microsoft.com/office/drawing/2014/main" id="{CF1936B3-D562-4A1D-A047-4F1C52AB746A}"/>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8" name="Connecteur droit 47">
              <a:extLst>
                <a:ext uri="{FF2B5EF4-FFF2-40B4-BE49-F238E27FC236}">
                  <a16:creationId xmlns:a16="http://schemas.microsoft.com/office/drawing/2014/main" id="{93FCA42A-023B-B66A-6E1D-C19F7855DB5B}"/>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ZoneTexte 49">
              <a:extLst>
                <a:ext uri="{FF2B5EF4-FFF2-40B4-BE49-F238E27FC236}">
                  <a16:creationId xmlns:a16="http://schemas.microsoft.com/office/drawing/2014/main" id="{2619ECD5-FA5F-00A7-18BF-3D44CD4914AE}"/>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51" name="Connecteur droit 50">
              <a:extLst>
                <a:ext uri="{FF2B5EF4-FFF2-40B4-BE49-F238E27FC236}">
                  <a16:creationId xmlns:a16="http://schemas.microsoft.com/office/drawing/2014/main" id="{B59111EB-A68F-4B23-8481-2749B8FB3807}"/>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75" name="Espace réservé du numéro de diapositive 74">
            <a:extLst>
              <a:ext uri="{FF2B5EF4-FFF2-40B4-BE49-F238E27FC236}">
                <a16:creationId xmlns:a16="http://schemas.microsoft.com/office/drawing/2014/main" id="{DB37BEC5-2F1A-E562-23BD-667CCAE18804}"/>
              </a:ext>
            </a:extLst>
          </p:cNvPr>
          <p:cNvSpPr>
            <a:spLocks noGrp="1"/>
          </p:cNvSpPr>
          <p:nvPr>
            <p:ph type="sldNum" sz="quarter" idx="12"/>
          </p:nvPr>
        </p:nvSpPr>
        <p:spPr/>
        <p:txBody>
          <a:bodyPr/>
          <a:lstStyle/>
          <a:p>
            <a:fld id="{5149A38E-4A7C-4C86-B631-64CD0F93C451}" type="slidenum">
              <a:rPr lang="fr-FR" smtClean="0"/>
              <a:t>39</a:t>
            </a:fld>
            <a:endParaRPr lang="fr-FR"/>
          </a:p>
        </p:txBody>
      </p:sp>
      <p:sp>
        <p:nvSpPr>
          <p:cNvPr id="5" name="Étoile : 5 branches 4">
            <a:extLst>
              <a:ext uri="{FF2B5EF4-FFF2-40B4-BE49-F238E27FC236}">
                <a16:creationId xmlns:a16="http://schemas.microsoft.com/office/drawing/2014/main" id="{B52877A2-945B-8803-1C8B-40D681F5B3B8}"/>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622824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82783-1E89-4F95-4348-4DEBD3954D11}"/>
              </a:ext>
            </a:extLst>
          </p:cNvPr>
          <p:cNvSpPr>
            <a:spLocks noGrp="1"/>
          </p:cNvSpPr>
          <p:nvPr>
            <p:ph type="title"/>
          </p:nvPr>
        </p:nvSpPr>
        <p:spPr/>
        <p:txBody>
          <a:bodyPr/>
          <a:lstStyle/>
          <a:p>
            <a:r>
              <a:rPr lang="fr-FR" dirty="0"/>
              <a:t>Pattern </a:t>
            </a:r>
            <a:r>
              <a:rPr lang="fr-FR" dirty="0" err="1"/>
              <a:t>completion</a:t>
            </a:r>
            <a:endParaRPr lang="fr-FR" dirty="0"/>
          </a:p>
        </p:txBody>
      </p:sp>
      <p:sp>
        <p:nvSpPr>
          <p:cNvPr id="3" name="Espace réservé du contenu 2">
            <a:extLst>
              <a:ext uri="{FF2B5EF4-FFF2-40B4-BE49-F238E27FC236}">
                <a16:creationId xmlns:a16="http://schemas.microsoft.com/office/drawing/2014/main" id="{7FD41E05-56A6-458B-29DC-891B8C481A9E}"/>
              </a:ext>
            </a:extLst>
          </p:cNvPr>
          <p:cNvSpPr>
            <a:spLocks noGrp="1"/>
          </p:cNvSpPr>
          <p:nvPr>
            <p:ph sz="half" idx="1"/>
          </p:nvPr>
        </p:nvSpPr>
        <p:spPr/>
        <p:txBody>
          <a:bodyPr/>
          <a:lstStyle/>
          <a:p>
            <a:pPr marL="0" indent="0">
              <a:buNone/>
            </a:pPr>
            <a:endParaRPr lang="fr-FR" dirty="0"/>
          </a:p>
        </p:txBody>
      </p:sp>
      <p:sp>
        <p:nvSpPr>
          <p:cNvPr id="32" name="Rectangle 31">
            <a:extLst>
              <a:ext uri="{FF2B5EF4-FFF2-40B4-BE49-F238E27FC236}">
                <a16:creationId xmlns:a16="http://schemas.microsoft.com/office/drawing/2014/main" id="{A29E662C-F423-DC12-10F9-72A4AD660DB9}"/>
              </a:ext>
            </a:extLst>
          </p:cNvPr>
          <p:cNvSpPr/>
          <p:nvPr/>
        </p:nvSpPr>
        <p:spPr>
          <a:xfrm>
            <a:off x="2851301" y="2366781"/>
            <a:ext cx="1073542" cy="204910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ZoneTexte 41">
            <a:extLst>
              <a:ext uri="{FF2B5EF4-FFF2-40B4-BE49-F238E27FC236}">
                <a16:creationId xmlns:a16="http://schemas.microsoft.com/office/drawing/2014/main" id="{D46562C0-9D6C-D7BE-0ADF-28C65214443C}"/>
              </a:ext>
            </a:extLst>
          </p:cNvPr>
          <p:cNvSpPr txBox="1"/>
          <p:nvPr/>
        </p:nvSpPr>
        <p:spPr>
          <a:xfrm>
            <a:off x="10839530" y="3152084"/>
            <a:ext cx="1023485" cy="646331"/>
          </a:xfrm>
          <a:prstGeom prst="rect">
            <a:avLst/>
          </a:prstGeom>
          <a:noFill/>
        </p:spPr>
        <p:txBody>
          <a:bodyPr wrap="none" rtlCol="0">
            <a:spAutoFit/>
          </a:bodyPr>
          <a:lstStyle/>
          <a:p>
            <a:r>
              <a:rPr lang="fr-FR" dirty="0" err="1"/>
              <a:t>Recalled</a:t>
            </a:r>
            <a:r>
              <a:rPr lang="fr-FR" dirty="0"/>
              <a:t> </a:t>
            </a:r>
          </a:p>
          <a:p>
            <a:r>
              <a:rPr lang="fr-FR" dirty="0"/>
              <a:t>patterns</a:t>
            </a:r>
          </a:p>
        </p:txBody>
      </p:sp>
      <p:sp>
        <p:nvSpPr>
          <p:cNvPr id="44" name="Accolade fermante 43">
            <a:extLst>
              <a:ext uri="{FF2B5EF4-FFF2-40B4-BE49-F238E27FC236}">
                <a16:creationId xmlns:a16="http://schemas.microsoft.com/office/drawing/2014/main" id="{112D11D1-33AB-367B-9673-B84141DC211A}"/>
              </a:ext>
            </a:extLst>
          </p:cNvPr>
          <p:cNvSpPr/>
          <p:nvPr/>
        </p:nvSpPr>
        <p:spPr>
          <a:xfrm>
            <a:off x="10616301" y="3177951"/>
            <a:ext cx="159712" cy="1635439"/>
          </a:xfrm>
          <a:prstGeom prst="righ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45" name="ZoneTexte 44">
            <a:extLst>
              <a:ext uri="{FF2B5EF4-FFF2-40B4-BE49-F238E27FC236}">
                <a16:creationId xmlns:a16="http://schemas.microsoft.com/office/drawing/2014/main" id="{20840505-D4CB-79CD-6ABC-3F81AEE39094}"/>
              </a:ext>
            </a:extLst>
          </p:cNvPr>
          <p:cNvSpPr txBox="1"/>
          <p:nvPr/>
        </p:nvSpPr>
        <p:spPr>
          <a:xfrm>
            <a:off x="10803396" y="3800246"/>
            <a:ext cx="1209947" cy="369332"/>
          </a:xfrm>
          <a:prstGeom prst="rect">
            <a:avLst/>
          </a:prstGeom>
          <a:noFill/>
        </p:spPr>
        <p:txBody>
          <a:bodyPr wrap="none" rtlCol="0">
            <a:spAutoFit/>
          </a:bodyPr>
          <a:lstStyle/>
          <a:p>
            <a:r>
              <a:rPr lang="fr-FR" dirty="0" err="1">
                <a:solidFill>
                  <a:srgbClr val="FF0000"/>
                </a:solidFill>
              </a:rPr>
              <a:t>correlation</a:t>
            </a:r>
            <a:endParaRPr lang="fr-FR" dirty="0">
              <a:solidFill>
                <a:srgbClr val="FF0000"/>
              </a:solidFill>
            </a:endParaRPr>
          </a:p>
        </p:txBody>
      </p:sp>
      <p:sp>
        <p:nvSpPr>
          <p:cNvPr id="4" name="ZoneTexte 3">
            <a:extLst>
              <a:ext uri="{FF2B5EF4-FFF2-40B4-BE49-F238E27FC236}">
                <a16:creationId xmlns:a16="http://schemas.microsoft.com/office/drawing/2014/main" id="{F63875A2-3A41-A942-94C7-7D050ED096CA}"/>
              </a:ext>
            </a:extLst>
          </p:cNvPr>
          <p:cNvSpPr txBox="1"/>
          <p:nvPr/>
        </p:nvSpPr>
        <p:spPr>
          <a:xfrm>
            <a:off x="10866139" y="4184189"/>
            <a:ext cx="970266" cy="646331"/>
          </a:xfrm>
          <a:prstGeom prst="rect">
            <a:avLst/>
          </a:prstGeom>
          <a:noFill/>
        </p:spPr>
        <p:txBody>
          <a:bodyPr wrap="none" rtlCol="0">
            <a:spAutoFit/>
          </a:bodyPr>
          <a:lstStyle/>
          <a:p>
            <a:r>
              <a:rPr lang="fr-FR" dirty="0" err="1"/>
              <a:t>Stored</a:t>
            </a:r>
            <a:r>
              <a:rPr lang="fr-FR" dirty="0"/>
              <a:t> </a:t>
            </a:r>
          </a:p>
          <a:p>
            <a:r>
              <a:rPr lang="fr-FR" dirty="0"/>
              <a:t>patterns</a:t>
            </a:r>
          </a:p>
        </p:txBody>
      </p:sp>
      <p:sp>
        <p:nvSpPr>
          <p:cNvPr id="33" name="ZoneTexte 32">
            <a:extLst>
              <a:ext uri="{FF2B5EF4-FFF2-40B4-BE49-F238E27FC236}">
                <a16:creationId xmlns:a16="http://schemas.microsoft.com/office/drawing/2014/main" id="{9985166D-AF2F-97D6-D6A6-9A01D8461C46}"/>
              </a:ext>
            </a:extLst>
          </p:cNvPr>
          <p:cNvSpPr txBox="1"/>
          <p:nvPr/>
        </p:nvSpPr>
        <p:spPr>
          <a:xfrm>
            <a:off x="2819491" y="4060541"/>
            <a:ext cx="301686" cy="369332"/>
          </a:xfrm>
          <a:prstGeom prst="rect">
            <a:avLst/>
          </a:prstGeom>
          <a:noFill/>
        </p:spPr>
        <p:txBody>
          <a:bodyPr wrap="none" rtlCol="0">
            <a:spAutoFit/>
          </a:bodyPr>
          <a:lstStyle/>
          <a:p>
            <a:r>
              <a:rPr lang="fr-FR" dirty="0">
                <a:solidFill>
                  <a:srgbClr val="0070C0"/>
                </a:solidFill>
              </a:rPr>
              <a:t>4</a:t>
            </a:r>
          </a:p>
        </p:txBody>
      </p:sp>
      <p:cxnSp>
        <p:nvCxnSpPr>
          <p:cNvPr id="36" name="Connecteur droit avec flèche 35">
            <a:extLst>
              <a:ext uri="{FF2B5EF4-FFF2-40B4-BE49-F238E27FC236}">
                <a16:creationId xmlns:a16="http://schemas.microsoft.com/office/drawing/2014/main" id="{CF989587-59C7-5C84-22FF-9FD9B0D1F548}"/>
              </a:ext>
            </a:extLst>
          </p:cNvPr>
          <p:cNvCxnSpPr/>
          <p:nvPr/>
        </p:nvCxnSpPr>
        <p:spPr>
          <a:xfrm>
            <a:off x="6705600" y="2838450"/>
            <a:ext cx="0" cy="352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9C824780-F548-723F-0272-F0843B13B5E9}"/>
              </a:ext>
            </a:extLst>
          </p:cNvPr>
          <p:cNvCxnSpPr/>
          <p:nvPr/>
        </p:nvCxnSpPr>
        <p:spPr>
          <a:xfrm>
            <a:off x="7791450" y="2838450"/>
            <a:ext cx="0" cy="352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eur droit avec flèche 38">
            <a:extLst>
              <a:ext uri="{FF2B5EF4-FFF2-40B4-BE49-F238E27FC236}">
                <a16:creationId xmlns:a16="http://schemas.microsoft.com/office/drawing/2014/main" id="{263A86E9-25BB-CD7F-FCD1-3999CF2B0F43}"/>
              </a:ext>
            </a:extLst>
          </p:cNvPr>
          <p:cNvCxnSpPr/>
          <p:nvPr/>
        </p:nvCxnSpPr>
        <p:spPr>
          <a:xfrm>
            <a:off x="8886825" y="2838450"/>
            <a:ext cx="0" cy="352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eur droit avec flèche 39">
            <a:extLst>
              <a:ext uri="{FF2B5EF4-FFF2-40B4-BE49-F238E27FC236}">
                <a16:creationId xmlns:a16="http://schemas.microsoft.com/office/drawing/2014/main" id="{6FAC32EF-0060-B518-25B3-A54FA7D9B216}"/>
              </a:ext>
            </a:extLst>
          </p:cNvPr>
          <p:cNvCxnSpPr/>
          <p:nvPr/>
        </p:nvCxnSpPr>
        <p:spPr>
          <a:xfrm>
            <a:off x="9944100" y="2838450"/>
            <a:ext cx="0" cy="35242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eur droit avec flèche 48">
            <a:extLst>
              <a:ext uri="{FF2B5EF4-FFF2-40B4-BE49-F238E27FC236}">
                <a16:creationId xmlns:a16="http://schemas.microsoft.com/office/drawing/2014/main" id="{A8D4919F-0C57-F2D2-2FAE-8052BFE8E90B}"/>
              </a:ext>
            </a:extLst>
          </p:cNvPr>
          <p:cNvCxnSpPr>
            <a:cxnSpLocks/>
          </p:cNvCxnSpPr>
          <p:nvPr/>
        </p:nvCxnSpPr>
        <p:spPr>
          <a:xfrm flipV="1">
            <a:off x="6743700" y="4826314"/>
            <a:ext cx="0" cy="354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eur droit avec flèche 54">
            <a:extLst>
              <a:ext uri="{FF2B5EF4-FFF2-40B4-BE49-F238E27FC236}">
                <a16:creationId xmlns:a16="http://schemas.microsoft.com/office/drawing/2014/main" id="{8F45D868-F2EA-FF14-411C-BD2890BB1371}"/>
              </a:ext>
            </a:extLst>
          </p:cNvPr>
          <p:cNvCxnSpPr>
            <a:cxnSpLocks/>
          </p:cNvCxnSpPr>
          <p:nvPr/>
        </p:nvCxnSpPr>
        <p:spPr>
          <a:xfrm flipV="1">
            <a:off x="7810500" y="4835839"/>
            <a:ext cx="0" cy="354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2348FC35-8823-48CE-86D1-4B603600B467}"/>
              </a:ext>
            </a:extLst>
          </p:cNvPr>
          <p:cNvCxnSpPr>
            <a:cxnSpLocks/>
          </p:cNvCxnSpPr>
          <p:nvPr/>
        </p:nvCxnSpPr>
        <p:spPr>
          <a:xfrm flipV="1">
            <a:off x="8905875" y="4832345"/>
            <a:ext cx="0" cy="354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7" name="Connecteur droit avec flèche 56">
            <a:extLst>
              <a:ext uri="{FF2B5EF4-FFF2-40B4-BE49-F238E27FC236}">
                <a16:creationId xmlns:a16="http://schemas.microsoft.com/office/drawing/2014/main" id="{807A4CE1-1BB8-357B-7080-4AC43C60E41E}"/>
              </a:ext>
            </a:extLst>
          </p:cNvPr>
          <p:cNvCxnSpPr>
            <a:cxnSpLocks/>
          </p:cNvCxnSpPr>
          <p:nvPr/>
        </p:nvCxnSpPr>
        <p:spPr>
          <a:xfrm flipV="1">
            <a:off x="9963150" y="4826314"/>
            <a:ext cx="0" cy="3549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34" name="Groupe 33">
            <a:extLst>
              <a:ext uri="{FF2B5EF4-FFF2-40B4-BE49-F238E27FC236}">
                <a16:creationId xmlns:a16="http://schemas.microsoft.com/office/drawing/2014/main" id="{268B5353-5FCE-97D8-68AA-C59D0CBD3963}"/>
              </a:ext>
            </a:extLst>
          </p:cNvPr>
          <p:cNvGrpSpPr/>
          <p:nvPr/>
        </p:nvGrpSpPr>
        <p:grpSpPr>
          <a:xfrm>
            <a:off x="2380983" y="2208090"/>
            <a:ext cx="3374118" cy="3618927"/>
            <a:chOff x="2380983" y="2208090"/>
            <a:chExt cx="3374118" cy="3618927"/>
          </a:xfrm>
        </p:grpSpPr>
        <p:grpSp>
          <p:nvGrpSpPr>
            <p:cNvPr id="43" name="Groupe 42">
              <a:extLst>
                <a:ext uri="{FF2B5EF4-FFF2-40B4-BE49-F238E27FC236}">
                  <a16:creationId xmlns:a16="http://schemas.microsoft.com/office/drawing/2014/main" id="{9576DF46-4E2F-3959-200C-DB3BB8D155D4}"/>
                </a:ext>
              </a:extLst>
            </p:cNvPr>
            <p:cNvGrpSpPr/>
            <p:nvPr/>
          </p:nvGrpSpPr>
          <p:grpSpPr>
            <a:xfrm>
              <a:off x="2380983" y="2208090"/>
              <a:ext cx="2017735" cy="3588782"/>
              <a:chOff x="8748102" y="2384769"/>
              <a:chExt cx="2017735" cy="3588782"/>
            </a:xfrm>
          </p:grpSpPr>
          <p:grpSp>
            <p:nvGrpSpPr>
              <p:cNvPr id="52" name="Groupe 51">
                <a:extLst>
                  <a:ext uri="{FF2B5EF4-FFF2-40B4-BE49-F238E27FC236}">
                    <a16:creationId xmlns:a16="http://schemas.microsoft.com/office/drawing/2014/main" id="{72E0D35E-C301-2036-CC6B-C87B570739EC}"/>
                  </a:ext>
                </a:extLst>
              </p:cNvPr>
              <p:cNvGrpSpPr/>
              <p:nvPr/>
            </p:nvGrpSpPr>
            <p:grpSpPr>
              <a:xfrm>
                <a:off x="8748102" y="2384769"/>
                <a:ext cx="2017735" cy="3588782"/>
                <a:chOff x="2943959" y="2266950"/>
                <a:chExt cx="2017735" cy="3588782"/>
              </a:xfrm>
            </p:grpSpPr>
            <p:grpSp>
              <p:nvGrpSpPr>
                <p:cNvPr id="54" name="Groupe 53">
                  <a:extLst>
                    <a:ext uri="{FF2B5EF4-FFF2-40B4-BE49-F238E27FC236}">
                      <a16:creationId xmlns:a16="http://schemas.microsoft.com/office/drawing/2014/main" id="{284DCA2C-62B9-71DE-6041-7071CBB63B6F}"/>
                    </a:ext>
                  </a:extLst>
                </p:cNvPr>
                <p:cNvGrpSpPr/>
                <p:nvPr/>
              </p:nvGrpSpPr>
              <p:grpSpPr>
                <a:xfrm>
                  <a:off x="2943959" y="2426625"/>
                  <a:ext cx="2017735" cy="3429107"/>
                  <a:chOff x="2943959" y="2426625"/>
                  <a:chExt cx="2017735" cy="3429107"/>
                </a:xfrm>
              </p:grpSpPr>
              <p:sp>
                <p:nvSpPr>
                  <p:cNvPr id="60" name="ZoneTexte 59">
                    <a:extLst>
                      <a:ext uri="{FF2B5EF4-FFF2-40B4-BE49-F238E27FC236}">
                        <a16:creationId xmlns:a16="http://schemas.microsoft.com/office/drawing/2014/main" id="{BB2F152B-3926-D1AE-8D19-DCE679F83190}"/>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61" name="ZoneTexte 60">
                    <a:extLst>
                      <a:ext uri="{FF2B5EF4-FFF2-40B4-BE49-F238E27FC236}">
                        <a16:creationId xmlns:a16="http://schemas.microsoft.com/office/drawing/2014/main" id="{0C2C10F5-4223-FFD2-2688-A6854BDB9DC6}"/>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62" name="ZoneTexte 61">
                    <a:extLst>
                      <a:ext uri="{FF2B5EF4-FFF2-40B4-BE49-F238E27FC236}">
                        <a16:creationId xmlns:a16="http://schemas.microsoft.com/office/drawing/2014/main" id="{100E1CAC-C140-1571-16E7-153F47547756}"/>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63" name="ZoneTexte 62">
                    <a:extLst>
                      <a:ext uri="{FF2B5EF4-FFF2-40B4-BE49-F238E27FC236}">
                        <a16:creationId xmlns:a16="http://schemas.microsoft.com/office/drawing/2014/main" id="{4DBB0095-CEA5-06F2-D9B2-037E3202D181}"/>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64" name="ZoneTexte 63">
                    <a:extLst>
                      <a:ext uri="{FF2B5EF4-FFF2-40B4-BE49-F238E27FC236}">
                        <a16:creationId xmlns:a16="http://schemas.microsoft.com/office/drawing/2014/main" id="{310BDE56-20A3-3D64-4140-22171D5D96C9}"/>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65" name="ZoneTexte 64">
                    <a:extLst>
                      <a:ext uri="{FF2B5EF4-FFF2-40B4-BE49-F238E27FC236}">
                        <a16:creationId xmlns:a16="http://schemas.microsoft.com/office/drawing/2014/main" id="{DD84CD01-F7B3-F64B-BC86-9C53851030EF}"/>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66" name="Connecteur droit avec flèche 65">
                    <a:extLst>
                      <a:ext uri="{FF2B5EF4-FFF2-40B4-BE49-F238E27FC236}">
                        <a16:creationId xmlns:a16="http://schemas.microsoft.com/office/drawing/2014/main" id="{8662FEE4-492D-2CA5-B3E0-4E49D188F977}"/>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7" name="Connecteur droit avec flèche 66">
                    <a:extLst>
                      <a:ext uri="{FF2B5EF4-FFF2-40B4-BE49-F238E27FC236}">
                        <a16:creationId xmlns:a16="http://schemas.microsoft.com/office/drawing/2014/main" id="{E89F506E-341B-CEFF-6432-955650D3597E}"/>
                      </a:ext>
                    </a:extLst>
                  </p:cNvPr>
                  <p:cNvCxnSpPr>
                    <a:cxnSpLocks/>
                    <a:endCxn id="60"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8" name="Connecteur droit avec flèche 67">
                    <a:extLst>
                      <a:ext uri="{FF2B5EF4-FFF2-40B4-BE49-F238E27FC236}">
                        <a16:creationId xmlns:a16="http://schemas.microsoft.com/office/drawing/2014/main" id="{7AD9B1E1-1F6F-E094-84CE-4B18C9906252}"/>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9" name="Connecteur droit avec flèche 68">
                    <a:extLst>
                      <a:ext uri="{FF2B5EF4-FFF2-40B4-BE49-F238E27FC236}">
                        <a16:creationId xmlns:a16="http://schemas.microsoft.com/office/drawing/2014/main" id="{F1C4B4E0-356E-A17B-9021-45044DCBB2E5}"/>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0" name="Connecteur droit avec flèche 69">
                    <a:extLst>
                      <a:ext uri="{FF2B5EF4-FFF2-40B4-BE49-F238E27FC236}">
                        <a16:creationId xmlns:a16="http://schemas.microsoft.com/office/drawing/2014/main" id="{9304E301-BCA0-9534-9310-FA25462819FE}"/>
                      </a:ext>
                    </a:extLst>
                  </p:cNvPr>
                  <p:cNvCxnSpPr>
                    <a:cxnSpLocks/>
                    <a:stCxn id="62" idx="1"/>
                    <a:endCxn id="63"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1" name="Connecteur droit avec flèche 70">
                    <a:extLst>
                      <a:ext uri="{FF2B5EF4-FFF2-40B4-BE49-F238E27FC236}">
                        <a16:creationId xmlns:a16="http://schemas.microsoft.com/office/drawing/2014/main" id="{5BFDCF47-D59E-339C-372B-F97D019EBFA8}"/>
                      </a:ext>
                    </a:extLst>
                  </p:cNvPr>
                  <p:cNvCxnSpPr>
                    <a:cxnSpLocks/>
                    <a:stCxn id="63" idx="0"/>
                    <a:endCxn id="64"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2" name="Connecteur droit avec flèche 71">
                    <a:extLst>
                      <a:ext uri="{FF2B5EF4-FFF2-40B4-BE49-F238E27FC236}">
                        <a16:creationId xmlns:a16="http://schemas.microsoft.com/office/drawing/2014/main" id="{A376880F-622C-6BEF-87C7-1503363E0353}"/>
                      </a:ext>
                    </a:extLst>
                  </p:cNvPr>
                  <p:cNvCxnSpPr>
                    <a:cxnSpLocks/>
                    <a:stCxn id="64" idx="3"/>
                    <a:endCxn id="65"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45B58D6E-085E-BB48-D466-19970C904CC7}"/>
                      </a:ext>
                    </a:extLst>
                  </p:cNvPr>
                  <p:cNvCxnSpPr>
                    <a:cxnSpLocks/>
                    <a:stCxn id="65" idx="2"/>
                    <a:endCxn id="62"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4" name="Connecteur droit avec flèche 73">
                    <a:extLst>
                      <a:ext uri="{FF2B5EF4-FFF2-40B4-BE49-F238E27FC236}">
                        <a16:creationId xmlns:a16="http://schemas.microsoft.com/office/drawing/2014/main" id="{4CD6A65F-1D4E-4A7F-7B7A-E6AF5BE5FF61}"/>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58" name="Connecteur droit 57">
                  <a:extLst>
                    <a:ext uri="{FF2B5EF4-FFF2-40B4-BE49-F238E27FC236}">
                      <a16:creationId xmlns:a16="http://schemas.microsoft.com/office/drawing/2014/main" id="{A3C6C352-454B-2A89-E499-FE9449E98337}"/>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9" name="Connecteur : en angle 58">
                  <a:extLst>
                    <a:ext uri="{FF2B5EF4-FFF2-40B4-BE49-F238E27FC236}">
                      <a16:creationId xmlns:a16="http://schemas.microsoft.com/office/drawing/2014/main" id="{9B2A8974-2446-2BF4-5AF0-BCF968B294CE}"/>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53" name="Connecteur droit avec flèche 52">
                <a:extLst>
                  <a:ext uri="{FF2B5EF4-FFF2-40B4-BE49-F238E27FC236}">
                    <a16:creationId xmlns:a16="http://schemas.microsoft.com/office/drawing/2014/main" id="{0684CB3E-3DAF-47BB-3B24-814FA1C62344}"/>
                  </a:ext>
                </a:extLst>
              </p:cNvPr>
              <p:cNvCxnSpPr>
                <a:cxnSpLocks/>
                <a:stCxn id="62" idx="0"/>
                <a:endCxn id="64"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46" name="Connecteur droit 45">
              <a:extLst>
                <a:ext uri="{FF2B5EF4-FFF2-40B4-BE49-F238E27FC236}">
                  <a16:creationId xmlns:a16="http://schemas.microsoft.com/office/drawing/2014/main" id="{4A0D7A92-C4F2-5234-345D-9B03DB584874}"/>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7" name="ZoneTexte 46">
              <a:extLst>
                <a:ext uri="{FF2B5EF4-FFF2-40B4-BE49-F238E27FC236}">
                  <a16:creationId xmlns:a16="http://schemas.microsoft.com/office/drawing/2014/main" id="{CF1936B3-D562-4A1D-A047-4F1C52AB746A}"/>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8" name="Connecteur droit 47">
              <a:extLst>
                <a:ext uri="{FF2B5EF4-FFF2-40B4-BE49-F238E27FC236}">
                  <a16:creationId xmlns:a16="http://schemas.microsoft.com/office/drawing/2014/main" id="{93FCA42A-023B-B66A-6E1D-C19F7855DB5B}"/>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ZoneTexte 49">
              <a:extLst>
                <a:ext uri="{FF2B5EF4-FFF2-40B4-BE49-F238E27FC236}">
                  <a16:creationId xmlns:a16="http://schemas.microsoft.com/office/drawing/2014/main" id="{2619ECD5-FA5F-00A7-18BF-3D44CD4914AE}"/>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51" name="Connecteur droit 50">
              <a:extLst>
                <a:ext uri="{FF2B5EF4-FFF2-40B4-BE49-F238E27FC236}">
                  <a16:creationId xmlns:a16="http://schemas.microsoft.com/office/drawing/2014/main" id="{B59111EB-A68F-4B23-8481-2749B8FB3807}"/>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75" name="Espace réservé du numéro de diapositive 74">
            <a:extLst>
              <a:ext uri="{FF2B5EF4-FFF2-40B4-BE49-F238E27FC236}">
                <a16:creationId xmlns:a16="http://schemas.microsoft.com/office/drawing/2014/main" id="{DB37BEC5-2F1A-E562-23BD-667CCAE18804}"/>
              </a:ext>
            </a:extLst>
          </p:cNvPr>
          <p:cNvSpPr>
            <a:spLocks noGrp="1"/>
          </p:cNvSpPr>
          <p:nvPr>
            <p:ph type="sldNum" sz="quarter" idx="12"/>
          </p:nvPr>
        </p:nvSpPr>
        <p:spPr/>
        <p:txBody>
          <a:bodyPr/>
          <a:lstStyle/>
          <a:p>
            <a:fld id="{5149A38E-4A7C-4C86-B631-64CD0F93C451}" type="slidenum">
              <a:rPr lang="fr-FR" smtClean="0"/>
              <a:t>40</a:t>
            </a:fld>
            <a:endParaRPr lang="fr-FR"/>
          </a:p>
        </p:txBody>
      </p:sp>
      <p:grpSp>
        <p:nvGrpSpPr>
          <p:cNvPr id="10" name="Groupe 9">
            <a:extLst>
              <a:ext uri="{FF2B5EF4-FFF2-40B4-BE49-F238E27FC236}">
                <a16:creationId xmlns:a16="http://schemas.microsoft.com/office/drawing/2014/main" id="{13E077F9-60DC-38FB-3DAC-4367990EF91C}"/>
              </a:ext>
            </a:extLst>
          </p:cNvPr>
          <p:cNvGrpSpPr/>
          <p:nvPr/>
        </p:nvGrpSpPr>
        <p:grpSpPr>
          <a:xfrm>
            <a:off x="6265388" y="1788921"/>
            <a:ext cx="4278402" cy="4346656"/>
            <a:chOff x="6265388" y="1788921"/>
            <a:chExt cx="4278402" cy="4346656"/>
          </a:xfrm>
        </p:grpSpPr>
        <p:pic>
          <p:nvPicPr>
            <p:cNvPr id="79" name="Image 78">
              <a:extLst>
                <a:ext uri="{FF2B5EF4-FFF2-40B4-BE49-F238E27FC236}">
                  <a16:creationId xmlns:a16="http://schemas.microsoft.com/office/drawing/2014/main" id="{FE882322-12A4-EFAF-AD87-A1061E047078}"/>
                </a:ext>
              </a:extLst>
            </p:cNvPr>
            <p:cNvPicPr>
              <a:picLocks noChangeAspect="1"/>
            </p:cNvPicPr>
            <p:nvPr/>
          </p:nvPicPr>
          <p:blipFill>
            <a:blip r:embed="rId2"/>
            <a:stretch>
              <a:fillRect/>
            </a:stretch>
          </p:blipFill>
          <p:spPr>
            <a:xfrm>
              <a:off x="6265388" y="1788921"/>
              <a:ext cx="4276726" cy="2043022"/>
            </a:xfrm>
            <a:prstGeom prst="rect">
              <a:avLst/>
            </a:prstGeom>
          </p:spPr>
        </p:pic>
        <p:pic>
          <p:nvPicPr>
            <p:cNvPr id="77" name="Image 76">
              <a:extLst>
                <a:ext uri="{FF2B5EF4-FFF2-40B4-BE49-F238E27FC236}">
                  <a16:creationId xmlns:a16="http://schemas.microsoft.com/office/drawing/2014/main" id="{C0C71C5A-5C21-D12C-1EFE-DDCABC03FDC8}"/>
                </a:ext>
              </a:extLst>
            </p:cNvPr>
            <p:cNvPicPr>
              <a:picLocks noChangeAspect="1"/>
            </p:cNvPicPr>
            <p:nvPr/>
          </p:nvPicPr>
          <p:blipFill>
            <a:blip r:embed="rId3"/>
            <a:stretch>
              <a:fillRect/>
            </a:stretch>
          </p:blipFill>
          <p:spPr>
            <a:xfrm>
              <a:off x="6267066" y="4092555"/>
              <a:ext cx="4276724" cy="2043022"/>
            </a:xfrm>
            <a:prstGeom prst="rect">
              <a:avLst/>
            </a:prstGeom>
          </p:spPr>
        </p:pic>
        <p:sp>
          <p:nvSpPr>
            <p:cNvPr id="5" name="Ellipse 4">
              <a:extLst>
                <a:ext uri="{FF2B5EF4-FFF2-40B4-BE49-F238E27FC236}">
                  <a16:creationId xmlns:a16="http://schemas.microsoft.com/office/drawing/2014/main" id="{9E7677A4-FEFF-4F9F-E363-CAA75837D9C9}"/>
                </a:ext>
              </a:extLst>
            </p:cNvPr>
            <p:cNvSpPr/>
            <p:nvPr/>
          </p:nvSpPr>
          <p:spPr>
            <a:xfrm>
              <a:off x="6340382" y="4233255"/>
              <a:ext cx="78622" cy="78622"/>
            </a:xfrm>
            <a:prstGeom prst="ellipse">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llipse 5">
              <a:extLst>
                <a:ext uri="{FF2B5EF4-FFF2-40B4-BE49-F238E27FC236}">
                  <a16:creationId xmlns:a16="http://schemas.microsoft.com/office/drawing/2014/main" id="{7B934C5B-7D8D-11A7-E8FA-8EFB8123563C}"/>
                </a:ext>
              </a:extLst>
            </p:cNvPr>
            <p:cNvSpPr/>
            <p:nvPr/>
          </p:nvSpPr>
          <p:spPr>
            <a:xfrm>
              <a:off x="6337207" y="3222583"/>
              <a:ext cx="78622" cy="78622"/>
            </a:xfrm>
            <a:prstGeom prst="ellipse">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llipse 6">
              <a:extLst>
                <a:ext uri="{FF2B5EF4-FFF2-40B4-BE49-F238E27FC236}">
                  <a16:creationId xmlns:a16="http://schemas.microsoft.com/office/drawing/2014/main" id="{AC9D938E-7622-0BF9-62CB-E4E2A473AF51}"/>
                </a:ext>
              </a:extLst>
            </p:cNvPr>
            <p:cNvSpPr/>
            <p:nvPr/>
          </p:nvSpPr>
          <p:spPr>
            <a:xfrm>
              <a:off x="6564066" y="3194050"/>
              <a:ext cx="78622" cy="78622"/>
            </a:xfrm>
            <a:prstGeom prst="ellipse">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Ellipse 7">
              <a:extLst>
                <a:ext uri="{FF2B5EF4-FFF2-40B4-BE49-F238E27FC236}">
                  <a16:creationId xmlns:a16="http://schemas.microsoft.com/office/drawing/2014/main" id="{171D6800-960B-AB07-95D0-0BD3E3C2B513}"/>
                </a:ext>
              </a:extLst>
            </p:cNvPr>
            <p:cNvSpPr/>
            <p:nvPr/>
          </p:nvSpPr>
          <p:spPr>
            <a:xfrm>
              <a:off x="6571004" y="4220501"/>
              <a:ext cx="78622" cy="78622"/>
            </a:xfrm>
            <a:prstGeom prst="ellipse">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9" name="Étoile : 5 branches 8">
            <a:extLst>
              <a:ext uri="{FF2B5EF4-FFF2-40B4-BE49-F238E27FC236}">
                <a16:creationId xmlns:a16="http://schemas.microsoft.com/office/drawing/2014/main" id="{E4890B5F-F8AA-0F9E-0023-385CF683841C}"/>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11317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82783-1E89-4F95-4348-4DEBD3954D11}"/>
              </a:ext>
            </a:extLst>
          </p:cNvPr>
          <p:cNvSpPr>
            <a:spLocks noGrp="1"/>
          </p:cNvSpPr>
          <p:nvPr>
            <p:ph type="title"/>
          </p:nvPr>
        </p:nvSpPr>
        <p:spPr/>
        <p:txBody>
          <a:bodyPr/>
          <a:lstStyle/>
          <a:p>
            <a:r>
              <a:rPr lang="fr-FR" dirty="0"/>
              <a:t>Pattern </a:t>
            </a:r>
            <a:r>
              <a:rPr lang="fr-FR" dirty="0" err="1"/>
              <a:t>completion</a:t>
            </a:r>
            <a:endParaRPr lang="fr-FR" dirty="0"/>
          </a:p>
        </p:txBody>
      </p:sp>
      <p:sp>
        <p:nvSpPr>
          <p:cNvPr id="3" name="Espace réservé du contenu 2">
            <a:extLst>
              <a:ext uri="{FF2B5EF4-FFF2-40B4-BE49-F238E27FC236}">
                <a16:creationId xmlns:a16="http://schemas.microsoft.com/office/drawing/2014/main" id="{7FD41E05-56A6-458B-29DC-891B8C481A9E}"/>
              </a:ext>
            </a:extLst>
          </p:cNvPr>
          <p:cNvSpPr>
            <a:spLocks noGrp="1"/>
          </p:cNvSpPr>
          <p:nvPr>
            <p:ph sz="half" idx="1"/>
          </p:nvPr>
        </p:nvSpPr>
        <p:spPr/>
        <p:txBody>
          <a:bodyPr/>
          <a:lstStyle/>
          <a:p>
            <a:pPr marL="0" indent="0">
              <a:buNone/>
            </a:pPr>
            <a:endParaRPr lang="fr-FR" dirty="0"/>
          </a:p>
        </p:txBody>
      </p:sp>
      <p:sp>
        <p:nvSpPr>
          <p:cNvPr id="32" name="Rectangle 31">
            <a:extLst>
              <a:ext uri="{FF2B5EF4-FFF2-40B4-BE49-F238E27FC236}">
                <a16:creationId xmlns:a16="http://schemas.microsoft.com/office/drawing/2014/main" id="{A29E662C-F423-DC12-10F9-72A4AD660DB9}"/>
              </a:ext>
            </a:extLst>
          </p:cNvPr>
          <p:cNvSpPr/>
          <p:nvPr/>
        </p:nvSpPr>
        <p:spPr>
          <a:xfrm>
            <a:off x="2851301" y="2366781"/>
            <a:ext cx="1073542" cy="204910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ZoneTexte 3">
            <a:extLst>
              <a:ext uri="{FF2B5EF4-FFF2-40B4-BE49-F238E27FC236}">
                <a16:creationId xmlns:a16="http://schemas.microsoft.com/office/drawing/2014/main" id="{232D1805-DF17-565A-2E50-1FAF5BFDB235}"/>
              </a:ext>
            </a:extLst>
          </p:cNvPr>
          <p:cNvSpPr txBox="1"/>
          <p:nvPr/>
        </p:nvSpPr>
        <p:spPr>
          <a:xfrm>
            <a:off x="2819491" y="4060541"/>
            <a:ext cx="301686" cy="369332"/>
          </a:xfrm>
          <a:prstGeom prst="rect">
            <a:avLst/>
          </a:prstGeom>
          <a:noFill/>
        </p:spPr>
        <p:txBody>
          <a:bodyPr wrap="none" rtlCol="0">
            <a:spAutoFit/>
          </a:bodyPr>
          <a:lstStyle/>
          <a:p>
            <a:r>
              <a:rPr lang="fr-FR" dirty="0">
                <a:solidFill>
                  <a:srgbClr val="0070C0"/>
                </a:solidFill>
              </a:rPr>
              <a:t>4</a:t>
            </a:r>
          </a:p>
        </p:txBody>
      </p:sp>
      <p:grpSp>
        <p:nvGrpSpPr>
          <p:cNvPr id="37" name="Groupe 36">
            <a:extLst>
              <a:ext uri="{FF2B5EF4-FFF2-40B4-BE49-F238E27FC236}">
                <a16:creationId xmlns:a16="http://schemas.microsoft.com/office/drawing/2014/main" id="{FB8E8FC1-8830-D676-04A6-8B2999B2BBBE}"/>
              </a:ext>
            </a:extLst>
          </p:cNvPr>
          <p:cNvGrpSpPr/>
          <p:nvPr/>
        </p:nvGrpSpPr>
        <p:grpSpPr>
          <a:xfrm>
            <a:off x="2380983" y="2208090"/>
            <a:ext cx="3374118" cy="3618927"/>
            <a:chOff x="2380983" y="2208090"/>
            <a:chExt cx="3374118" cy="3618927"/>
          </a:xfrm>
        </p:grpSpPr>
        <p:grpSp>
          <p:nvGrpSpPr>
            <p:cNvPr id="38" name="Groupe 37">
              <a:extLst>
                <a:ext uri="{FF2B5EF4-FFF2-40B4-BE49-F238E27FC236}">
                  <a16:creationId xmlns:a16="http://schemas.microsoft.com/office/drawing/2014/main" id="{DD2C6D20-F203-BC44-76DF-D05A124DBD0D}"/>
                </a:ext>
              </a:extLst>
            </p:cNvPr>
            <p:cNvGrpSpPr/>
            <p:nvPr/>
          </p:nvGrpSpPr>
          <p:grpSpPr>
            <a:xfrm>
              <a:off x="2380983" y="2208090"/>
              <a:ext cx="2017735" cy="3588782"/>
              <a:chOff x="8748102" y="2384769"/>
              <a:chExt cx="2017735" cy="3588782"/>
            </a:xfrm>
          </p:grpSpPr>
          <p:grpSp>
            <p:nvGrpSpPr>
              <p:cNvPr id="44" name="Groupe 43">
                <a:extLst>
                  <a:ext uri="{FF2B5EF4-FFF2-40B4-BE49-F238E27FC236}">
                    <a16:creationId xmlns:a16="http://schemas.microsoft.com/office/drawing/2014/main" id="{8F08C8B8-DD42-B409-C80C-E9334AD10EAD}"/>
                  </a:ext>
                </a:extLst>
              </p:cNvPr>
              <p:cNvGrpSpPr/>
              <p:nvPr/>
            </p:nvGrpSpPr>
            <p:grpSpPr>
              <a:xfrm>
                <a:off x="8748102" y="2384769"/>
                <a:ext cx="2017735" cy="3588782"/>
                <a:chOff x="2943959" y="2266950"/>
                <a:chExt cx="2017735" cy="3588782"/>
              </a:xfrm>
            </p:grpSpPr>
            <p:grpSp>
              <p:nvGrpSpPr>
                <p:cNvPr id="46" name="Groupe 45">
                  <a:extLst>
                    <a:ext uri="{FF2B5EF4-FFF2-40B4-BE49-F238E27FC236}">
                      <a16:creationId xmlns:a16="http://schemas.microsoft.com/office/drawing/2014/main" id="{C8F302ED-8A28-765F-B496-035EA51B6FC7}"/>
                    </a:ext>
                  </a:extLst>
                </p:cNvPr>
                <p:cNvGrpSpPr/>
                <p:nvPr/>
              </p:nvGrpSpPr>
              <p:grpSpPr>
                <a:xfrm>
                  <a:off x="2943959" y="2426625"/>
                  <a:ext cx="2017735" cy="3429107"/>
                  <a:chOff x="2943959" y="2426625"/>
                  <a:chExt cx="2017735" cy="3429107"/>
                </a:xfrm>
              </p:grpSpPr>
              <p:sp>
                <p:nvSpPr>
                  <p:cNvPr id="49" name="ZoneTexte 48">
                    <a:extLst>
                      <a:ext uri="{FF2B5EF4-FFF2-40B4-BE49-F238E27FC236}">
                        <a16:creationId xmlns:a16="http://schemas.microsoft.com/office/drawing/2014/main" id="{53E9A737-C93A-7245-FF89-E0294D40D6CC}"/>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50" name="ZoneTexte 49">
                    <a:extLst>
                      <a:ext uri="{FF2B5EF4-FFF2-40B4-BE49-F238E27FC236}">
                        <a16:creationId xmlns:a16="http://schemas.microsoft.com/office/drawing/2014/main" id="{0AB58EE4-8710-E7B3-AB05-A236CA50A31A}"/>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51" name="ZoneTexte 50">
                    <a:extLst>
                      <a:ext uri="{FF2B5EF4-FFF2-40B4-BE49-F238E27FC236}">
                        <a16:creationId xmlns:a16="http://schemas.microsoft.com/office/drawing/2014/main" id="{3439953B-8261-BF17-A576-6364475B59C3}"/>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52" name="ZoneTexte 51">
                    <a:extLst>
                      <a:ext uri="{FF2B5EF4-FFF2-40B4-BE49-F238E27FC236}">
                        <a16:creationId xmlns:a16="http://schemas.microsoft.com/office/drawing/2014/main" id="{DFB40675-D644-D1E9-4381-6D4330E23ED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53" name="ZoneTexte 52">
                    <a:extLst>
                      <a:ext uri="{FF2B5EF4-FFF2-40B4-BE49-F238E27FC236}">
                        <a16:creationId xmlns:a16="http://schemas.microsoft.com/office/drawing/2014/main" id="{9A9D5F3C-1F86-5D59-1B0C-3D9D3F0C661F}"/>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54" name="ZoneTexte 53">
                    <a:extLst>
                      <a:ext uri="{FF2B5EF4-FFF2-40B4-BE49-F238E27FC236}">
                        <a16:creationId xmlns:a16="http://schemas.microsoft.com/office/drawing/2014/main" id="{9A5A43E9-9F18-695D-EBC8-D9CE9EE14C6A}"/>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55" name="Connecteur droit avec flèche 54">
                    <a:extLst>
                      <a:ext uri="{FF2B5EF4-FFF2-40B4-BE49-F238E27FC236}">
                        <a16:creationId xmlns:a16="http://schemas.microsoft.com/office/drawing/2014/main" id="{D1B3EECF-6E5E-279D-BB2D-84F3C725E8C7}"/>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6" name="Connecteur droit avec flèche 55">
                    <a:extLst>
                      <a:ext uri="{FF2B5EF4-FFF2-40B4-BE49-F238E27FC236}">
                        <a16:creationId xmlns:a16="http://schemas.microsoft.com/office/drawing/2014/main" id="{552CFC7E-99BC-9F21-FD99-B98E4A6B0A5A}"/>
                      </a:ext>
                    </a:extLst>
                  </p:cNvPr>
                  <p:cNvCxnSpPr>
                    <a:cxnSpLocks/>
                    <a:endCxn id="49"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A6F526DE-2E91-3932-7C4C-F10538102DAC}"/>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8DCA7A97-C435-8E07-3468-6C0FA6CE5374}"/>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9" name="Connecteur droit avec flèche 58">
                    <a:extLst>
                      <a:ext uri="{FF2B5EF4-FFF2-40B4-BE49-F238E27FC236}">
                        <a16:creationId xmlns:a16="http://schemas.microsoft.com/office/drawing/2014/main" id="{F0473D9A-BB6F-0306-E366-C14C60F8534D}"/>
                      </a:ext>
                    </a:extLst>
                  </p:cNvPr>
                  <p:cNvCxnSpPr>
                    <a:cxnSpLocks/>
                    <a:stCxn id="51" idx="1"/>
                    <a:endCxn id="52"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0" name="Connecteur droit avec flèche 59">
                    <a:extLst>
                      <a:ext uri="{FF2B5EF4-FFF2-40B4-BE49-F238E27FC236}">
                        <a16:creationId xmlns:a16="http://schemas.microsoft.com/office/drawing/2014/main" id="{DD9AE3D1-AC15-1C3E-020C-BAF83B13A8AB}"/>
                      </a:ext>
                    </a:extLst>
                  </p:cNvPr>
                  <p:cNvCxnSpPr>
                    <a:cxnSpLocks/>
                    <a:stCxn id="52" idx="0"/>
                    <a:endCxn id="53"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0E8777F2-E635-9CBF-B5FD-B7CF67B4DD2F}"/>
                      </a:ext>
                    </a:extLst>
                  </p:cNvPr>
                  <p:cNvCxnSpPr>
                    <a:cxnSpLocks/>
                    <a:stCxn id="53" idx="3"/>
                    <a:endCxn id="54"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1146CC22-CFF9-930E-0932-EB35618C9834}"/>
                      </a:ext>
                    </a:extLst>
                  </p:cNvPr>
                  <p:cNvCxnSpPr>
                    <a:cxnSpLocks/>
                    <a:stCxn id="54" idx="2"/>
                    <a:endCxn id="51"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3" name="Connecteur droit avec flèche 62">
                    <a:extLst>
                      <a:ext uri="{FF2B5EF4-FFF2-40B4-BE49-F238E27FC236}">
                        <a16:creationId xmlns:a16="http://schemas.microsoft.com/office/drawing/2014/main" id="{BAE0A7A3-70BA-E41C-4FE4-97D1F65F86FB}"/>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47" name="Connecteur droit 46">
                  <a:extLst>
                    <a:ext uri="{FF2B5EF4-FFF2-40B4-BE49-F238E27FC236}">
                      <a16:creationId xmlns:a16="http://schemas.microsoft.com/office/drawing/2014/main" id="{09B87B1C-4A57-3384-2E97-93965462463C}"/>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8" name="Connecteur : en angle 47">
                  <a:extLst>
                    <a:ext uri="{FF2B5EF4-FFF2-40B4-BE49-F238E27FC236}">
                      <a16:creationId xmlns:a16="http://schemas.microsoft.com/office/drawing/2014/main" id="{C508EB3B-98F5-47C0-F2A9-D52A7C53E959}"/>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45" name="Connecteur droit avec flèche 44">
                <a:extLst>
                  <a:ext uri="{FF2B5EF4-FFF2-40B4-BE49-F238E27FC236}">
                    <a16:creationId xmlns:a16="http://schemas.microsoft.com/office/drawing/2014/main" id="{C57E660F-36A1-25DD-9717-9CC2AB57CF3E}"/>
                  </a:ext>
                </a:extLst>
              </p:cNvPr>
              <p:cNvCxnSpPr>
                <a:cxnSpLocks/>
                <a:stCxn id="51" idx="0"/>
                <a:endCxn id="53"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39" name="Connecteur droit 38">
              <a:extLst>
                <a:ext uri="{FF2B5EF4-FFF2-40B4-BE49-F238E27FC236}">
                  <a16:creationId xmlns:a16="http://schemas.microsoft.com/office/drawing/2014/main" id="{90C8F0A8-8676-4B1C-3AF1-E0F6C7ED29CC}"/>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ZoneTexte 39">
              <a:extLst>
                <a:ext uri="{FF2B5EF4-FFF2-40B4-BE49-F238E27FC236}">
                  <a16:creationId xmlns:a16="http://schemas.microsoft.com/office/drawing/2014/main" id="{A2F2A86F-EE26-C975-CEEC-717692B8C844}"/>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1" name="Connecteur droit 40">
              <a:extLst>
                <a:ext uri="{FF2B5EF4-FFF2-40B4-BE49-F238E27FC236}">
                  <a16:creationId xmlns:a16="http://schemas.microsoft.com/office/drawing/2014/main" id="{42AFD3EB-A4CF-190B-3BAC-7BA322B7DD47}"/>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4AEC6836-CF0D-96B5-C3FA-FF1FA0D413D8}"/>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43" name="Connecteur droit 42">
              <a:extLst>
                <a:ext uri="{FF2B5EF4-FFF2-40B4-BE49-F238E27FC236}">
                  <a16:creationId xmlns:a16="http://schemas.microsoft.com/office/drawing/2014/main" id="{0B6C8B71-5497-8A2D-A623-14533EA1C4BF}"/>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64" name="Espace réservé du numéro de diapositive 63">
            <a:extLst>
              <a:ext uri="{FF2B5EF4-FFF2-40B4-BE49-F238E27FC236}">
                <a16:creationId xmlns:a16="http://schemas.microsoft.com/office/drawing/2014/main" id="{F57DA971-7D45-8461-EC4B-F50CB7E8FBCA}"/>
              </a:ext>
            </a:extLst>
          </p:cNvPr>
          <p:cNvSpPr>
            <a:spLocks noGrp="1"/>
          </p:cNvSpPr>
          <p:nvPr>
            <p:ph type="sldNum" sz="quarter" idx="12"/>
          </p:nvPr>
        </p:nvSpPr>
        <p:spPr/>
        <p:txBody>
          <a:bodyPr/>
          <a:lstStyle/>
          <a:p>
            <a:fld id="{5149A38E-4A7C-4C86-B631-64CD0F93C451}" type="slidenum">
              <a:rPr lang="fr-FR" smtClean="0"/>
              <a:t>41</a:t>
            </a:fld>
            <a:endParaRPr lang="fr-FR"/>
          </a:p>
        </p:txBody>
      </p:sp>
      <p:pic>
        <p:nvPicPr>
          <p:cNvPr id="70" name="Image 69">
            <a:extLst>
              <a:ext uri="{FF2B5EF4-FFF2-40B4-BE49-F238E27FC236}">
                <a16:creationId xmlns:a16="http://schemas.microsoft.com/office/drawing/2014/main" id="{B7218470-FDED-F541-84E5-8C0CEF3A9042}"/>
              </a:ext>
            </a:extLst>
          </p:cNvPr>
          <p:cNvPicPr>
            <a:picLocks noChangeAspect="1"/>
          </p:cNvPicPr>
          <p:nvPr/>
        </p:nvPicPr>
        <p:blipFill>
          <a:blip r:embed="rId2"/>
          <a:stretch>
            <a:fillRect/>
          </a:stretch>
        </p:blipFill>
        <p:spPr>
          <a:xfrm>
            <a:off x="6649630" y="1690688"/>
            <a:ext cx="3717394" cy="3636228"/>
          </a:xfrm>
          <a:prstGeom prst="rect">
            <a:avLst/>
          </a:prstGeom>
        </p:spPr>
      </p:pic>
      <p:sp>
        <p:nvSpPr>
          <p:cNvPr id="71" name="Accolade fermante 70">
            <a:extLst>
              <a:ext uri="{FF2B5EF4-FFF2-40B4-BE49-F238E27FC236}">
                <a16:creationId xmlns:a16="http://schemas.microsoft.com/office/drawing/2014/main" id="{74889024-7846-01B3-9FC2-92F4A4D92536}"/>
              </a:ext>
            </a:extLst>
          </p:cNvPr>
          <p:cNvSpPr/>
          <p:nvPr/>
        </p:nvSpPr>
        <p:spPr>
          <a:xfrm>
            <a:off x="10560892" y="1843959"/>
            <a:ext cx="95250" cy="172905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fr-FR"/>
          </a:p>
        </p:txBody>
      </p:sp>
      <p:sp>
        <p:nvSpPr>
          <p:cNvPr id="72" name="ZoneTexte 71">
            <a:extLst>
              <a:ext uri="{FF2B5EF4-FFF2-40B4-BE49-F238E27FC236}">
                <a16:creationId xmlns:a16="http://schemas.microsoft.com/office/drawing/2014/main" id="{ACCDD2AD-7B81-DE60-A44D-5ABCF446198D}"/>
              </a:ext>
            </a:extLst>
          </p:cNvPr>
          <p:cNvSpPr txBox="1"/>
          <p:nvPr/>
        </p:nvSpPr>
        <p:spPr>
          <a:xfrm>
            <a:off x="10656142" y="2413931"/>
            <a:ext cx="970266" cy="646331"/>
          </a:xfrm>
          <a:prstGeom prst="rect">
            <a:avLst/>
          </a:prstGeom>
          <a:noFill/>
        </p:spPr>
        <p:txBody>
          <a:bodyPr wrap="none" rtlCol="0">
            <a:spAutoFit/>
          </a:bodyPr>
          <a:lstStyle/>
          <a:p>
            <a:pPr algn="ctr"/>
            <a:r>
              <a:rPr lang="fr-FR" dirty="0"/>
              <a:t>64 </a:t>
            </a:r>
          </a:p>
          <a:p>
            <a:pPr algn="ctr"/>
            <a:r>
              <a:rPr lang="fr-FR" dirty="0"/>
              <a:t>patterns</a:t>
            </a:r>
          </a:p>
        </p:txBody>
      </p:sp>
      <p:sp>
        <p:nvSpPr>
          <p:cNvPr id="5" name="Étoile : 5 branches 4">
            <a:extLst>
              <a:ext uri="{FF2B5EF4-FFF2-40B4-BE49-F238E27FC236}">
                <a16:creationId xmlns:a16="http://schemas.microsoft.com/office/drawing/2014/main" id="{1EEF1AC4-9ABC-D723-3C1B-43CE238974D5}"/>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501323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882783-1E89-4F95-4348-4DEBD3954D11}"/>
              </a:ext>
            </a:extLst>
          </p:cNvPr>
          <p:cNvSpPr>
            <a:spLocks noGrp="1"/>
          </p:cNvSpPr>
          <p:nvPr>
            <p:ph type="title"/>
          </p:nvPr>
        </p:nvSpPr>
        <p:spPr/>
        <p:txBody>
          <a:bodyPr/>
          <a:lstStyle/>
          <a:p>
            <a:r>
              <a:rPr lang="fr-FR" dirty="0"/>
              <a:t>Pattern </a:t>
            </a:r>
            <a:r>
              <a:rPr lang="fr-FR" dirty="0" err="1"/>
              <a:t>completion</a:t>
            </a:r>
            <a:endParaRPr lang="fr-FR" dirty="0"/>
          </a:p>
        </p:txBody>
      </p:sp>
      <p:sp>
        <p:nvSpPr>
          <p:cNvPr id="3" name="Espace réservé du contenu 2">
            <a:extLst>
              <a:ext uri="{FF2B5EF4-FFF2-40B4-BE49-F238E27FC236}">
                <a16:creationId xmlns:a16="http://schemas.microsoft.com/office/drawing/2014/main" id="{7FD41E05-56A6-458B-29DC-891B8C481A9E}"/>
              </a:ext>
            </a:extLst>
          </p:cNvPr>
          <p:cNvSpPr>
            <a:spLocks noGrp="1"/>
          </p:cNvSpPr>
          <p:nvPr>
            <p:ph sz="half" idx="1"/>
          </p:nvPr>
        </p:nvSpPr>
        <p:spPr/>
        <p:txBody>
          <a:bodyPr/>
          <a:lstStyle/>
          <a:p>
            <a:pPr marL="0" indent="0">
              <a:buNone/>
            </a:pPr>
            <a:endParaRPr lang="fr-FR" dirty="0"/>
          </a:p>
        </p:txBody>
      </p:sp>
      <mc:AlternateContent xmlns:mc="http://schemas.openxmlformats.org/markup-compatibility/2006" xmlns:a14="http://schemas.microsoft.com/office/drawing/2010/main">
        <mc:Choice Requires="a14">
          <p:sp>
            <p:nvSpPr>
              <p:cNvPr id="35" name="Espace réservé du contenu 34">
                <a:extLst>
                  <a:ext uri="{FF2B5EF4-FFF2-40B4-BE49-F238E27FC236}">
                    <a16:creationId xmlns:a16="http://schemas.microsoft.com/office/drawing/2014/main" id="{D0A62F4D-BC2C-2F34-40A8-50ACA3865021}"/>
                  </a:ext>
                </a:extLst>
              </p:cNvPr>
              <p:cNvSpPr>
                <a:spLocks noGrp="1"/>
              </p:cNvSpPr>
              <p:nvPr>
                <p:ph sz="half" idx="2"/>
              </p:nvPr>
            </p:nvSpPr>
            <p:spPr/>
            <p:txBody>
              <a:bodyPr/>
              <a:lstStyle/>
              <a:p>
                <a:pPr marL="0" indent="0">
                  <a:buNone/>
                </a:pPr>
                <a:r>
                  <a:rPr lang="fr-FR" dirty="0" err="1"/>
                  <a:t>Theoretical</a:t>
                </a:r>
                <a:r>
                  <a:rPr lang="fr-FR" dirty="0"/>
                  <a:t> </a:t>
                </a:r>
                <a:r>
                  <a:rPr lang="fr-FR" dirty="0" err="1"/>
                  <a:t>correlation</a:t>
                </a:r>
                <a:r>
                  <a:rPr lang="fr-FR" dirty="0"/>
                  <a:t> </a:t>
                </a:r>
                <a:r>
                  <a:rPr lang="fr-FR" dirty="0" err="1"/>
                  <a:t>threshold</a:t>
                </a:r>
                <a:r>
                  <a:rPr lang="fr-FR" dirty="0"/>
                  <a:t> to converge to a </a:t>
                </a:r>
                <a:r>
                  <a:rPr lang="fr-FR" dirty="0" err="1"/>
                  <a:t>stored</a:t>
                </a:r>
                <a:r>
                  <a:rPr lang="fr-FR" dirty="0"/>
                  <a:t> pattern  </a:t>
                </a:r>
                <a14:m>
                  <m:oMath xmlns:m="http://schemas.openxmlformats.org/officeDocument/2006/math">
                    <m:r>
                      <a:rPr lang="fr-FR"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0.5</m:t>
                    </m:r>
                  </m:oMath>
                </a14:m>
                <a:endParaRPr lang="fr-FR" dirty="0"/>
              </a:p>
            </p:txBody>
          </p:sp>
        </mc:Choice>
        <mc:Fallback xmlns="">
          <p:sp>
            <p:nvSpPr>
              <p:cNvPr id="35" name="Espace réservé du contenu 34">
                <a:extLst>
                  <a:ext uri="{FF2B5EF4-FFF2-40B4-BE49-F238E27FC236}">
                    <a16:creationId xmlns:a16="http://schemas.microsoft.com/office/drawing/2014/main" id="{D0A62F4D-BC2C-2F34-40A8-50ACA3865021}"/>
                  </a:ext>
                </a:extLst>
              </p:cNvPr>
              <p:cNvSpPr>
                <a:spLocks noGrp="1" noRot="1" noChangeAspect="1" noMove="1" noResize="1" noEditPoints="1" noAdjustHandles="1" noChangeArrowheads="1" noChangeShapeType="1" noTextEdit="1"/>
              </p:cNvSpPr>
              <p:nvPr>
                <p:ph sz="half" idx="2"/>
              </p:nvPr>
            </p:nvSpPr>
            <p:spPr>
              <a:blipFill>
                <a:blip r:embed="rId3"/>
                <a:stretch>
                  <a:fillRect l="-2471" t="-2241"/>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9" name="ZoneTexte 38">
                <a:extLst>
                  <a:ext uri="{FF2B5EF4-FFF2-40B4-BE49-F238E27FC236}">
                    <a16:creationId xmlns:a16="http://schemas.microsoft.com/office/drawing/2014/main" id="{B7C027AA-A716-B175-A2E2-7C24EE6DFF1E}"/>
                  </a:ext>
                </a:extLst>
              </p:cNvPr>
              <p:cNvSpPr txBox="1"/>
              <p:nvPr/>
            </p:nvSpPr>
            <p:spPr>
              <a:xfrm>
                <a:off x="9491791" y="4262757"/>
                <a:ext cx="1710918" cy="369332"/>
              </a:xfrm>
              <a:prstGeom prst="rect">
                <a:avLst/>
              </a:prstGeom>
              <a:noFill/>
            </p:spPr>
            <p:txBody>
              <a:bodyPr wrap="none" rtlCol="0">
                <a:spAutoFit/>
              </a:bodyPr>
              <a:lstStyle/>
              <a:p>
                <a:r>
                  <a:rPr lang="fr-FR" dirty="0" err="1"/>
                  <a:t>Threshold</a:t>
                </a:r>
                <a:r>
                  <a:rPr lang="fr-FR" dirty="0"/>
                  <a:t> </a:t>
                </a:r>
                <a14:m>
                  <m:oMath xmlns:m="http://schemas.openxmlformats.org/officeDocument/2006/math">
                    <m:r>
                      <a:rPr lang="fr-FR" i="1" smtClean="0">
                        <a:latin typeface="Cambria Math" panose="02040503050406030204" pitchFamily="18" charset="0"/>
                        <a:ea typeface="Cambria Math" panose="02040503050406030204" pitchFamily="18" charset="0"/>
                      </a:rPr>
                      <m:t>≈</m:t>
                    </m:r>
                    <m:r>
                      <a:rPr lang="fr-FR" b="0" i="1" smtClean="0">
                        <a:latin typeface="Cambria Math" panose="02040503050406030204" pitchFamily="18" charset="0"/>
                        <a:ea typeface="Cambria Math" panose="02040503050406030204" pitchFamily="18" charset="0"/>
                      </a:rPr>
                      <m:t>0.5</m:t>
                    </m:r>
                  </m:oMath>
                </a14:m>
                <a:endParaRPr lang="fr-FR" dirty="0"/>
              </a:p>
            </p:txBody>
          </p:sp>
        </mc:Choice>
        <mc:Fallback xmlns="">
          <p:sp>
            <p:nvSpPr>
              <p:cNvPr id="39" name="ZoneTexte 38">
                <a:extLst>
                  <a:ext uri="{FF2B5EF4-FFF2-40B4-BE49-F238E27FC236}">
                    <a16:creationId xmlns:a16="http://schemas.microsoft.com/office/drawing/2014/main" id="{B7C027AA-A716-B175-A2E2-7C24EE6DFF1E}"/>
                  </a:ext>
                </a:extLst>
              </p:cNvPr>
              <p:cNvSpPr txBox="1">
                <a:spLocks noRot="1" noChangeAspect="1" noMove="1" noResize="1" noEditPoints="1" noAdjustHandles="1" noChangeArrowheads="1" noChangeShapeType="1" noTextEdit="1"/>
              </p:cNvSpPr>
              <p:nvPr/>
            </p:nvSpPr>
            <p:spPr>
              <a:xfrm>
                <a:off x="9491791" y="4262757"/>
                <a:ext cx="1710918" cy="369332"/>
              </a:xfrm>
              <a:prstGeom prst="rect">
                <a:avLst/>
              </a:prstGeom>
              <a:blipFill>
                <a:blip r:embed="rId4"/>
                <a:stretch>
                  <a:fillRect l="-2847" t="-8197" b="-24590"/>
                </a:stretch>
              </a:blipFill>
            </p:spPr>
            <p:txBody>
              <a:bodyPr/>
              <a:lstStyle/>
              <a:p>
                <a:r>
                  <a:rPr lang="fr-FR">
                    <a:noFill/>
                  </a:rPr>
                  <a:t> </a:t>
                </a:r>
              </a:p>
            </p:txBody>
          </p:sp>
        </mc:Fallback>
      </mc:AlternateContent>
      <p:cxnSp>
        <p:nvCxnSpPr>
          <p:cNvPr id="52" name="Connecteur droit avec flèche 51">
            <a:extLst>
              <a:ext uri="{FF2B5EF4-FFF2-40B4-BE49-F238E27FC236}">
                <a16:creationId xmlns:a16="http://schemas.microsoft.com/office/drawing/2014/main" id="{C07CD3CF-2CB8-6F0D-03A8-23E8741B4967}"/>
              </a:ext>
            </a:extLst>
          </p:cNvPr>
          <p:cNvCxnSpPr>
            <a:cxnSpLocks/>
          </p:cNvCxnSpPr>
          <p:nvPr/>
        </p:nvCxnSpPr>
        <p:spPr>
          <a:xfrm flipV="1">
            <a:off x="9340699" y="3219450"/>
            <a:ext cx="0" cy="12279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ZoneTexte 52">
            <a:extLst>
              <a:ext uri="{FF2B5EF4-FFF2-40B4-BE49-F238E27FC236}">
                <a16:creationId xmlns:a16="http://schemas.microsoft.com/office/drawing/2014/main" id="{9121413A-62CC-7078-8583-993194B3A332}"/>
              </a:ext>
            </a:extLst>
          </p:cNvPr>
          <p:cNvSpPr txBox="1"/>
          <p:nvPr/>
        </p:nvSpPr>
        <p:spPr>
          <a:xfrm>
            <a:off x="9473147" y="3481489"/>
            <a:ext cx="1632369" cy="646331"/>
          </a:xfrm>
          <a:prstGeom prst="rect">
            <a:avLst/>
          </a:prstGeom>
          <a:noFill/>
        </p:spPr>
        <p:txBody>
          <a:bodyPr wrap="square" rtlCol="0">
            <a:spAutoFit/>
          </a:bodyPr>
          <a:lstStyle/>
          <a:p>
            <a:r>
              <a:rPr lang="fr-FR" dirty="0"/>
              <a:t>Converge to </a:t>
            </a:r>
            <a:r>
              <a:rPr lang="fr-FR" dirty="0" err="1"/>
              <a:t>stored</a:t>
            </a:r>
            <a:r>
              <a:rPr lang="fr-FR" dirty="0"/>
              <a:t> pattern</a:t>
            </a:r>
          </a:p>
        </p:txBody>
      </p:sp>
      <p:sp>
        <p:nvSpPr>
          <p:cNvPr id="4" name="Rectangle 3">
            <a:extLst>
              <a:ext uri="{FF2B5EF4-FFF2-40B4-BE49-F238E27FC236}">
                <a16:creationId xmlns:a16="http://schemas.microsoft.com/office/drawing/2014/main" id="{97FCD07E-9AF7-6CA9-49CD-FF9F3B18778E}"/>
              </a:ext>
            </a:extLst>
          </p:cNvPr>
          <p:cNvSpPr/>
          <p:nvPr/>
        </p:nvSpPr>
        <p:spPr>
          <a:xfrm>
            <a:off x="2851301" y="2105075"/>
            <a:ext cx="1073542" cy="79960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ZoneTexte 31">
            <a:extLst>
              <a:ext uri="{FF2B5EF4-FFF2-40B4-BE49-F238E27FC236}">
                <a16:creationId xmlns:a16="http://schemas.microsoft.com/office/drawing/2014/main" id="{0310E787-B5D6-AB1A-8520-D91A4A8E10CC}"/>
              </a:ext>
            </a:extLst>
          </p:cNvPr>
          <p:cNvSpPr txBox="1"/>
          <p:nvPr/>
        </p:nvSpPr>
        <p:spPr>
          <a:xfrm>
            <a:off x="2819342" y="2051262"/>
            <a:ext cx="301686" cy="369332"/>
          </a:xfrm>
          <a:prstGeom prst="rect">
            <a:avLst/>
          </a:prstGeom>
          <a:noFill/>
        </p:spPr>
        <p:txBody>
          <a:bodyPr wrap="none" rtlCol="0">
            <a:spAutoFit/>
          </a:bodyPr>
          <a:lstStyle/>
          <a:p>
            <a:r>
              <a:rPr lang="fr-FR" dirty="0">
                <a:solidFill>
                  <a:srgbClr val="0070C0"/>
                </a:solidFill>
              </a:rPr>
              <a:t>3</a:t>
            </a:r>
          </a:p>
        </p:txBody>
      </p:sp>
      <p:grpSp>
        <p:nvGrpSpPr>
          <p:cNvPr id="33" name="Groupe 32">
            <a:extLst>
              <a:ext uri="{FF2B5EF4-FFF2-40B4-BE49-F238E27FC236}">
                <a16:creationId xmlns:a16="http://schemas.microsoft.com/office/drawing/2014/main" id="{C1F54921-A37D-1E27-BDD7-FF5E46B3E1C9}"/>
              </a:ext>
            </a:extLst>
          </p:cNvPr>
          <p:cNvGrpSpPr/>
          <p:nvPr/>
        </p:nvGrpSpPr>
        <p:grpSpPr>
          <a:xfrm>
            <a:off x="2380983" y="2208090"/>
            <a:ext cx="3374118" cy="3618927"/>
            <a:chOff x="2380983" y="2208090"/>
            <a:chExt cx="3374118" cy="3618927"/>
          </a:xfrm>
        </p:grpSpPr>
        <p:grpSp>
          <p:nvGrpSpPr>
            <p:cNvPr id="34" name="Groupe 33">
              <a:extLst>
                <a:ext uri="{FF2B5EF4-FFF2-40B4-BE49-F238E27FC236}">
                  <a16:creationId xmlns:a16="http://schemas.microsoft.com/office/drawing/2014/main" id="{641F30A2-6890-9F23-DA95-D02D64067723}"/>
                </a:ext>
              </a:extLst>
            </p:cNvPr>
            <p:cNvGrpSpPr/>
            <p:nvPr/>
          </p:nvGrpSpPr>
          <p:grpSpPr>
            <a:xfrm>
              <a:off x="2380983" y="2208090"/>
              <a:ext cx="2017735" cy="3588782"/>
              <a:chOff x="8748102" y="2384769"/>
              <a:chExt cx="2017735" cy="3588782"/>
            </a:xfrm>
          </p:grpSpPr>
          <p:grpSp>
            <p:nvGrpSpPr>
              <p:cNvPr id="42" name="Groupe 41">
                <a:extLst>
                  <a:ext uri="{FF2B5EF4-FFF2-40B4-BE49-F238E27FC236}">
                    <a16:creationId xmlns:a16="http://schemas.microsoft.com/office/drawing/2014/main" id="{D7785863-EFCB-4BF9-49EE-262638F70941}"/>
                  </a:ext>
                </a:extLst>
              </p:cNvPr>
              <p:cNvGrpSpPr/>
              <p:nvPr/>
            </p:nvGrpSpPr>
            <p:grpSpPr>
              <a:xfrm>
                <a:off x="8748102" y="2384769"/>
                <a:ext cx="2017735" cy="3588782"/>
                <a:chOff x="2943959" y="2266950"/>
                <a:chExt cx="2017735" cy="3588782"/>
              </a:xfrm>
            </p:grpSpPr>
            <p:grpSp>
              <p:nvGrpSpPr>
                <p:cNvPr id="44" name="Groupe 43">
                  <a:extLst>
                    <a:ext uri="{FF2B5EF4-FFF2-40B4-BE49-F238E27FC236}">
                      <a16:creationId xmlns:a16="http://schemas.microsoft.com/office/drawing/2014/main" id="{9CC0620F-3DB2-6976-2C04-727C52F5518A}"/>
                    </a:ext>
                  </a:extLst>
                </p:cNvPr>
                <p:cNvGrpSpPr/>
                <p:nvPr/>
              </p:nvGrpSpPr>
              <p:grpSpPr>
                <a:xfrm>
                  <a:off x="2943959" y="2426625"/>
                  <a:ext cx="2017735" cy="3429107"/>
                  <a:chOff x="2943959" y="2426625"/>
                  <a:chExt cx="2017735" cy="3429107"/>
                </a:xfrm>
              </p:grpSpPr>
              <p:sp>
                <p:nvSpPr>
                  <p:cNvPr id="48" name="ZoneTexte 47">
                    <a:extLst>
                      <a:ext uri="{FF2B5EF4-FFF2-40B4-BE49-F238E27FC236}">
                        <a16:creationId xmlns:a16="http://schemas.microsoft.com/office/drawing/2014/main" id="{E27E8959-A686-2707-4A3A-10DA83DCCC56}"/>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49" name="ZoneTexte 48">
                    <a:extLst>
                      <a:ext uri="{FF2B5EF4-FFF2-40B4-BE49-F238E27FC236}">
                        <a16:creationId xmlns:a16="http://schemas.microsoft.com/office/drawing/2014/main" id="{383A8F95-2D3E-3F66-7F1A-7A350DBF6848}"/>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50" name="ZoneTexte 49">
                    <a:extLst>
                      <a:ext uri="{FF2B5EF4-FFF2-40B4-BE49-F238E27FC236}">
                        <a16:creationId xmlns:a16="http://schemas.microsoft.com/office/drawing/2014/main" id="{0BF36E91-74B3-64E3-1226-3D7E1D393246}"/>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51" name="ZoneTexte 50">
                    <a:extLst>
                      <a:ext uri="{FF2B5EF4-FFF2-40B4-BE49-F238E27FC236}">
                        <a16:creationId xmlns:a16="http://schemas.microsoft.com/office/drawing/2014/main" id="{3F0A8181-0488-2447-4638-7D8A39E3C92B}"/>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54" name="ZoneTexte 53">
                    <a:extLst>
                      <a:ext uri="{FF2B5EF4-FFF2-40B4-BE49-F238E27FC236}">
                        <a16:creationId xmlns:a16="http://schemas.microsoft.com/office/drawing/2014/main" id="{404570BF-C148-297F-7432-CCE73384407C}"/>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55" name="ZoneTexte 54">
                    <a:extLst>
                      <a:ext uri="{FF2B5EF4-FFF2-40B4-BE49-F238E27FC236}">
                        <a16:creationId xmlns:a16="http://schemas.microsoft.com/office/drawing/2014/main" id="{AEF6DC50-0281-DFD9-3C31-C55CFF22851E}"/>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56" name="Connecteur droit avec flèche 55">
                    <a:extLst>
                      <a:ext uri="{FF2B5EF4-FFF2-40B4-BE49-F238E27FC236}">
                        <a16:creationId xmlns:a16="http://schemas.microsoft.com/office/drawing/2014/main" id="{76C3371C-5314-4613-4269-74281AA7D8B2}"/>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4CF57671-71A2-2AF0-16C2-5AFD866A3F0B}"/>
                      </a:ext>
                    </a:extLst>
                  </p:cNvPr>
                  <p:cNvCxnSpPr>
                    <a:cxnSpLocks/>
                    <a:endCxn id="48"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607CBD31-3CEE-BCB5-4251-7BF2070B6A93}"/>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9" name="Connecteur droit avec flèche 58">
                    <a:extLst>
                      <a:ext uri="{FF2B5EF4-FFF2-40B4-BE49-F238E27FC236}">
                        <a16:creationId xmlns:a16="http://schemas.microsoft.com/office/drawing/2014/main" id="{2A67F8C2-3127-3FF0-C517-999C4905D3E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0" name="Connecteur droit avec flèche 59">
                    <a:extLst>
                      <a:ext uri="{FF2B5EF4-FFF2-40B4-BE49-F238E27FC236}">
                        <a16:creationId xmlns:a16="http://schemas.microsoft.com/office/drawing/2014/main" id="{436497A4-BE08-DCF0-3C8E-B7DA79798F55}"/>
                      </a:ext>
                    </a:extLst>
                  </p:cNvPr>
                  <p:cNvCxnSpPr>
                    <a:cxnSpLocks/>
                    <a:stCxn id="50" idx="1"/>
                    <a:endCxn id="51"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532225AD-CAA9-74C0-6DDC-C93663BAA2DD}"/>
                      </a:ext>
                    </a:extLst>
                  </p:cNvPr>
                  <p:cNvCxnSpPr>
                    <a:cxnSpLocks/>
                    <a:stCxn id="51" idx="0"/>
                    <a:endCxn id="54"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DDAEF9C4-F1B9-8B7A-8A54-273D0ABD8DC0}"/>
                      </a:ext>
                    </a:extLst>
                  </p:cNvPr>
                  <p:cNvCxnSpPr>
                    <a:cxnSpLocks/>
                    <a:stCxn id="54" idx="3"/>
                    <a:endCxn id="55"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3" name="Connecteur droit avec flèche 62">
                    <a:extLst>
                      <a:ext uri="{FF2B5EF4-FFF2-40B4-BE49-F238E27FC236}">
                        <a16:creationId xmlns:a16="http://schemas.microsoft.com/office/drawing/2014/main" id="{6F18BA5D-F500-50F0-86BF-9EB4E1CD8D09}"/>
                      </a:ext>
                    </a:extLst>
                  </p:cNvPr>
                  <p:cNvCxnSpPr>
                    <a:cxnSpLocks/>
                    <a:stCxn id="55" idx="2"/>
                    <a:endCxn id="50"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B5B7458B-F049-F765-3D7D-1E076A6DFDE1}"/>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45" name="Connecteur droit 44">
                  <a:extLst>
                    <a:ext uri="{FF2B5EF4-FFF2-40B4-BE49-F238E27FC236}">
                      <a16:creationId xmlns:a16="http://schemas.microsoft.com/office/drawing/2014/main" id="{86345559-EA8F-D62C-E953-3F6F6B1453F8}"/>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7" name="Connecteur : en angle 46">
                  <a:extLst>
                    <a:ext uri="{FF2B5EF4-FFF2-40B4-BE49-F238E27FC236}">
                      <a16:creationId xmlns:a16="http://schemas.microsoft.com/office/drawing/2014/main" id="{EFBB0166-08E2-E4E4-BD4C-6DB8982F29D5}"/>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43" name="Connecteur droit avec flèche 42">
                <a:extLst>
                  <a:ext uri="{FF2B5EF4-FFF2-40B4-BE49-F238E27FC236}">
                    <a16:creationId xmlns:a16="http://schemas.microsoft.com/office/drawing/2014/main" id="{DB0632B0-FA64-7D45-7C81-04B804D7DB3B}"/>
                  </a:ext>
                </a:extLst>
              </p:cNvPr>
              <p:cNvCxnSpPr>
                <a:cxnSpLocks/>
                <a:stCxn id="50" idx="0"/>
                <a:endCxn id="54"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36" name="Connecteur droit 35">
              <a:extLst>
                <a:ext uri="{FF2B5EF4-FFF2-40B4-BE49-F238E27FC236}">
                  <a16:creationId xmlns:a16="http://schemas.microsoft.com/office/drawing/2014/main" id="{277C15E2-873C-0D2D-A552-4B2B15BC864D}"/>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7" name="ZoneTexte 36">
              <a:extLst>
                <a:ext uri="{FF2B5EF4-FFF2-40B4-BE49-F238E27FC236}">
                  <a16:creationId xmlns:a16="http://schemas.microsoft.com/office/drawing/2014/main" id="{765DB562-BE1F-FDA5-5DA5-DA2E33E5D837}"/>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38" name="Connecteur droit 37">
              <a:extLst>
                <a:ext uri="{FF2B5EF4-FFF2-40B4-BE49-F238E27FC236}">
                  <a16:creationId xmlns:a16="http://schemas.microsoft.com/office/drawing/2014/main" id="{60627E25-97FA-9235-9572-0F671622CDFE}"/>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ZoneTexte 39">
              <a:extLst>
                <a:ext uri="{FF2B5EF4-FFF2-40B4-BE49-F238E27FC236}">
                  <a16:creationId xmlns:a16="http://schemas.microsoft.com/office/drawing/2014/main" id="{E967088C-C034-21FB-C68B-52E55E5853C9}"/>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41" name="Connecteur droit 40">
              <a:extLst>
                <a:ext uri="{FF2B5EF4-FFF2-40B4-BE49-F238E27FC236}">
                  <a16:creationId xmlns:a16="http://schemas.microsoft.com/office/drawing/2014/main" id="{F8E21D40-C5B3-F1E1-4D4A-C0BFB777BE98}"/>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65" name="Espace réservé du numéro de diapositive 64">
            <a:extLst>
              <a:ext uri="{FF2B5EF4-FFF2-40B4-BE49-F238E27FC236}">
                <a16:creationId xmlns:a16="http://schemas.microsoft.com/office/drawing/2014/main" id="{6577CBD4-7FA8-BE76-81C1-81BC8CDD8974}"/>
              </a:ext>
            </a:extLst>
          </p:cNvPr>
          <p:cNvSpPr>
            <a:spLocks noGrp="1"/>
          </p:cNvSpPr>
          <p:nvPr>
            <p:ph type="sldNum" sz="quarter" idx="12"/>
          </p:nvPr>
        </p:nvSpPr>
        <p:spPr/>
        <p:txBody>
          <a:bodyPr/>
          <a:lstStyle/>
          <a:p>
            <a:fld id="{5149A38E-4A7C-4C86-B631-64CD0F93C451}" type="slidenum">
              <a:rPr lang="fr-FR" smtClean="0"/>
              <a:t>42</a:t>
            </a:fld>
            <a:endParaRPr lang="fr-FR"/>
          </a:p>
        </p:txBody>
      </p:sp>
      <p:pic>
        <p:nvPicPr>
          <p:cNvPr id="67" name="Image 66">
            <a:extLst>
              <a:ext uri="{FF2B5EF4-FFF2-40B4-BE49-F238E27FC236}">
                <a16:creationId xmlns:a16="http://schemas.microsoft.com/office/drawing/2014/main" id="{647CC4C4-00A0-D4C5-F898-E109DF12DEF8}"/>
              </a:ext>
            </a:extLst>
          </p:cNvPr>
          <p:cNvPicPr>
            <a:picLocks noChangeAspect="1"/>
          </p:cNvPicPr>
          <p:nvPr/>
        </p:nvPicPr>
        <p:blipFill>
          <a:blip r:embed="rId5"/>
          <a:stretch>
            <a:fillRect/>
          </a:stretch>
        </p:blipFill>
        <p:spPr>
          <a:xfrm>
            <a:off x="6189183" y="3134305"/>
            <a:ext cx="3023885" cy="2957861"/>
          </a:xfrm>
          <a:prstGeom prst="rect">
            <a:avLst/>
          </a:prstGeom>
        </p:spPr>
      </p:pic>
      <p:sp>
        <p:nvSpPr>
          <p:cNvPr id="5" name="Étoile : 5 branches 4">
            <a:extLst>
              <a:ext uri="{FF2B5EF4-FFF2-40B4-BE49-F238E27FC236}">
                <a16:creationId xmlns:a16="http://schemas.microsoft.com/office/drawing/2014/main" id="{175D65A6-0378-BFCF-62DB-7CE9B982809A}"/>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2322379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70BB4C-ACE8-BC53-3876-BE474A1ADD31}"/>
              </a:ext>
            </a:extLst>
          </p:cNvPr>
          <p:cNvSpPr>
            <a:spLocks noGrp="1"/>
          </p:cNvSpPr>
          <p:nvPr>
            <p:ph type="title"/>
          </p:nvPr>
        </p:nvSpPr>
        <p:spPr/>
        <p:txBody>
          <a:bodyPr/>
          <a:lstStyle/>
          <a:p>
            <a:r>
              <a:rPr lang="fr-FR" dirty="0"/>
              <a:t>Pattern </a:t>
            </a:r>
            <a:r>
              <a:rPr lang="fr-FR" dirty="0" err="1"/>
              <a:t>completion</a:t>
            </a:r>
            <a:endParaRPr lang="fr-FR" dirty="0"/>
          </a:p>
        </p:txBody>
      </p:sp>
      <p:sp>
        <p:nvSpPr>
          <p:cNvPr id="3" name="Espace réservé du contenu 2">
            <a:extLst>
              <a:ext uri="{FF2B5EF4-FFF2-40B4-BE49-F238E27FC236}">
                <a16:creationId xmlns:a16="http://schemas.microsoft.com/office/drawing/2014/main" id="{0AB02688-3252-FD6F-43AB-549D47934AB8}"/>
              </a:ext>
            </a:extLst>
          </p:cNvPr>
          <p:cNvSpPr>
            <a:spLocks noGrp="1"/>
          </p:cNvSpPr>
          <p:nvPr>
            <p:ph sz="half" idx="1"/>
          </p:nvPr>
        </p:nvSpPr>
        <p:spPr/>
        <p:txBody>
          <a:bodyPr/>
          <a:lstStyle/>
          <a:p>
            <a:pPr marL="0" indent="0">
              <a:buNone/>
            </a:pPr>
            <a:endParaRPr lang="fr-FR" dirty="0"/>
          </a:p>
        </p:txBody>
      </p:sp>
      <p:sp>
        <p:nvSpPr>
          <p:cNvPr id="4" name="Espace réservé du contenu 3">
            <a:extLst>
              <a:ext uri="{FF2B5EF4-FFF2-40B4-BE49-F238E27FC236}">
                <a16:creationId xmlns:a16="http://schemas.microsoft.com/office/drawing/2014/main" id="{F7A62692-8502-D841-6C42-BCF58B32392F}"/>
              </a:ext>
            </a:extLst>
          </p:cNvPr>
          <p:cNvSpPr>
            <a:spLocks noGrp="1"/>
          </p:cNvSpPr>
          <p:nvPr>
            <p:ph sz="half" idx="2"/>
          </p:nvPr>
        </p:nvSpPr>
        <p:spPr/>
        <p:txBody>
          <a:bodyPr/>
          <a:lstStyle/>
          <a:p>
            <a:pPr marL="0" indent="0">
              <a:buNone/>
            </a:pPr>
            <a:r>
              <a:rPr lang="fr-FR" dirty="0"/>
              <a:t>60 out of the 64 </a:t>
            </a:r>
            <a:r>
              <a:rPr lang="fr-FR" dirty="0" err="1"/>
              <a:t>recalled</a:t>
            </a:r>
            <a:r>
              <a:rPr lang="fr-FR" dirty="0"/>
              <a:t> patterns converge to the </a:t>
            </a:r>
            <a:r>
              <a:rPr lang="fr-FR" dirty="0" err="1"/>
              <a:t>stored</a:t>
            </a:r>
            <a:r>
              <a:rPr lang="fr-FR" dirty="0"/>
              <a:t> patterns.</a:t>
            </a:r>
          </a:p>
          <a:p>
            <a:pPr marL="0" indent="0">
              <a:buNone/>
            </a:pPr>
            <a:endParaRPr lang="fr-FR" dirty="0"/>
          </a:p>
        </p:txBody>
      </p:sp>
      <p:sp>
        <p:nvSpPr>
          <p:cNvPr id="5" name="Rectangle 4">
            <a:extLst>
              <a:ext uri="{FF2B5EF4-FFF2-40B4-BE49-F238E27FC236}">
                <a16:creationId xmlns:a16="http://schemas.microsoft.com/office/drawing/2014/main" id="{FAA04A80-20D5-B5DC-20AF-53DF2EF1FBA3}"/>
              </a:ext>
            </a:extLst>
          </p:cNvPr>
          <p:cNvSpPr/>
          <p:nvPr/>
        </p:nvSpPr>
        <p:spPr>
          <a:xfrm>
            <a:off x="2851301" y="2105075"/>
            <a:ext cx="1073542" cy="79960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ZoneTexte 34">
            <a:extLst>
              <a:ext uri="{FF2B5EF4-FFF2-40B4-BE49-F238E27FC236}">
                <a16:creationId xmlns:a16="http://schemas.microsoft.com/office/drawing/2014/main" id="{918C57F7-E8DD-9890-288A-583A768397CE}"/>
              </a:ext>
            </a:extLst>
          </p:cNvPr>
          <p:cNvSpPr txBox="1"/>
          <p:nvPr/>
        </p:nvSpPr>
        <p:spPr>
          <a:xfrm>
            <a:off x="2819342" y="2051262"/>
            <a:ext cx="301686" cy="369332"/>
          </a:xfrm>
          <a:prstGeom prst="rect">
            <a:avLst/>
          </a:prstGeom>
          <a:noFill/>
        </p:spPr>
        <p:txBody>
          <a:bodyPr wrap="none" rtlCol="0">
            <a:spAutoFit/>
          </a:bodyPr>
          <a:lstStyle/>
          <a:p>
            <a:r>
              <a:rPr lang="fr-FR" dirty="0">
                <a:solidFill>
                  <a:srgbClr val="0070C0"/>
                </a:solidFill>
              </a:rPr>
              <a:t>3</a:t>
            </a:r>
          </a:p>
        </p:txBody>
      </p:sp>
      <p:grpSp>
        <p:nvGrpSpPr>
          <p:cNvPr id="36" name="Groupe 35">
            <a:extLst>
              <a:ext uri="{FF2B5EF4-FFF2-40B4-BE49-F238E27FC236}">
                <a16:creationId xmlns:a16="http://schemas.microsoft.com/office/drawing/2014/main" id="{62D60045-7FD1-53F3-0088-0077920DD426}"/>
              </a:ext>
            </a:extLst>
          </p:cNvPr>
          <p:cNvGrpSpPr/>
          <p:nvPr/>
        </p:nvGrpSpPr>
        <p:grpSpPr>
          <a:xfrm>
            <a:off x="2380983" y="2208090"/>
            <a:ext cx="3374118" cy="3618927"/>
            <a:chOff x="2380983" y="2208090"/>
            <a:chExt cx="3374118" cy="3618927"/>
          </a:xfrm>
        </p:grpSpPr>
        <p:grpSp>
          <p:nvGrpSpPr>
            <p:cNvPr id="37" name="Groupe 36">
              <a:extLst>
                <a:ext uri="{FF2B5EF4-FFF2-40B4-BE49-F238E27FC236}">
                  <a16:creationId xmlns:a16="http://schemas.microsoft.com/office/drawing/2014/main" id="{3DFD25A8-6EE5-3587-E164-F1ABCB3C8D32}"/>
                </a:ext>
              </a:extLst>
            </p:cNvPr>
            <p:cNvGrpSpPr/>
            <p:nvPr/>
          </p:nvGrpSpPr>
          <p:grpSpPr>
            <a:xfrm>
              <a:off x="2380983" y="2208090"/>
              <a:ext cx="2017735" cy="3588782"/>
              <a:chOff x="8748102" y="2384769"/>
              <a:chExt cx="2017735" cy="3588782"/>
            </a:xfrm>
          </p:grpSpPr>
          <p:grpSp>
            <p:nvGrpSpPr>
              <p:cNvPr id="43" name="Groupe 42">
                <a:extLst>
                  <a:ext uri="{FF2B5EF4-FFF2-40B4-BE49-F238E27FC236}">
                    <a16:creationId xmlns:a16="http://schemas.microsoft.com/office/drawing/2014/main" id="{D1E484BB-1259-3287-3E04-C041BB94DE1C}"/>
                  </a:ext>
                </a:extLst>
              </p:cNvPr>
              <p:cNvGrpSpPr/>
              <p:nvPr/>
            </p:nvGrpSpPr>
            <p:grpSpPr>
              <a:xfrm>
                <a:off x="8748102" y="2384769"/>
                <a:ext cx="2017735" cy="3588782"/>
                <a:chOff x="2943959" y="2266950"/>
                <a:chExt cx="2017735" cy="3588782"/>
              </a:xfrm>
            </p:grpSpPr>
            <p:grpSp>
              <p:nvGrpSpPr>
                <p:cNvPr id="46" name="Groupe 45">
                  <a:extLst>
                    <a:ext uri="{FF2B5EF4-FFF2-40B4-BE49-F238E27FC236}">
                      <a16:creationId xmlns:a16="http://schemas.microsoft.com/office/drawing/2014/main" id="{FFE1A1E8-3FD2-0F12-644A-92810E756AFD}"/>
                    </a:ext>
                  </a:extLst>
                </p:cNvPr>
                <p:cNvGrpSpPr/>
                <p:nvPr/>
              </p:nvGrpSpPr>
              <p:grpSpPr>
                <a:xfrm>
                  <a:off x="2943959" y="2426625"/>
                  <a:ext cx="2017735" cy="3429107"/>
                  <a:chOff x="2943959" y="2426625"/>
                  <a:chExt cx="2017735" cy="3429107"/>
                </a:xfrm>
              </p:grpSpPr>
              <p:sp>
                <p:nvSpPr>
                  <p:cNvPr id="49" name="ZoneTexte 48">
                    <a:extLst>
                      <a:ext uri="{FF2B5EF4-FFF2-40B4-BE49-F238E27FC236}">
                        <a16:creationId xmlns:a16="http://schemas.microsoft.com/office/drawing/2014/main" id="{3576CF4D-3058-0278-70EA-C5B267E247B9}"/>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50" name="ZoneTexte 49">
                    <a:extLst>
                      <a:ext uri="{FF2B5EF4-FFF2-40B4-BE49-F238E27FC236}">
                        <a16:creationId xmlns:a16="http://schemas.microsoft.com/office/drawing/2014/main" id="{5B6EA9AA-7B75-EB5A-9C7D-A986DC513647}"/>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51" name="ZoneTexte 50">
                    <a:extLst>
                      <a:ext uri="{FF2B5EF4-FFF2-40B4-BE49-F238E27FC236}">
                        <a16:creationId xmlns:a16="http://schemas.microsoft.com/office/drawing/2014/main" id="{BF158AF9-56B2-6C3E-387E-AD6A8FEAB853}"/>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52" name="ZoneTexte 51">
                    <a:extLst>
                      <a:ext uri="{FF2B5EF4-FFF2-40B4-BE49-F238E27FC236}">
                        <a16:creationId xmlns:a16="http://schemas.microsoft.com/office/drawing/2014/main" id="{30FD0CE3-894E-28A6-FD1F-71B08396D902}"/>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53" name="ZoneTexte 52">
                    <a:extLst>
                      <a:ext uri="{FF2B5EF4-FFF2-40B4-BE49-F238E27FC236}">
                        <a16:creationId xmlns:a16="http://schemas.microsoft.com/office/drawing/2014/main" id="{D7D89557-E696-48E9-7C20-31691E74D595}"/>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54" name="ZoneTexte 53">
                    <a:extLst>
                      <a:ext uri="{FF2B5EF4-FFF2-40B4-BE49-F238E27FC236}">
                        <a16:creationId xmlns:a16="http://schemas.microsoft.com/office/drawing/2014/main" id="{0E453FF6-212C-0441-9C17-B70D7B8A0BCC}"/>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55" name="Connecteur droit avec flèche 54">
                    <a:extLst>
                      <a:ext uri="{FF2B5EF4-FFF2-40B4-BE49-F238E27FC236}">
                        <a16:creationId xmlns:a16="http://schemas.microsoft.com/office/drawing/2014/main" id="{807FABF7-698F-14B4-446E-4EE9A0A48DA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6" name="Connecteur droit avec flèche 55">
                    <a:extLst>
                      <a:ext uri="{FF2B5EF4-FFF2-40B4-BE49-F238E27FC236}">
                        <a16:creationId xmlns:a16="http://schemas.microsoft.com/office/drawing/2014/main" id="{30281A70-DCF2-F3A8-F83C-CAE315FB0C06}"/>
                      </a:ext>
                    </a:extLst>
                  </p:cNvPr>
                  <p:cNvCxnSpPr>
                    <a:cxnSpLocks/>
                    <a:endCxn id="49"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7" name="Connecteur droit avec flèche 56">
                    <a:extLst>
                      <a:ext uri="{FF2B5EF4-FFF2-40B4-BE49-F238E27FC236}">
                        <a16:creationId xmlns:a16="http://schemas.microsoft.com/office/drawing/2014/main" id="{62EEAA0F-5ECD-88C6-3194-496778C7C9B9}"/>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8" name="Connecteur droit avec flèche 57">
                    <a:extLst>
                      <a:ext uri="{FF2B5EF4-FFF2-40B4-BE49-F238E27FC236}">
                        <a16:creationId xmlns:a16="http://schemas.microsoft.com/office/drawing/2014/main" id="{D83E6F30-8915-5CB0-187F-EAC8041F37A3}"/>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59" name="Connecteur droit avec flèche 58">
                    <a:extLst>
                      <a:ext uri="{FF2B5EF4-FFF2-40B4-BE49-F238E27FC236}">
                        <a16:creationId xmlns:a16="http://schemas.microsoft.com/office/drawing/2014/main" id="{16F63DEC-CF17-6CCF-7372-D8D7C73ED81B}"/>
                      </a:ext>
                    </a:extLst>
                  </p:cNvPr>
                  <p:cNvCxnSpPr>
                    <a:cxnSpLocks/>
                    <a:stCxn id="51" idx="1"/>
                    <a:endCxn id="52"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0" name="Connecteur droit avec flèche 59">
                    <a:extLst>
                      <a:ext uri="{FF2B5EF4-FFF2-40B4-BE49-F238E27FC236}">
                        <a16:creationId xmlns:a16="http://schemas.microsoft.com/office/drawing/2014/main" id="{233A12B3-1968-A72E-6635-596588379249}"/>
                      </a:ext>
                    </a:extLst>
                  </p:cNvPr>
                  <p:cNvCxnSpPr>
                    <a:cxnSpLocks/>
                    <a:stCxn id="52" idx="0"/>
                    <a:endCxn id="53"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6108F0E4-D0E1-ADE0-6C61-65EAF23A6B1E}"/>
                      </a:ext>
                    </a:extLst>
                  </p:cNvPr>
                  <p:cNvCxnSpPr>
                    <a:cxnSpLocks/>
                    <a:stCxn id="53" idx="3"/>
                    <a:endCxn id="54"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F59AF64D-E779-4155-A238-CA0270201727}"/>
                      </a:ext>
                    </a:extLst>
                  </p:cNvPr>
                  <p:cNvCxnSpPr>
                    <a:cxnSpLocks/>
                    <a:stCxn id="54" idx="2"/>
                    <a:endCxn id="51"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3" name="Connecteur droit avec flèche 62">
                    <a:extLst>
                      <a:ext uri="{FF2B5EF4-FFF2-40B4-BE49-F238E27FC236}">
                        <a16:creationId xmlns:a16="http://schemas.microsoft.com/office/drawing/2014/main" id="{B40C9AE7-9B74-A08D-5EAC-6297F01DB5C4}"/>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47" name="Connecteur droit 46">
                  <a:extLst>
                    <a:ext uri="{FF2B5EF4-FFF2-40B4-BE49-F238E27FC236}">
                      <a16:creationId xmlns:a16="http://schemas.microsoft.com/office/drawing/2014/main" id="{892FA1E1-7241-2C2A-75C2-A0FA9F91412C}"/>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8" name="Connecteur : en angle 47">
                  <a:extLst>
                    <a:ext uri="{FF2B5EF4-FFF2-40B4-BE49-F238E27FC236}">
                      <a16:creationId xmlns:a16="http://schemas.microsoft.com/office/drawing/2014/main" id="{4DAB7EDF-76FD-9809-6413-CAE472ABA4B9}"/>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45" name="Connecteur droit avec flèche 44">
                <a:extLst>
                  <a:ext uri="{FF2B5EF4-FFF2-40B4-BE49-F238E27FC236}">
                    <a16:creationId xmlns:a16="http://schemas.microsoft.com/office/drawing/2014/main" id="{7FD4AA9B-17E1-49BC-E179-77E21132506A}"/>
                  </a:ext>
                </a:extLst>
              </p:cNvPr>
              <p:cNvCxnSpPr>
                <a:cxnSpLocks/>
                <a:stCxn id="51" idx="0"/>
                <a:endCxn id="53"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38" name="Connecteur droit 37">
              <a:extLst>
                <a:ext uri="{FF2B5EF4-FFF2-40B4-BE49-F238E27FC236}">
                  <a16:creationId xmlns:a16="http://schemas.microsoft.com/office/drawing/2014/main" id="{5802CD36-AA59-AE98-E750-2795BFDF2482}"/>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9DF4C97B-E769-5E5B-B67E-83E855A0624E}"/>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0" name="Connecteur droit 39">
              <a:extLst>
                <a:ext uri="{FF2B5EF4-FFF2-40B4-BE49-F238E27FC236}">
                  <a16:creationId xmlns:a16="http://schemas.microsoft.com/office/drawing/2014/main" id="{9CDA9084-B050-FFF9-F247-7CA5EF18A4A8}"/>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C15974BC-BFA8-C1E4-52C7-19270E27632A}"/>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42" name="Connecteur droit 41">
              <a:extLst>
                <a:ext uri="{FF2B5EF4-FFF2-40B4-BE49-F238E27FC236}">
                  <a16:creationId xmlns:a16="http://schemas.microsoft.com/office/drawing/2014/main" id="{EE81331F-6C5C-1CBD-5434-242BCB1FE0AE}"/>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64" name="Espace réservé du numéro de diapositive 63">
            <a:extLst>
              <a:ext uri="{FF2B5EF4-FFF2-40B4-BE49-F238E27FC236}">
                <a16:creationId xmlns:a16="http://schemas.microsoft.com/office/drawing/2014/main" id="{403AB21D-A23C-7768-2FCF-31C0A674597C}"/>
              </a:ext>
            </a:extLst>
          </p:cNvPr>
          <p:cNvSpPr>
            <a:spLocks noGrp="1"/>
          </p:cNvSpPr>
          <p:nvPr>
            <p:ph type="sldNum" sz="quarter" idx="12"/>
          </p:nvPr>
        </p:nvSpPr>
        <p:spPr/>
        <p:txBody>
          <a:bodyPr/>
          <a:lstStyle/>
          <a:p>
            <a:fld id="{5149A38E-4A7C-4C86-B631-64CD0F93C451}" type="slidenum">
              <a:rPr lang="fr-FR" smtClean="0"/>
              <a:t>43</a:t>
            </a:fld>
            <a:endParaRPr lang="fr-FR"/>
          </a:p>
        </p:txBody>
      </p:sp>
      <p:grpSp>
        <p:nvGrpSpPr>
          <p:cNvPr id="70" name="Groupe 69">
            <a:extLst>
              <a:ext uri="{FF2B5EF4-FFF2-40B4-BE49-F238E27FC236}">
                <a16:creationId xmlns:a16="http://schemas.microsoft.com/office/drawing/2014/main" id="{9820409A-34C0-DC40-B1AA-898DE3BEF5AD}"/>
              </a:ext>
            </a:extLst>
          </p:cNvPr>
          <p:cNvGrpSpPr/>
          <p:nvPr/>
        </p:nvGrpSpPr>
        <p:grpSpPr>
          <a:xfrm>
            <a:off x="6201420" y="3100650"/>
            <a:ext cx="5216652" cy="3100803"/>
            <a:chOff x="6201420" y="3100650"/>
            <a:chExt cx="5216652" cy="3100803"/>
          </a:xfrm>
        </p:grpSpPr>
        <p:pic>
          <p:nvPicPr>
            <p:cNvPr id="71" name="Image 70">
              <a:extLst>
                <a:ext uri="{FF2B5EF4-FFF2-40B4-BE49-F238E27FC236}">
                  <a16:creationId xmlns:a16="http://schemas.microsoft.com/office/drawing/2014/main" id="{5342AF77-BD39-685C-4CF1-479D6B3EE3FC}"/>
                </a:ext>
              </a:extLst>
            </p:cNvPr>
            <p:cNvPicPr>
              <a:picLocks noChangeAspect="1"/>
            </p:cNvPicPr>
            <p:nvPr/>
          </p:nvPicPr>
          <p:blipFill>
            <a:blip r:embed="rId3"/>
            <a:stretch>
              <a:fillRect/>
            </a:stretch>
          </p:blipFill>
          <p:spPr>
            <a:xfrm>
              <a:off x="6201420" y="4777671"/>
              <a:ext cx="5160302" cy="1423782"/>
            </a:xfrm>
            <a:prstGeom prst="rect">
              <a:avLst/>
            </a:prstGeom>
          </p:spPr>
        </p:pic>
        <p:pic>
          <p:nvPicPr>
            <p:cNvPr id="72" name="Image 71">
              <a:extLst>
                <a:ext uri="{FF2B5EF4-FFF2-40B4-BE49-F238E27FC236}">
                  <a16:creationId xmlns:a16="http://schemas.microsoft.com/office/drawing/2014/main" id="{CAB75C08-6E2B-A61D-72F5-605B327177C1}"/>
                </a:ext>
              </a:extLst>
            </p:cNvPr>
            <p:cNvPicPr>
              <a:picLocks noChangeAspect="1"/>
            </p:cNvPicPr>
            <p:nvPr/>
          </p:nvPicPr>
          <p:blipFill>
            <a:blip r:embed="rId4"/>
            <a:stretch>
              <a:fillRect/>
            </a:stretch>
          </p:blipFill>
          <p:spPr>
            <a:xfrm>
              <a:off x="6218714" y="3100650"/>
              <a:ext cx="5199358" cy="1434557"/>
            </a:xfrm>
            <a:prstGeom prst="rect">
              <a:avLst/>
            </a:prstGeom>
          </p:spPr>
        </p:pic>
      </p:grpSp>
    </p:spTree>
    <p:extLst>
      <p:ext uri="{BB962C8B-B14F-4D97-AF65-F5344CB8AC3E}">
        <p14:creationId xmlns:p14="http://schemas.microsoft.com/office/powerpoint/2010/main" val="42305365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70BB4C-ACE8-BC53-3876-BE474A1ADD31}"/>
              </a:ext>
            </a:extLst>
          </p:cNvPr>
          <p:cNvSpPr>
            <a:spLocks noGrp="1"/>
          </p:cNvSpPr>
          <p:nvPr>
            <p:ph type="title"/>
          </p:nvPr>
        </p:nvSpPr>
        <p:spPr/>
        <p:txBody>
          <a:bodyPr/>
          <a:lstStyle/>
          <a:p>
            <a:r>
              <a:rPr lang="fr-FR" dirty="0"/>
              <a:t>Pattern </a:t>
            </a:r>
            <a:r>
              <a:rPr lang="fr-FR" dirty="0" err="1"/>
              <a:t>completion</a:t>
            </a:r>
            <a:endParaRPr lang="fr-FR" dirty="0"/>
          </a:p>
        </p:txBody>
      </p:sp>
      <p:sp>
        <p:nvSpPr>
          <p:cNvPr id="3" name="Espace réservé du contenu 2">
            <a:extLst>
              <a:ext uri="{FF2B5EF4-FFF2-40B4-BE49-F238E27FC236}">
                <a16:creationId xmlns:a16="http://schemas.microsoft.com/office/drawing/2014/main" id="{0AB02688-3252-FD6F-43AB-549D47934AB8}"/>
              </a:ext>
            </a:extLst>
          </p:cNvPr>
          <p:cNvSpPr>
            <a:spLocks noGrp="1"/>
          </p:cNvSpPr>
          <p:nvPr>
            <p:ph sz="half" idx="1"/>
          </p:nvPr>
        </p:nvSpPr>
        <p:spPr/>
        <p:txBody>
          <a:bodyPr/>
          <a:lstStyle/>
          <a:p>
            <a:pPr marL="0" indent="0">
              <a:buNone/>
            </a:pPr>
            <a:endParaRPr lang="fr-FR" dirty="0"/>
          </a:p>
        </p:txBody>
      </p:sp>
      <p:sp>
        <p:nvSpPr>
          <p:cNvPr id="4" name="Espace réservé du contenu 3">
            <a:extLst>
              <a:ext uri="{FF2B5EF4-FFF2-40B4-BE49-F238E27FC236}">
                <a16:creationId xmlns:a16="http://schemas.microsoft.com/office/drawing/2014/main" id="{F7A62692-8502-D841-6C42-BCF58B32392F}"/>
              </a:ext>
            </a:extLst>
          </p:cNvPr>
          <p:cNvSpPr>
            <a:spLocks noGrp="1"/>
          </p:cNvSpPr>
          <p:nvPr>
            <p:ph sz="half" idx="2"/>
          </p:nvPr>
        </p:nvSpPr>
        <p:spPr/>
        <p:txBody>
          <a:bodyPr/>
          <a:lstStyle/>
          <a:p>
            <a:pPr marL="0" indent="0">
              <a:buNone/>
            </a:pPr>
            <a:r>
              <a:rPr lang="fr-FR" dirty="0"/>
              <a:t>60 out of the 64 </a:t>
            </a:r>
            <a:r>
              <a:rPr lang="fr-FR" dirty="0" err="1"/>
              <a:t>recalled</a:t>
            </a:r>
            <a:r>
              <a:rPr lang="fr-FR" dirty="0"/>
              <a:t> patterns converge to the </a:t>
            </a:r>
            <a:r>
              <a:rPr lang="fr-FR" dirty="0" err="1"/>
              <a:t>stored</a:t>
            </a:r>
            <a:r>
              <a:rPr lang="fr-FR" dirty="0"/>
              <a:t> patterns.</a:t>
            </a:r>
          </a:p>
          <a:p>
            <a:pPr marL="0" indent="0">
              <a:buNone/>
            </a:pPr>
            <a:endParaRPr lang="fr-FR" dirty="0"/>
          </a:p>
        </p:txBody>
      </p:sp>
      <p:sp>
        <p:nvSpPr>
          <p:cNvPr id="5" name="Rectangle 4">
            <a:extLst>
              <a:ext uri="{FF2B5EF4-FFF2-40B4-BE49-F238E27FC236}">
                <a16:creationId xmlns:a16="http://schemas.microsoft.com/office/drawing/2014/main" id="{FAA04A80-20D5-B5DC-20AF-53DF2EF1FBA3}"/>
              </a:ext>
            </a:extLst>
          </p:cNvPr>
          <p:cNvSpPr/>
          <p:nvPr/>
        </p:nvSpPr>
        <p:spPr>
          <a:xfrm>
            <a:off x="2851301" y="2105075"/>
            <a:ext cx="1073542" cy="799608"/>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5" name="ZoneTexte 34">
            <a:extLst>
              <a:ext uri="{FF2B5EF4-FFF2-40B4-BE49-F238E27FC236}">
                <a16:creationId xmlns:a16="http://schemas.microsoft.com/office/drawing/2014/main" id="{D6553D30-1436-A77B-BA35-3A0FA8C1563F}"/>
              </a:ext>
            </a:extLst>
          </p:cNvPr>
          <p:cNvSpPr txBox="1"/>
          <p:nvPr/>
        </p:nvSpPr>
        <p:spPr>
          <a:xfrm>
            <a:off x="2819342" y="2051262"/>
            <a:ext cx="301686" cy="369332"/>
          </a:xfrm>
          <a:prstGeom prst="rect">
            <a:avLst/>
          </a:prstGeom>
          <a:noFill/>
        </p:spPr>
        <p:txBody>
          <a:bodyPr wrap="none" rtlCol="0">
            <a:spAutoFit/>
          </a:bodyPr>
          <a:lstStyle/>
          <a:p>
            <a:r>
              <a:rPr lang="fr-FR" dirty="0">
                <a:solidFill>
                  <a:srgbClr val="0070C0"/>
                </a:solidFill>
              </a:rPr>
              <a:t>3</a:t>
            </a:r>
          </a:p>
        </p:txBody>
      </p:sp>
      <p:grpSp>
        <p:nvGrpSpPr>
          <p:cNvPr id="36" name="Groupe 35">
            <a:extLst>
              <a:ext uri="{FF2B5EF4-FFF2-40B4-BE49-F238E27FC236}">
                <a16:creationId xmlns:a16="http://schemas.microsoft.com/office/drawing/2014/main" id="{7BD5A6E7-9044-A7AF-F3A3-F65B380B5693}"/>
              </a:ext>
            </a:extLst>
          </p:cNvPr>
          <p:cNvGrpSpPr/>
          <p:nvPr/>
        </p:nvGrpSpPr>
        <p:grpSpPr>
          <a:xfrm>
            <a:off x="2380983" y="2208090"/>
            <a:ext cx="3374118" cy="3618927"/>
            <a:chOff x="2380983" y="2208090"/>
            <a:chExt cx="3374118" cy="3618927"/>
          </a:xfrm>
        </p:grpSpPr>
        <p:grpSp>
          <p:nvGrpSpPr>
            <p:cNvPr id="38" name="Groupe 37">
              <a:extLst>
                <a:ext uri="{FF2B5EF4-FFF2-40B4-BE49-F238E27FC236}">
                  <a16:creationId xmlns:a16="http://schemas.microsoft.com/office/drawing/2014/main" id="{3767E16C-0EA8-D378-B965-A15AF7EEC72B}"/>
                </a:ext>
              </a:extLst>
            </p:cNvPr>
            <p:cNvGrpSpPr/>
            <p:nvPr/>
          </p:nvGrpSpPr>
          <p:grpSpPr>
            <a:xfrm>
              <a:off x="2380983" y="2208090"/>
              <a:ext cx="2017735" cy="3588782"/>
              <a:chOff x="8748102" y="2384769"/>
              <a:chExt cx="2017735" cy="3588782"/>
            </a:xfrm>
          </p:grpSpPr>
          <p:grpSp>
            <p:nvGrpSpPr>
              <p:cNvPr id="48" name="Groupe 47">
                <a:extLst>
                  <a:ext uri="{FF2B5EF4-FFF2-40B4-BE49-F238E27FC236}">
                    <a16:creationId xmlns:a16="http://schemas.microsoft.com/office/drawing/2014/main" id="{45239EF2-1F90-AE2F-D786-973D198BC72C}"/>
                  </a:ext>
                </a:extLst>
              </p:cNvPr>
              <p:cNvGrpSpPr/>
              <p:nvPr/>
            </p:nvGrpSpPr>
            <p:grpSpPr>
              <a:xfrm>
                <a:off x="8748102" y="2384769"/>
                <a:ext cx="2017735" cy="3588782"/>
                <a:chOff x="2943959" y="2266950"/>
                <a:chExt cx="2017735" cy="3588782"/>
              </a:xfrm>
            </p:grpSpPr>
            <p:grpSp>
              <p:nvGrpSpPr>
                <p:cNvPr id="50" name="Groupe 49">
                  <a:extLst>
                    <a:ext uri="{FF2B5EF4-FFF2-40B4-BE49-F238E27FC236}">
                      <a16:creationId xmlns:a16="http://schemas.microsoft.com/office/drawing/2014/main" id="{45AF2BA6-9543-E996-E9DA-D820BAD1B9DA}"/>
                    </a:ext>
                  </a:extLst>
                </p:cNvPr>
                <p:cNvGrpSpPr/>
                <p:nvPr/>
              </p:nvGrpSpPr>
              <p:grpSpPr>
                <a:xfrm>
                  <a:off x="2943959" y="2426625"/>
                  <a:ext cx="2017735" cy="3429107"/>
                  <a:chOff x="2943959" y="2426625"/>
                  <a:chExt cx="2017735" cy="3429107"/>
                </a:xfrm>
              </p:grpSpPr>
              <p:sp>
                <p:nvSpPr>
                  <p:cNvPr id="53" name="ZoneTexte 52">
                    <a:extLst>
                      <a:ext uri="{FF2B5EF4-FFF2-40B4-BE49-F238E27FC236}">
                        <a16:creationId xmlns:a16="http://schemas.microsoft.com/office/drawing/2014/main" id="{0EEC331A-1585-077A-9C8A-C78C2CC48AF1}"/>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54" name="ZoneTexte 53">
                    <a:extLst>
                      <a:ext uri="{FF2B5EF4-FFF2-40B4-BE49-F238E27FC236}">
                        <a16:creationId xmlns:a16="http://schemas.microsoft.com/office/drawing/2014/main" id="{C4EEDA3B-6768-9898-F47B-1603E9E028AF}"/>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55" name="ZoneTexte 54">
                    <a:extLst>
                      <a:ext uri="{FF2B5EF4-FFF2-40B4-BE49-F238E27FC236}">
                        <a16:creationId xmlns:a16="http://schemas.microsoft.com/office/drawing/2014/main" id="{1B970160-4B97-5967-260A-4FFFF9370110}"/>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56" name="ZoneTexte 55">
                    <a:extLst>
                      <a:ext uri="{FF2B5EF4-FFF2-40B4-BE49-F238E27FC236}">
                        <a16:creationId xmlns:a16="http://schemas.microsoft.com/office/drawing/2014/main" id="{B798CDC6-0110-457F-20AF-7F949010AD75}"/>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57" name="ZoneTexte 56">
                    <a:extLst>
                      <a:ext uri="{FF2B5EF4-FFF2-40B4-BE49-F238E27FC236}">
                        <a16:creationId xmlns:a16="http://schemas.microsoft.com/office/drawing/2014/main" id="{E791FA78-A4AC-C079-6EC3-94A8A8AEF1D1}"/>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58" name="ZoneTexte 57">
                    <a:extLst>
                      <a:ext uri="{FF2B5EF4-FFF2-40B4-BE49-F238E27FC236}">
                        <a16:creationId xmlns:a16="http://schemas.microsoft.com/office/drawing/2014/main" id="{0F4A29CA-DA7E-8F49-8C4C-73A9B77464B4}"/>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59" name="Connecteur droit avec flèche 58">
                    <a:extLst>
                      <a:ext uri="{FF2B5EF4-FFF2-40B4-BE49-F238E27FC236}">
                        <a16:creationId xmlns:a16="http://schemas.microsoft.com/office/drawing/2014/main" id="{09AFD4B5-E64E-C8E8-D97F-A7B83A9F5521}"/>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0" name="Connecteur droit avec flèche 59">
                    <a:extLst>
                      <a:ext uri="{FF2B5EF4-FFF2-40B4-BE49-F238E27FC236}">
                        <a16:creationId xmlns:a16="http://schemas.microsoft.com/office/drawing/2014/main" id="{FDC21E26-19A3-19D2-70B0-4E7577AE63C0}"/>
                      </a:ext>
                    </a:extLst>
                  </p:cNvPr>
                  <p:cNvCxnSpPr>
                    <a:cxnSpLocks/>
                    <a:endCxn id="53"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1" name="Connecteur droit avec flèche 60">
                    <a:extLst>
                      <a:ext uri="{FF2B5EF4-FFF2-40B4-BE49-F238E27FC236}">
                        <a16:creationId xmlns:a16="http://schemas.microsoft.com/office/drawing/2014/main" id="{B813E9AD-A054-9642-F058-A16B8FFAE9C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2" name="Connecteur droit avec flèche 61">
                    <a:extLst>
                      <a:ext uri="{FF2B5EF4-FFF2-40B4-BE49-F238E27FC236}">
                        <a16:creationId xmlns:a16="http://schemas.microsoft.com/office/drawing/2014/main" id="{80CAE8A3-6AC7-D0FD-A586-71865A0D0116}"/>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3" name="Connecteur droit avec flèche 62">
                    <a:extLst>
                      <a:ext uri="{FF2B5EF4-FFF2-40B4-BE49-F238E27FC236}">
                        <a16:creationId xmlns:a16="http://schemas.microsoft.com/office/drawing/2014/main" id="{940C8B22-66AF-F528-A4E8-70DA2D8804E2}"/>
                      </a:ext>
                    </a:extLst>
                  </p:cNvPr>
                  <p:cNvCxnSpPr>
                    <a:cxnSpLocks/>
                    <a:stCxn id="55" idx="1"/>
                    <a:endCxn id="56"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4" name="Connecteur droit avec flèche 63">
                    <a:extLst>
                      <a:ext uri="{FF2B5EF4-FFF2-40B4-BE49-F238E27FC236}">
                        <a16:creationId xmlns:a16="http://schemas.microsoft.com/office/drawing/2014/main" id="{D3F5D5D8-F0F7-7B4C-F3CB-7624FEAD18B0}"/>
                      </a:ext>
                    </a:extLst>
                  </p:cNvPr>
                  <p:cNvCxnSpPr>
                    <a:cxnSpLocks/>
                    <a:stCxn id="56" idx="0"/>
                    <a:endCxn id="57"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5" name="Connecteur droit avec flèche 64">
                    <a:extLst>
                      <a:ext uri="{FF2B5EF4-FFF2-40B4-BE49-F238E27FC236}">
                        <a16:creationId xmlns:a16="http://schemas.microsoft.com/office/drawing/2014/main" id="{0B0E747B-1D5F-D443-7B40-E0850AF5769C}"/>
                      </a:ext>
                    </a:extLst>
                  </p:cNvPr>
                  <p:cNvCxnSpPr>
                    <a:cxnSpLocks/>
                    <a:stCxn id="57" idx="3"/>
                    <a:endCxn id="58"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6" name="Connecteur droit avec flèche 65">
                    <a:extLst>
                      <a:ext uri="{FF2B5EF4-FFF2-40B4-BE49-F238E27FC236}">
                        <a16:creationId xmlns:a16="http://schemas.microsoft.com/office/drawing/2014/main" id="{79B4D26A-A1D9-77D5-B52C-BC74188E14FC}"/>
                      </a:ext>
                    </a:extLst>
                  </p:cNvPr>
                  <p:cNvCxnSpPr>
                    <a:cxnSpLocks/>
                    <a:stCxn id="58" idx="2"/>
                    <a:endCxn id="55"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67" name="Connecteur droit avec flèche 66">
                    <a:extLst>
                      <a:ext uri="{FF2B5EF4-FFF2-40B4-BE49-F238E27FC236}">
                        <a16:creationId xmlns:a16="http://schemas.microsoft.com/office/drawing/2014/main" id="{BD762948-0F2F-6C7C-1D00-7460E5B78CE5}"/>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51" name="Connecteur droit 50">
                  <a:extLst>
                    <a:ext uri="{FF2B5EF4-FFF2-40B4-BE49-F238E27FC236}">
                      <a16:creationId xmlns:a16="http://schemas.microsoft.com/office/drawing/2014/main" id="{75984809-6CF7-BCAA-6FD3-69964FD0277F}"/>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 name="Connecteur : en angle 51">
                  <a:extLst>
                    <a:ext uri="{FF2B5EF4-FFF2-40B4-BE49-F238E27FC236}">
                      <a16:creationId xmlns:a16="http://schemas.microsoft.com/office/drawing/2014/main" id="{C4910DAD-25BD-1DB0-B263-BC339B2F69A9}"/>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49" name="Connecteur droit avec flèche 48">
                <a:extLst>
                  <a:ext uri="{FF2B5EF4-FFF2-40B4-BE49-F238E27FC236}">
                    <a16:creationId xmlns:a16="http://schemas.microsoft.com/office/drawing/2014/main" id="{CFF72C19-9502-8DDD-1D0A-47ADF1D291E0}"/>
                  </a:ext>
                </a:extLst>
              </p:cNvPr>
              <p:cNvCxnSpPr>
                <a:cxnSpLocks/>
                <a:stCxn id="55" idx="0"/>
                <a:endCxn id="57"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39" name="Connecteur droit 38">
              <a:extLst>
                <a:ext uri="{FF2B5EF4-FFF2-40B4-BE49-F238E27FC236}">
                  <a16:creationId xmlns:a16="http://schemas.microsoft.com/office/drawing/2014/main" id="{E985B5F7-B2B8-CEC6-AD17-D2EF32F30C0B}"/>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0" name="ZoneTexte 39">
              <a:extLst>
                <a:ext uri="{FF2B5EF4-FFF2-40B4-BE49-F238E27FC236}">
                  <a16:creationId xmlns:a16="http://schemas.microsoft.com/office/drawing/2014/main" id="{8AAA88CB-87ED-A3EE-69B8-918F5787FB32}"/>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45" name="Connecteur droit 44">
              <a:extLst>
                <a:ext uri="{FF2B5EF4-FFF2-40B4-BE49-F238E27FC236}">
                  <a16:creationId xmlns:a16="http://schemas.microsoft.com/office/drawing/2014/main" id="{FE0C6446-A8B1-5CD4-5C07-702F645AF3DF}"/>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ZoneTexte 45">
              <a:extLst>
                <a:ext uri="{FF2B5EF4-FFF2-40B4-BE49-F238E27FC236}">
                  <a16:creationId xmlns:a16="http://schemas.microsoft.com/office/drawing/2014/main" id="{F2470DDB-9A01-D756-8544-2D5B2AB8618C}"/>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47" name="Connecteur droit 46">
              <a:extLst>
                <a:ext uri="{FF2B5EF4-FFF2-40B4-BE49-F238E27FC236}">
                  <a16:creationId xmlns:a16="http://schemas.microsoft.com/office/drawing/2014/main" id="{E5324807-3E85-F445-A7D4-F21A7703FF10}"/>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68" name="Espace réservé du numéro de diapositive 67">
            <a:extLst>
              <a:ext uri="{FF2B5EF4-FFF2-40B4-BE49-F238E27FC236}">
                <a16:creationId xmlns:a16="http://schemas.microsoft.com/office/drawing/2014/main" id="{DA3E188B-8350-6D48-F8D6-531892FA9571}"/>
              </a:ext>
            </a:extLst>
          </p:cNvPr>
          <p:cNvSpPr>
            <a:spLocks noGrp="1"/>
          </p:cNvSpPr>
          <p:nvPr>
            <p:ph type="sldNum" sz="quarter" idx="12"/>
          </p:nvPr>
        </p:nvSpPr>
        <p:spPr/>
        <p:txBody>
          <a:bodyPr/>
          <a:lstStyle/>
          <a:p>
            <a:fld id="{5149A38E-4A7C-4C86-B631-64CD0F93C451}" type="slidenum">
              <a:rPr lang="fr-FR" smtClean="0"/>
              <a:t>44</a:t>
            </a:fld>
            <a:endParaRPr lang="fr-FR"/>
          </a:p>
        </p:txBody>
      </p:sp>
      <p:grpSp>
        <p:nvGrpSpPr>
          <p:cNvPr id="74" name="Groupe 73">
            <a:extLst>
              <a:ext uri="{FF2B5EF4-FFF2-40B4-BE49-F238E27FC236}">
                <a16:creationId xmlns:a16="http://schemas.microsoft.com/office/drawing/2014/main" id="{14A5B38E-7DCC-E1D7-406C-13B3CAC11780}"/>
              </a:ext>
            </a:extLst>
          </p:cNvPr>
          <p:cNvGrpSpPr/>
          <p:nvPr/>
        </p:nvGrpSpPr>
        <p:grpSpPr>
          <a:xfrm>
            <a:off x="6201420" y="3100650"/>
            <a:ext cx="5216652" cy="3100803"/>
            <a:chOff x="6201420" y="3100650"/>
            <a:chExt cx="5216652" cy="3100803"/>
          </a:xfrm>
        </p:grpSpPr>
        <p:pic>
          <p:nvPicPr>
            <p:cNvPr id="71" name="Image 70">
              <a:extLst>
                <a:ext uri="{FF2B5EF4-FFF2-40B4-BE49-F238E27FC236}">
                  <a16:creationId xmlns:a16="http://schemas.microsoft.com/office/drawing/2014/main" id="{0363EA54-5871-CD3B-95AE-27F2EA941938}"/>
                </a:ext>
              </a:extLst>
            </p:cNvPr>
            <p:cNvPicPr>
              <a:picLocks noChangeAspect="1"/>
            </p:cNvPicPr>
            <p:nvPr/>
          </p:nvPicPr>
          <p:blipFill>
            <a:blip r:embed="rId2"/>
            <a:stretch>
              <a:fillRect/>
            </a:stretch>
          </p:blipFill>
          <p:spPr>
            <a:xfrm>
              <a:off x="6201420" y="4777671"/>
              <a:ext cx="5160302" cy="1423782"/>
            </a:xfrm>
            <a:prstGeom prst="rect">
              <a:avLst/>
            </a:prstGeom>
          </p:spPr>
        </p:pic>
        <p:pic>
          <p:nvPicPr>
            <p:cNvPr id="73" name="Image 72">
              <a:extLst>
                <a:ext uri="{FF2B5EF4-FFF2-40B4-BE49-F238E27FC236}">
                  <a16:creationId xmlns:a16="http://schemas.microsoft.com/office/drawing/2014/main" id="{3BFEE78A-5725-B378-C6D1-93295C4CD292}"/>
                </a:ext>
              </a:extLst>
            </p:cNvPr>
            <p:cNvPicPr>
              <a:picLocks noChangeAspect="1"/>
            </p:cNvPicPr>
            <p:nvPr/>
          </p:nvPicPr>
          <p:blipFill>
            <a:blip r:embed="rId3"/>
            <a:stretch>
              <a:fillRect/>
            </a:stretch>
          </p:blipFill>
          <p:spPr>
            <a:xfrm>
              <a:off x="6218714" y="3100650"/>
              <a:ext cx="5199358" cy="1434557"/>
            </a:xfrm>
            <a:prstGeom prst="rect">
              <a:avLst/>
            </a:prstGeom>
          </p:spPr>
        </p:pic>
      </p:grpSp>
      <p:sp>
        <p:nvSpPr>
          <p:cNvPr id="75" name="Ellipse 74">
            <a:extLst>
              <a:ext uri="{FF2B5EF4-FFF2-40B4-BE49-F238E27FC236}">
                <a16:creationId xmlns:a16="http://schemas.microsoft.com/office/drawing/2014/main" id="{FD20B539-F435-161C-6CA2-22BF96386FC0}"/>
              </a:ext>
            </a:extLst>
          </p:cNvPr>
          <p:cNvSpPr/>
          <p:nvPr/>
        </p:nvSpPr>
        <p:spPr>
          <a:xfrm>
            <a:off x="6330856" y="4984698"/>
            <a:ext cx="165194" cy="165194"/>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6" name="Ellipse 75">
            <a:extLst>
              <a:ext uri="{FF2B5EF4-FFF2-40B4-BE49-F238E27FC236}">
                <a16:creationId xmlns:a16="http://schemas.microsoft.com/office/drawing/2014/main" id="{EB405541-891F-A494-4031-6B3903F96416}"/>
              </a:ext>
            </a:extLst>
          </p:cNvPr>
          <p:cNvSpPr/>
          <p:nvPr/>
        </p:nvSpPr>
        <p:spPr>
          <a:xfrm>
            <a:off x="6360123" y="3305451"/>
            <a:ext cx="165194" cy="165194"/>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7" name="Ellipse 76">
            <a:extLst>
              <a:ext uri="{FF2B5EF4-FFF2-40B4-BE49-F238E27FC236}">
                <a16:creationId xmlns:a16="http://schemas.microsoft.com/office/drawing/2014/main" id="{CDEE04A7-AF62-E20F-F013-46F4316048BB}"/>
              </a:ext>
            </a:extLst>
          </p:cNvPr>
          <p:cNvSpPr/>
          <p:nvPr/>
        </p:nvSpPr>
        <p:spPr>
          <a:xfrm>
            <a:off x="6781706" y="3282155"/>
            <a:ext cx="165194" cy="165194"/>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8" name="Ellipse 77">
            <a:extLst>
              <a:ext uri="{FF2B5EF4-FFF2-40B4-BE49-F238E27FC236}">
                <a16:creationId xmlns:a16="http://schemas.microsoft.com/office/drawing/2014/main" id="{1AA7B6BB-E059-7A89-4D2C-4D61DB80CF3F}"/>
              </a:ext>
            </a:extLst>
          </p:cNvPr>
          <p:cNvSpPr/>
          <p:nvPr/>
        </p:nvSpPr>
        <p:spPr>
          <a:xfrm>
            <a:off x="6769006" y="4958478"/>
            <a:ext cx="165194" cy="165194"/>
          </a:xfrm>
          <a:prstGeom prst="ellipse">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34560241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70BB4C-ACE8-BC53-3876-BE474A1ADD31}"/>
              </a:ext>
            </a:extLst>
          </p:cNvPr>
          <p:cNvSpPr>
            <a:spLocks noGrp="1"/>
          </p:cNvSpPr>
          <p:nvPr>
            <p:ph type="title"/>
          </p:nvPr>
        </p:nvSpPr>
        <p:spPr/>
        <p:txBody>
          <a:bodyPr/>
          <a:lstStyle/>
          <a:p>
            <a:r>
              <a:rPr lang="fr-FR" dirty="0"/>
              <a:t>Pattern </a:t>
            </a:r>
            <a:r>
              <a:rPr lang="fr-FR" dirty="0" err="1"/>
              <a:t>completion</a:t>
            </a:r>
            <a:endParaRPr lang="fr-FR" dirty="0"/>
          </a:p>
        </p:txBody>
      </p:sp>
      <p:sp>
        <p:nvSpPr>
          <p:cNvPr id="4" name="Espace réservé du contenu 3">
            <a:extLst>
              <a:ext uri="{FF2B5EF4-FFF2-40B4-BE49-F238E27FC236}">
                <a16:creationId xmlns:a16="http://schemas.microsoft.com/office/drawing/2014/main" id="{F7A62692-8502-D841-6C42-BCF58B32392F}"/>
              </a:ext>
            </a:extLst>
          </p:cNvPr>
          <p:cNvSpPr>
            <a:spLocks noGrp="1"/>
          </p:cNvSpPr>
          <p:nvPr>
            <p:ph sz="half" idx="2"/>
          </p:nvPr>
        </p:nvSpPr>
        <p:spPr/>
        <p:txBody>
          <a:bodyPr/>
          <a:lstStyle/>
          <a:p>
            <a:pPr marL="0" indent="0">
              <a:buNone/>
            </a:pPr>
            <a:r>
              <a:rPr lang="fr-FR" dirty="0"/>
              <a:t>60 out of the 64 </a:t>
            </a:r>
            <a:r>
              <a:rPr lang="fr-FR" dirty="0" err="1"/>
              <a:t>recalled</a:t>
            </a:r>
            <a:r>
              <a:rPr lang="fr-FR" dirty="0"/>
              <a:t> patterns converge to the </a:t>
            </a:r>
            <a:r>
              <a:rPr lang="fr-FR" dirty="0" err="1"/>
              <a:t>stored</a:t>
            </a:r>
            <a:r>
              <a:rPr lang="fr-FR" dirty="0"/>
              <a:t> patterns.</a:t>
            </a:r>
          </a:p>
        </p:txBody>
      </p:sp>
      <p:sp>
        <p:nvSpPr>
          <p:cNvPr id="3" name="Espace réservé du numéro de diapositive 2">
            <a:extLst>
              <a:ext uri="{FF2B5EF4-FFF2-40B4-BE49-F238E27FC236}">
                <a16:creationId xmlns:a16="http://schemas.microsoft.com/office/drawing/2014/main" id="{7A3798A1-3AE4-0D7F-BC25-19097B14B57D}"/>
              </a:ext>
            </a:extLst>
          </p:cNvPr>
          <p:cNvSpPr>
            <a:spLocks noGrp="1"/>
          </p:cNvSpPr>
          <p:nvPr>
            <p:ph type="sldNum" sz="quarter" idx="12"/>
          </p:nvPr>
        </p:nvSpPr>
        <p:spPr/>
        <p:txBody>
          <a:bodyPr/>
          <a:lstStyle/>
          <a:p>
            <a:fld id="{5149A38E-4A7C-4C86-B631-64CD0F93C451}" type="slidenum">
              <a:rPr lang="fr-FR" smtClean="0"/>
              <a:t>45</a:t>
            </a:fld>
            <a:endParaRPr lang="fr-FR"/>
          </a:p>
        </p:txBody>
      </p:sp>
      <p:grpSp>
        <p:nvGrpSpPr>
          <p:cNvPr id="8" name="Groupe 7">
            <a:extLst>
              <a:ext uri="{FF2B5EF4-FFF2-40B4-BE49-F238E27FC236}">
                <a16:creationId xmlns:a16="http://schemas.microsoft.com/office/drawing/2014/main" id="{17169167-6D44-BB98-4D2E-4117B0248AC3}"/>
              </a:ext>
            </a:extLst>
          </p:cNvPr>
          <p:cNvGrpSpPr/>
          <p:nvPr/>
        </p:nvGrpSpPr>
        <p:grpSpPr>
          <a:xfrm>
            <a:off x="6201420" y="3100650"/>
            <a:ext cx="5216652" cy="3100803"/>
            <a:chOff x="6201420" y="3100650"/>
            <a:chExt cx="5216652" cy="3100803"/>
          </a:xfrm>
        </p:grpSpPr>
        <p:pic>
          <p:nvPicPr>
            <p:cNvPr id="9" name="Image 8">
              <a:extLst>
                <a:ext uri="{FF2B5EF4-FFF2-40B4-BE49-F238E27FC236}">
                  <a16:creationId xmlns:a16="http://schemas.microsoft.com/office/drawing/2014/main" id="{A2C9502B-CC31-24D3-7A68-FA528AB02F31}"/>
                </a:ext>
              </a:extLst>
            </p:cNvPr>
            <p:cNvPicPr>
              <a:picLocks noChangeAspect="1"/>
            </p:cNvPicPr>
            <p:nvPr/>
          </p:nvPicPr>
          <p:blipFill>
            <a:blip r:embed="rId2"/>
            <a:stretch>
              <a:fillRect/>
            </a:stretch>
          </p:blipFill>
          <p:spPr>
            <a:xfrm>
              <a:off x="6201420" y="4777671"/>
              <a:ext cx="5160302" cy="1423782"/>
            </a:xfrm>
            <a:prstGeom prst="rect">
              <a:avLst/>
            </a:prstGeom>
          </p:spPr>
        </p:pic>
        <p:pic>
          <p:nvPicPr>
            <p:cNvPr id="10" name="Image 9">
              <a:extLst>
                <a:ext uri="{FF2B5EF4-FFF2-40B4-BE49-F238E27FC236}">
                  <a16:creationId xmlns:a16="http://schemas.microsoft.com/office/drawing/2014/main" id="{8407D2F3-5600-C7E5-360E-2662E2647BCB}"/>
                </a:ext>
              </a:extLst>
            </p:cNvPr>
            <p:cNvPicPr>
              <a:picLocks noChangeAspect="1"/>
            </p:cNvPicPr>
            <p:nvPr/>
          </p:nvPicPr>
          <p:blipFill>
            <a:blip r:embed="rId3"/>
            <a:stretch>
              <a:fillRect/>
            </a:stretch>
          </p:blipFill>
          <p:spPr>
            <a:xfrm>
              <a:off x="6218714" y="3100650"/>
              <a:ext cx="5199358" cy="1434557"/>
            </a:xfrm>
            <a:prstGeom prst="rect">
              <a:avLst/>
            </a:prstGeom>
          </p:spPr>
        </p:pic>
      </p:grpSp>
      <p:pic>
        <p:nvPicPr>
          <p:cNvPr id="16" name="Espace réservé du contenu 15">
            <a:extLst>
              <a:ext uri="{FF2B5EF4-FFF2-40B4-BE49-F238E27FC236}">
                <a16:creationId xmlns:a16="http://schemas.microsoft.com/office/drawing/2014/main" id="{45D80107-B3AE-E311-0949-30D8F28B770A}"/>
              </a:ext>
            </a:extLst>
          </p:cNvPr>
          <p:cNvPicPr>
            <a:picLocks noGrp="1" noChangeAspect="1"/>
          </p:cNvPicPr>
          <p:nvPr>
            <p:ph sz="half" idx="1"/>
          </p:nvPr>
        </p:nvPicPr>
        <p:blipFill>
          <a:blip r:embed="rId4"/>
          <a:stretch>
            <a:fillRect/>
          </a:stretch>
        </p:blipFill>
        <p:spPr>
          <a:xfrm>
            <a:off x="1195969" y="1825625"/>
            <a:ext cx="4466062" cy="4351338"/>
          </a:xfrm>
        </p:spPr>
      </p:pic>
    </p:spTree>
    <p:extLst>
      <p:ext uri="{BB962C8B-B14F-4D97-AF65-F5344CB8AC3E}">
        <p14:creationId xmlns:p14="http://schemas.microsoft.com/office/powerpoint/2010/main" val="18881084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Image 52">
            <a:extLst>
              <a:ext uri="{FF2B5EF4-FFF2-40B4-BE49-F238E27FC236}">
                <a16:creationId xmlns:a16="http://schemas.microsoft.com/office/drawing/2014/main" id="{308D9B90-4A22-4663-8528-EEC1BAB907B1}"/>
              </a:ext>
            </a:extLst>
          </p:cNvPr>
          <p:cNvPicPr>
            <a:picLocks noChangeAspect="1"/>
          </p:cNvPicPr>
          <p:nvPr/>
        </p:nvPicPr>
        <p:blipFill>
          <a:blip r:embed="rId2"/>
          <a:srcRect b="64095"/>
          <a:stretch/>
        </p:blipFill>
        <p:spPr>
          <a:xfrm>
            <a:off x="6224934" y="1912148"/>
            <a:ext cx="4819270" cy="826606"/>
          </a:xfrm>
          <a:prstGeom prst="rect">
            <a:avLst/>
          </a:prstGeom>
        </p:spPr>
      </p:pic>
      <p:pic>
        <p:nvPicPr>
          <p:cNvPr id="51" name="Image 50">
            <a:extLst>
              <a:ext uri="{FF2B5EF4-FFF2-40B4-BE49-F238E27FC236}">
                <a16:creationId xmlns:a16="http://schemas.microsoft.com/office/drawing/2014/main" id="{47FE501B-0ED2-5D5B-B18D-356A05884226}"/>
              </a:ext>
            </a:extLst>
          </p:cNvPr>
          <p:cNvPicPr>
            <a:picLocks noChangeAspect="1"/>
          </p:cNvPicPr>
          <p:nvPr/>
        </p:nvPicPr>
        <p:blipFill>
          <a:blip r:embed="rId2"/>
          <a:srcRect t="52186"/>
          <a:stretch/>
        </p:blipFill>
        <p:spPr>
          <a:xfrm>
            <a:off x="6278556" y="5136390"/>
            <a:ext cx="4663897" cy="1065287"/>
          </a:xfrm>
          <a:prstGeom prst="rect">
            <a:avLst/>
          </a:prstGeom>
        </p:spPr>
      </p:pic>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Encoding</a:t>
            </a:r>
            <a:r>
              <a:rPr lang="fr-FR" dirty="0"/>
              <a:t> to CA3</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39" name="ZoneTexte 38">
            <a:extLst>
              <a:ext uri="{FF2B5EF4-FFF2-40B4-BE49-F238E27FC236}">
                <a16:creationId xmlns:a16="http://schemas.microsoft.com/office/drawing/2014/main" id="{F8AB3AB6-CBFC-9DB9-8E18-43D9E293CC0A}"/>
              </a:ext>
            </a:extLst>
          </p:cNvPr>
          <p:cNvSpPr txBox="1"/>
          <p:nvPr/>
        </p:nvSpPr>
        <p:spPr>
          <a:xfrm>
            <a:off x="11074717" y="2208090"/>
            <a:ext cx="558166" cy="369332"/>
          </a:xfrm>
          <a:prstGeom prst="rect">
            <a:avLst/>
          </a:prstGeom>
          <a:noFill/>
        </p:spPr>
        <p:txBody>
          <a:bodyPr wrap="none" rtlCol="0">
            <a:spAutoFit/>
          </a:bodyPr>
          <a:lstStyle/>
          <a:p>
            <a:r>
              <a:rPr lang="fr-FR" dirty="0"/>
              <a:t>CA3</a:t>
            </a:r>
          </a:p>
        </p:txBody>
      </p:sp>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03EB0F85-20F9-FD48-C78A-6FDA4C7366A9}"/>
                  </a:ext>
                </a:extLst>
              </p:cNvPr>
              <p:cNvSpPr txBox="1"/>
              <p:nvPr/>
            </p:nvSpPr>
            <p:spPr>
              <a:xfrm>
                <a:off x="6457816" y="3803996"/>
                <a:ext cx="604588" cy="4412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i="1">
                              <a:latin typeface="Cambria Math" panose="02040503050406030204" pitchFamily="18" charset="0"/>
                            </a:rPr>
                          </m:ctrlPr>
                        </m:sSubSupPr>
                        <m:e>
                          <m:r>
                            <a:rPr lang="fr-FR" b="1" i="1">
                              <a:latin typeface="Cambria Math" panose="02040503050406030204" pitchFamily="18" charset="0"/>
                            </a:rPr>
                            <m:t>𝒛</m:t>
                          </m:r>
                        </m:e>
                        <m:sub>
                          <m:r>
                            <a:rPr lang="fr-FR" i="1">
                              <a:latin typeface="Cambria Math" panose="02040503050406030204" pitchFamily="18" charset="0"/>
                            </a:rPr>
                            <m:t>𝐸𝐶</m:t>
                          </m:r>
                        </m:sub>
                        <m:sup>
                          <m:r>
                            <a:rPr lang="fr-FR" i="1">
                              <a:latin typeface="Cambria Math" panose="02040503050406030204" pitchFamily="18" charset="0"/>
                            </a:rPr>
                            <m:t>(1)</m:t>
                          </m:r>
                        </m:sup>
                      </m:sSubSup>
                    </m:oMath>
                  </m:oMathPara>
                </a14:m>
                <a:endParaRPr lang="fr-FR" dirty="0"/>
              </a:p>
            </p:txBody>
          </p:sp>
        </mc:Choice>
        <mc:Fallback xmlns="">
          <p:sp>
            <p:nvSpPr>
              <p:cNvPr id="41" name="ZoneTexte 40">
                <a:extLst>
                  <a:ext uri="{FF2B5EF4-FFF2-40B4-BE49-F238E27FC236}">
                    <a16:creationId xmlns:a16="http://schemas.microsoft.com/office/drawing/2014/main" id="{03EB0F85-20F9-FD48-C78A-6FDA4C7366A9}"/>
                  </a:ext>
                </a:extLst>
              </p:cNvPr>
              <p:cNvSpPr txBox="1">
                <a:spLocks noRot="1" noChangeAspect="1" noMove="1" noResize="1" noEditPoints="1" noAdjustHandles="1" noChangeArrowheads="1" noChangeShapeType="1" noTextEdit="1"/>
              </p:cNvSpPr>
              <p:nvPr/>
            </p:nvSpPr>
            <p:spPr>
              <a:xfrm>
                <a:off x="6457816" y="3803996"/>
                <a:ext cx="604588" cy="441211"/>
              </a:xfrm>
              <a:prstGeom prst="rect">
                <a:avLst/>
              </a:prstGeom>
              <a:blipFill>
                <a:blip r:embed="rId3"/>
                <a:stretch>
                  <a:fillRect b="-277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72361DD9-8AB0-CFFD-9376-2347B68AA88E}"/>
                  </a:ext>
                </a:extLst>
              </p:cNvPr>
              <p:cNvSpPr txBox="1"/>
              <p:nvPr/>
            </p:nvSpPr>
            <p:spPr>
              <a:xfrm>
                <a:off x="7696014" y="3803996"/>
                <a:ext cx="604588" cy="4412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i="1">
                              <a:latin typeface="Cambria Math" panose="02040503050406030204" pitchFamily="18" charset="0"/>
                            </a:rPr>
                          </m:ctrlPr>
                        </m:sSubSupPr>
                        <m:e>
                          <m:r>
                            <a:rPr lang="fr-FR" b="1" i="1">
                              <a:latin typeface="Cambria Math" panose="02040503050406030204" pitchFamily="18" charset="0"/>
                            </a:rPr>
                            <m:t>𝒛</m:t>
                          </m:r>
                        </m:e>
                        <m:sub>
                          <m:r>
                            <a:rPr lang="fr-FR" i="1">
                              <a:latin typeface="Cambria Math" panose="02040503050406030204" pitchFamily="18" charset="0"/>
                            </a:rPr>
                            <m:t>𝐸𝐶</m:t>
                          </m:r>
                        </m:sub>
                        <m:sup>
                          <m:r>
                            <a:rPr lang="fr-FR" i="1">
                              <a:latin typeface="Cambria Math" panose="02040503050406030204" pitchFamily="18" charset="0"/>
                            </a:rPr>
                            <m:t>(2)</m:t>
                          </m:r>
                        </m:sup>
                      </m:sSubSup>
                    </m:oMath>
                  </m:oMathPara>
                </a14:m>
                <a:endParaRPr lang="fr-FR" dirty="0"/>
              </a:p>
            </p:txBody>
          </p:sp>
        </mc:Choice>
        <mc:Fallback xmlns="">
          <p:sp>
            <p:nvSpPr>
              <p:cNvPr id="42" name="ZoneTexte 41">
                <a:extLst>
                  <a:ext uri="{FF2B5EF4-FFF2-40B4-BE49-F238E27FC236}">
                    <a16:creationId xmlns:a16="http://schemas.microsoft.com/office/drawing/2014/main" id="{72361DD9-8AB0-CFFD-9376-2347B68AA88E}"/>
                  </a:ext>
                </a:extLst>
              </p:cNvPr>
              <p:cNvSpPr txBox="1">
                <a:spLocks noRot="1" noChangeAspect="1" noMove="1" noResize="1" noEditPoints="1" noAdjustHandles="1" noChangeArrowheads="1" noChangeShapeType="1" noTextEdit="1"/>
              </p:cNvSpPr>
              <p:nvPr/>
            </p:nvSpPr>
            <p:spPr>
              <a:xfrm>
                <a:off x="7696014" y="3803996"/>
                <a:ext cx="604588" cy="441211"/>
              </a:xfrm>
              <a:prstGeom prst="rect">
                <a:avLst/>
              </a:prstGeom>
              <a:blipFill>
                <a:blip r:embed="rId4"/>
                <a:stretch>
                  <a:fillRect b="-2778"/>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8AD56854-BE48-BCF7-3D88-7545FC88A19D}"/>
                  </a:ext>
                </a:extLst>
              </p:cNvPr>
              <p:cNvSpPr txBox="1"/>
              <p:nvPr/>
            </p:nvSpPr>
            <p:spPr>
              <a:xfrm>
                <a:off x="8964952" y="3818119"/>
                <a:ext cx="604588" cy="4412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i="1">
                              <a:latin typeface="Cambria Math" panose="02040503050406030204" pitchFamily="18" charset="0"/>
                            </a:rPr>
                          </m:ctrlPr>
                        </m:sSubSupPr>
                        <m:e>
                          <m:r>
                            <a:rPr lang="fr-FR" b="1" i="1">
                              <a:latin typeface="Cambria Math" panose="02040503050406030204" pitchFamily="18" charset="0"/>
                            </a:rPr>
                            <m:t>𝒛</m:t>
                          </m:r>
                        </m:e>
                        <m:sub>
                          <m:r>
                            <a:rPr lang="fr-FR" i="1">
                              <a:latin typeface="Cambria Math" panose="02040503050406030204" pitchFamily="18" charset="0"/>
                            </a:rPr>
                            <m:t>𝐸𝐶</m:t>
                          </m:r>
                        </m:sub>
                        <m:sup>
                          <m:r>
                            <a:rPr lang="fr-FR" i="1">
                              <a:latin typeface="Cambria Math" panose="02040503050406030204" pitchFamily="18" charset="0"/>
                            </a:rPr>
                            <m:t>(3)</m:t>
                          </m:r>
                        </m:sup>
                      </m:sSubSup>
                    </m:oMath>
                  </m:oMathPara>
                </a14:m>
                <a:endParaRPr lang="fr-FR" dirty="0"/>
              </a:p>
            </p:txBody>
          </p:sp>
        </mc:Choice>
        <mc:Fallback xmlns="">
          <p:sp>
            <p:nvSpPr>
              <p:cNvPr id="43" name="ZoneTexte 42">
                <a:extLst>
                  <a:ext uri="{FF2B5EF4-FFF2-40B4-BE49-F238E27FC236}">
                    <a16:creationId xmlns:a16="http://schemas.microsoft.com/office/drawing/2014/main" id="{8AD56854-BE48-BCF7-3D88-7545FC88A19D}"/>
                  </a:ext>
                </a:extLst>
              </p:cNvPr>
              <p:cNvSpPr txBox="1">
                <a:spLocks noRot="1" noChangeAspect="1" noMove="1" noResize="1" noEditPoints="1" noAdjustHandles="1" noChangeArrowheads="1" noChangeShapeType="1" noTextEdit="1"/>
              </p:cNvSpPr>
              <p:nvPr/>
            </p:nvSpPr>
            <p:spPr>
              <a:xfrm>
                <a:off x="8964952" y="3818119"/>
                <a:ext cx="604588" cy="441211"/>
              </a:xfrm>
              <a:prstGeom prst="rect">
                <a:avLst/>
              </a:prstGeom>
              <a:blipFill>
                <a:blip r:embed="rId5"/>
                <a:stretch>
                  <a:fillRect b="-137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879FA111-094B-E405-AC75-76F88D4EE8E1}"/>
                  </a:ext>
                </a:extLst>
              </p:cNvPr>
              <p:cNvSpPr txBox="1"/>
              <p:nvPr/>
            </p:nvSpPr>
            <p:spPr>
              <a:xfrm>
                <a:off x="10098375" y="3799862"/>
                <a:ext cx="604588" cy="4412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Sup>
                        <m:sSubSupPr>
                          <m:ctrlPr>
                            <a:rPr lang="fr-FR" i="1">
                              <a:latin typeface="Cambria Math" panose="02040503050406030204" pitchFamily="18" charset="0"/>
                            </a:rPr>
                          </m:ctrlPr>
                        </m:sSubSupPr>
                        <m:e>
                          <m:r>
                            <a:rPr lang="fr-FR" b="1" i="1">
                              <a:latin typeface="Cambria Math" panose="02040503050406030204" pitchFamily="18" charset="0"/>
                            </a:rPr>
                            <m:t>𝒛</m:t>
                          </m:r>
                        </m:e>
                        <m:sub>
                          <m:r>
                            <a:rPr lang="fr-FR" i="1">
                              <a:latin typeface="Cambria Math" panose="02040503050406030204" pitchFamily="18" charset="0"/>
                            </a:rPr>
                            <m:t>𝐸𝐶</m:t>
                          </m:r>
                        </m:sub>
                        <m:sup>
                          <m:r>
                            <a:rPr lang="fr-FR" i="1">
                              <a:latin typeface="Cambria Math" panose="02040503050406030204" pitchFamily="18" charset="0"/>
                            </a:rPr>
                            <m:t>(4)</m:t>
                          </m:r>
                        </m:sup>
                      </m:sSubSup>
                    </m:oMath>
                  </m:oMathPara>
                </a14:m>
                <a:endParaRPr lang="fr-FR" dirty="0"/>
              </a:p>
            </p:txBody>
          </p:sp>
        </mc:Choice>
        <mc:Fallback xmlns="">
          <p:sp>
            <p:nvSpPr>
              <p:cNvPr id="44" name="ZoneTexte 43">
                <a:extLst>
                  <a:ext uri="{FF2B5EF4-FFF2-40B4-BE49-F238E27FC236}">
                    <a16:creationId xmlns:a16="http://schemas.microsoft.com/office/drawing/2014/main" id="{879FA111-094B-E405-AC75-76F88D4EE8E1}"/>
                  </a:ext>
                </a:extLst>
              </p:cNvPr>
              <p:cNvSpPr txBox="1">
                <a:spLocks noRot="1" noChangeAspect="1" noMove="1" noResize="1" noEditPoints="1" noAdjustHandles="1" noChangeArrowheads="1" noChangeShapeType="1" noTextEdit="1"/>
              </p:cNvSpPr>
              <p:nvPr/>
            </p:nvSpPr>
            <p:spPr>
              <a:xfrm>
                <a:off x="10098375" y="3799862"/>
                <a:ext cx="604588" cy="441211"/>
              </a:xfrm>
              <a:prstGeom prst="rect">
                <a:avLst/>
              </a:prstGeom>
              <a:blipFill>
                <a:blip r:embed="rId6"/>
                <a:stretch>
                  <a:fillRect b="-1370"/>
                </a:stretch>
              </a:blipFill>
            </p:spPr>
            <p:txBody>
              <a:bodyPr/>
              <a:lstStyle/>
              <a:p>
                <a:r>
                  <a:rPr lang="fr-FR">
                    <a:noFill/>
                  </a:rPr>
                  <a:t> </a:t>
                </a:r>
              </a:p>
            </p:txBody>
          </p:sp>
        </mc:Fallback>
      </mc:AlternateContent>
      <p:sp>
        <p:nvSpPr>
          <p:cNvPr id="45" name="ZoneTexte 44">
            <a:extLst>
              <a:ext uri="{FF2B5EF4-FFF2-40B4-BE49-F238E27FC236}">
                <a16:creationId xmlns:a16="http://schemas.microsoft.com/office/drawing/2014/main" id="{A3515EFB-839A-C59C-6392-4529056584E8}"/>
              </a:ext>
            </a:extLst>
          </p:cNvPr>
          <p:cNvSpPr txBox="1"/>
          <p:nvPr/>
        </p:nvSpPr>
        <p:spPr>
          <a:xfrm>
            <a:off x="11148552" y="3872054"/>
            <a:ext cx="417615" cy="369332"/>
          </a:xfrm>
          <a:prstGeom prst="rect">
            <a:avLst/>
          </a:prstGeom>
          <a:noFill/>
        </p:spPr>
        <p:txBody>
          <a:bodyPr wrap="none" rtlCol="0">
            <a:spAutoFit/>
          </a:bodyPr>
          <a:lstStyle/>
          <a:p>
            <a:r>
              <a:rPr lang="fr-FR" dirty="0"/>
              <a:t>EC</a:t>
            </a:r>
          </a:p>
        </p:txBody>
      </p:sp>
      <p:cxnSp>
        <p:nvCxnSpPr>
          <p:cNvPr id="47" name="Connecteur droit avec flèche 46">
            <a:extLst>
              <a:ext uri="{FF2B5EF4-FFF2-40B4-BE49-F238E27FC236}">
                <a16:creationId xmlns:a16="http://schemas.microsoft.com/office/drawing/2014/main" id="{E8336C96-B413-FBBB-28E4-81BB7B93D126}"/>
              </a:ext>
            </a:extLst>
          </p:cNvPr>
          <p:cNvCxnSpPr>
            <a:cxnSpLocks/>
            <a:endCxn id="41" idx="0"/>
          </p:cNvCxnSpPr>
          <p:nvPr/>
        </p:nvCxnSpPr>
        <p:spPr>
          <a:xfrm>
            <a:off x="6745320" y="2737097"/>
            <a:ext cx="14790" cy="1066899"/>
          </a:xfrm>
          <a:prstGeom prst="straightConnector1">
            <a:avLst/>
          </a:prstGeom>
          <a:ln>
            <a:solidFill>
              <a:schemeClr val="tx1"/>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DF42212E-5CEB-D4ED-ADA8-E8C4B79A475D}"/>
              </a:ext>
            </a:extLst>
          </p:cNvPr>
          <p:cNvCxnSpPr>
            <a:cxnSpLocks/>
            <a:endCxn id="42" idx="0"/>
          </p:cNvCxnSpPr>
          <p:nvPr/>
        </p:nvCxnSpPr>
        <p:spPr>
          <a:xfrm>
            <a:off x="7987087" y="2737097"/>
            <a:ext cx="11221" cy="1066899"/>
          </a:xfrm>
          <a:prstGeom prst="straightConnector1">
            <a:avLst/>
          </a:prstGeom>
          <a:ln>
            <a:solidFill>
              <a:schemeClr val="tx1"/>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A9DD3E63-3AD2-450E-D42D-8828C97C1BFA}"/>
              </a:ext>
            </a:extLst>
          </p:cNvPr>
          <p:cNvCxnSpPr>
            <a:cxnSpLocks/>
            <a:endCxn id="43" idx="0"/>
          </p:cNvCxnSpPr>
          <p:nvPr/>
        </p:nvCxnSpPr>
        <p:spPr>
          <a:xfrm>
            <a:off x="9256025" y="2737097"/>
            <a:ext cx="11221" cy="1081022"/>
          </a:xfrm>
          <a:prstGeom prst="straightConnector1">
            <a:avLst/>
          </a:prstGeom>
          <a:ln>
            <a:solidFill>
              <a:schemeClr val="tx1"/>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55FAF9BA-2704-7DF5-8B2B-BC77E48D96C1}"/>
              </a:ext>
            </a:extLst>
          </p:cNvPr>
          <p:cNvCxnSpPr>
            <a:cxnSpLocks/>
            <a:endCxn id="44" idx="0"/>
          </p:cNvCxnSpPr>
          <p:nvPr/>
        </p:nvCxnSpPr>
        <p:spPr>
          <a:xfrm>
            <a:off x="10389448" y="2737097"/>
            <a:ext cx="11221" cy="1062765"/>
          </a:xfrm>
          <a:prstGeom prst="straightConnector1">
            <a:avLst/>
          </a:prstGeom>
          <a:ln>
            <a:solidFill>
              <a:schemeClr val="tx1"/>
            </a:solidFill>
            <a:headEnd type="triangl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4" name="Connecteur droit avec flèche 53">
            <a:extLst>
              <a:ext uri="{FF2B5EF4-FFF2-40B4-BE49-F238E27FC236}">
                <a16:creationId xmlns:a16="http://schemas.microsoft.com/office/drawing/2014/main" id="{80EBD508-4252-C252-B50C-6487A721D20D}"/>
              </a:ext>
            </a:extLst>
          </p:cNvPr>
          <p:cNvCxnSpPr>
            <a:cxnSpLocks/>
            <a:endCxn id="41" idx="2"/>
          </p:cNvCxnSpPr>
          <p:nvPr/>
        </p:nvCxnSpPr>
        <p:spPr>
          <a:xfrm flipV="1">
            <a:off x="6745320" y="4245207"/>
            <a:ext cx="14790" cy="9158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eur droit avec flèche 54">
            <a:extLst>
              <a:ext uri="{FF2B5EF4-FFF2-40B4-BE49-F238E27FC236}">
                <a16:creationId xmlns:a16="http://schemas.microsoft.com/office/drawing/2014/main" id="{C883E264-06F3-693B-3663-C4F0ECF791E4}"/>
              </a:ext>
            </a:extLst>
          </p:cNvPr>
          <p:cNvCxnSpPr>
            <a:cxnSpLocks/>
            <a:endCxn id="42" idx="2"/>
          </p:cNvCxnSpPr>
          <p:nvPr/>
        </p:nvCxnSpPr>
        <p:spPr>
          <a:xfrm flipV="1">
            <a:off x="7998308" y="4245207"/>
            <a:ext cx="0" cy="91589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7" name="Connecteur droit avec flèche 56">
            <a:extLst>
              <a:ext uri="{FF2B5EF4-FFF2-40B4-BE49-F238E27FC236}">
                <a16:creationId xmlns:a16="http://schemas.microsoft.com/office/drawing/2014/main" id="{E0CBC15E-1B5E-D498-B9BF-48EDCCAC58AF}"/>
              </a:ext>
            </a:extLst>
          </p:cNvPr>
          <p:cNvCxnSpPr>
            <a:cxnSpLocks/>
            <a:endCxn id="43" idx="2"/>
          </p:cNvCxnSpPr>
          <p:nvPr/>
        </p:nvCxnSpPr>
        <p:spPr>
          <a:xfrm flipV="1">
            <a:off x="9267246" y="4259330"/>
            <a:ext cx="0" cy="90177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8" name="Connecteur droit avec flèche 57">
            <a:extLst>
              <a:ext uri="{FF2B5EF4-FFF2-40B4-BE49-F238E27FC236}">
                <a16:creationId xmlns:a16="http://schemas.microsoft.com/office/drawing/2014/main" id="{311D1C68-7445-69EB-07B7-F77EFC8662B7}"/>
              </a:ext>
            </a:extLst>
          </p:cNvPr>
          <p:cNvCxnSpPr>
            <a:cxnSpLocks/>
            <a:endCxn id="44" idx="2"/>
          </p:cNvCxnSpPr>
          <p:nvPr/>
        </p:nvCxnSpPr>
        <p:spPr>
          <a:xfrm flipV="1">
            <a:off x="10400669" y="4241073"/>
            <a:ext cx="0" cy="92003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2" name="ZoneTexte 91">
            <a:extLst>
              <a:ext uri="{FF2B5EF4-FFF2-40B4-BE49-F238E27FC236}">
                <a16:creationId xmlns:a16="http://schemas.microsoft.com/office/drawing/2014/main" id="{2DBD4F4F-D716-5C4F-1A46-85F5A6DE0871}"/>
              </a:ext>
            </a:extLst>
          </p:cNvPr>
          <p:cNvSpPr txBox="1"/>
          <p:nvPr/>
        </p:nvSpPr>
        <p:spPr>
          <a:xfrm>
            <a:off x="11067760" y="5518997"/>
            <a:ext cx="572080" cy="369332"/>
          </a:xfrm>
          <a:prstGeom prst="rect">
            <a:avLst/>
          </a:prstGeom>
          <a:noFill/>
        </p:spPr>
        <p:txBody>
          <a:bodyPr wrap="none" rtlCol="0">
            <a:spAutoFit/>
          </a:bodyPr>
          <a:lstStyle/>
          <a:p>
            <a:r>
              <a:rPr lang="fr-FR" dirty="0"/>
              <a:t>LGN</a:t>
            </a:r>
          </a:p>
        </p:txBody>
      </p:sp>
      <p:sp>
        <p:nvSpPr>
          <p:cNvPr id="95" name="ZoneTexte 94">
            <a:extLst>
              <a:ext uri="{FF2B5EF4-FFF2-40B4-BE49-F238E27FC236}">
                <a16:creationId xmlns:a16="http://schemas.microsoft.com/office/drawing/2014/main" id="{9AE3E1CB-D101-29F2-620F-4783012ADB89}"/>
              </a:ext>
            </a:extLst>
          </p:cNvPr>
          <p:cNvSpPr txBox="1"/>
          <p:nvPr/>
        </p:nvSpPr>
        <p:spPr>
          <a:xfrm>
            <a:off x="8091903" y="3124033"/>
            <a:ext cx="953787" cy="369332"/>
          </a:xfrm>
          <a:prstGeom prst="rect">
            <a:avLst/>
          </a:prstGeom>
          <a:noFill/>
        </p:spPr>
        <p:txBody>
          <a:bodyPr wrap="none" rtlCol="0">
            <a:spAutoFit/>
          </a:bodyPr>
          <a:lstStyle/>
          <a:p>
            <a:r>
              <a:rPr lang="fr-FR" dirty="0"/>
              <a:t>Encoder</a:t>
            </a:r>
          </a:p>
        </p:txBody>
      </p:sp>
      <p:sp>
        <p:nvSpPr>
          <p:cNvPr id="96" name="Rectangle 95">
            <a:extLst>
              <a:ext uri="{FF2B5EF4-FFF2-40B4-BE49-F238E27FC236}">
                <a16:creationId xmlns:a16="http://schemas.microsoft.com/office/drawing/2014/main" id="{3CA990E7-890B-03F0-45CB-A7572572A6D9}"/>
              </a:ext>
            </a:extLst>
          </p:cNvPr>
          <p:cNvSpPr/>
          <p:nvPr/>
        </p:nvSpPr>
        <p:spPr>
          <a:xfrm>
            <a:off x="1976278" y="2094146"/>
            <a:ext cx="1181143"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7" name="ZoneTexte 96">
            <a:extLst>
              <a:ext uri="{FF2B5EF4-FFF2-40B4-BE49-F238E27FC236}">
                <a16:creationId xmlns:a16="http://schemas.microsoft.com/office/drawing/2014/main" id="{C48EB836-6FBA-6FAB-EC55-C69A8BEF26A1}"/>
              </a:ext>
            </a:extLst>
          </p:cNvPr>
          <p:cNvSpPr txBox="1"/>
          <p:nvPr/>
        </p:nvSpPr>
        <p:spPr>
          <a:xfrm>
            <a:off x="1929690" y="4114484"/>
            <a:ext cx="1123706" cy="369332"/>
          </a:xfrm>
          <a:prstGeom prst="rect">
            <a:avLst/>
          </a:prstGeom>
          <a:noFill/>
        </p:spPr>
        <p:txBody>
          <a:bodyPr wrap="none" rtlCol="0">
            <a:spAutoFit/>
          </a:bodyPr>
          <a:lstStyle/>
          <a:p>
            <a:r>
              <a:rPr lang="fr-FR" dirty="0">
                <a:solidFill>
                  <a:srgbClr val="0070C0"/>
                </a:solidFill>
              </a:rPr>
              <a:t>2 Encoder</a:t>
            </a:r>
          </a:p>
        </p:txBody>
      </p:sp>
      <p:grpSp>
        <p:nvGrpSpPr>
          <p:cNvPr id="3" name="Groupe 2">
            <a:extLst>
              <a:ext uri="{FF2B5EF4-FFF2-40B4-BE49-F238E27FC236}">
                <a16:creationId xmlns:a16="http://schemas.microsoft.com/office/drawing/2014/main" id="{2347532D-CA32-5EB0-4876-649F4E962B8D}"/>
              </a:ext>
            </a:extLst>
          </p:cNvPr>
          <p:cNvGrpSpPr/>
          <p:nvPr/>
        </p:nvGrpSpPr>
        <p:grpSpPr>
          <a:xfrm>
            <a:off x="2380983" y="2208090"/>
            <a:ext cx="3374118" cy="3618927"/>
            <a:chOff x="2380983" y="2208090"/>
            <a:chExt cx="3374118" cy="3618927"/>
          </a:xfrm>
        </p:grpSpPr>
        <p:grpSp>
          <p:nvGrpSpPr>
            <p:cNvPr id="6" name="Groupe 5">
              <a:extLst>
                <a:ext uri="{FF2B5EF4-FFF2-40B4-BE49-F238E27FC236}">
                  <a16:creationId xmlns:a16="http://schemas.microsoft.com/office/drawing/2014/main" id="{4F614639-6CD4-5225-3948-E6A797FD46D2}"/>
                </a:ext>
              </a:extLst>
            </p:cNvPr>
            <p:cNvGrpSpPr/>
            <p:nvPr/>
          </p:nvGrpSpPr>
          <p:grpSpPr>
            <a:xfrm>
              <a:off x="2380983" y="2208090"/>
              <a:ext cx="2017735" cy="3588782"/>
              <a:chOff x="8748102" y="2384769"/>
              <a:chExt cx="2017735" cy="3588782"/>
            </a:xfrm>
          </p:grpSpPr>
          <p:grpSp>
            <p:nvGrpSpPr>
              <p:cNvPr id="20" name="Groupe 19">
                <a:extLst>
                  <a:ext uri="{FF2B5EF4-FFF2-40B4-BE49-F238E27FC236}">
                    <a16:creationId xmlns:a16="http://schemas.microsoft.com/office/drawing/2014/main" id="{70C87E14-B90A-7B4B-92D8-CFD8E25C6B20}"/>
                  </a:ext>
                </a:extLst>
              </p:cNvPr>
              <p:cNvGrpSpPr/>
              <p:nvPr/>
            </p:nvGrpSpPr>
            <p:grpSpPr>
              <a:xfrm>
                <a:off x="8748102" y="2384769"/>
                <a:ext cx="2017735" cy="3588782"/>
                <a:chOff x="2943959" y="2266950"/>
                <a:chExt cx="2017735" cy="3588782"/>
              </a:xfrm>
            </p:grpSpPr>
            <p:grpSp>
              <p:nvGrpSpPr>
                <p:cNvPr id="22" name="Groupe 21">
                  <a:extLst>
                    <a:ext uri="{FF2B5EF4-FFF2-40B4-BE49-F238E27FC236}">
                      <a16:creationId xmlns:a16="http://schemas.microsoft.com/office/drawing/2014/main" id="{5178834A-A58D-A8CE-4504-6D40BD5C9F7C}"/>
                    </a:ext>
                  </a:extLst>
                </p:cNvPr>
                <p:cNvGrpSpPr/>
                <p:nvPr/>
              </p:nvGrpSpPr>
              <p:grpSpPr>
                <a:xfrm>
                  <a:off x="2943959" y="2426625"/>
                  <a:ext cx="2017735" cy="3429107"/>
                  <a:chOff x="2943959" y="2426625"/>
                  <a:chExt cx="2017735" cy="3429107"/>
                </a:xfrm>
              </p:grpSpPr>
              <p:sp>
                <p:nvSpPr>
                  <p:cNvPr id="25" name="ZoneTexte 24">
                    <a:extLst>
                      <a:ext uri="{FF2B5EF4-FFF2-40B4-BE49-F238E27FC236}">
                        <a16:creationId xmlns:a16="http://schemas.microsoft.com/office/drawing/2014/main" id="{19F961EA-71FA-66D9-B98E-337C81F486E8}"/>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26" name="ZoneTexte 25">
                    <a:extLst>
                      <a:ext uri="{FF2B5EF4-FFF2-40B4-BE49-F238E27FC236}">
                        <a16:creationId xmlns:a16="http://schemas.microsoft.com/office/drawing/2014/main" id="{473BF61C-5F3B-C620-B34E-5B3A6473295A}"/>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27" name="ZoneTexte 26">
                    <a:extLst>
                      <a:ext uri="{FF2B5EF4-FFF2-40B4-BE49-F238E27FC236}">
                        <a16:creationId xmlns:a16="http://schemas.microsoft.com/office/drawing/2014/main" id="{CF4EC669-DA79-AD2B-D49E-A44A8F9D1E15}"/>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28" name="ZoneTexte 27">
                    <a:extLst>
                      <a:ext uri="{FF2B5EF4-FFF2-40B4-BE49-F238E27FC236}">
                        <a16:creationId xmlns:a16="http://schemas.microsoft.com/office/drawing/2014/main" id="{79F1534B-8647-9502-F893-AEB08B6D2D2E}"/>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29" name="ZoneTexte 28">
                    <a:extLst>
                      <a:ext uri="{FF2B5EF4-FFF2-40B4-BE49-F238E27FC236}">
                        <a16:creationId xmlns:a16="http://schemas.microsoft.com/office/drawing/2014/main" id="{BE275DB5-16AE-FC92-57C9-DE75C6C84C88}"/>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30" name="ZoneTexte 29">
                    <a:extLst>
                      <a:ext uri="{FF2B5EF4-FFF2-40B4-BE49-F238E27FC236}">
                        <a16:creationId xmlns:a16="http://schemas.microsoft.com/office/drawing/2014/main" id="{36F4D709-870B-EAB9-3C58-E418038B3A63}"/>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31" name="Connecteur droit avec flèche 30">
                    <a:extLst>
                      <a:ext uri="{FF2B5EF4-FFF2-40B4-BE49-F238E27FC236}">
                        <a16:creationId xmlns:a16="http://schemas.microsoft.com/office/drawing/2014/main" id="{B100F00A-0DC9-10E6-A242-83C37BE933D6}"/>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2E76B2C7-6B3F-C780-BCBB-DD4BF8047EC2}"/>
                      </a:ext>
                    </a:extLst>
                  </p:cNvPr>
                  <p:cNvCxnSpPr>
                    <a:cxnSpLocks/>
                    <a:endCxn id="2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3" name="Connecteur droit avec flèche 32">
                    <a:extLst>
                      <a:ext uri="{FF2B5EF4-FFF2-40B4-BE49-F238E27FC236}">
                        <a16:creationId xmlns:a16="http://schemas.microsoft.com/office/drawing/2014/main" id="{945CBB20-7ECE-5CD0-1E49-DAE1B976F49F}"/>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4" name="Connecteur droit avec flèche 33">
                    <a:extLst>
                      <a:ext uri="{FF2B5EF4-FFF2-40B4-BE49-F238E27FC236}">
                        <a16:creationId xmlns:a16="http://schemas.microsoft.com/office/drawing/2014/main" id="{6E51D598-3327-FBEB-9C2D-7F0EFF4C1409}"/>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5" name="Connecteur droit avec flèche 34">
                    <a:extLst>
                      <a:ext uri="{FF2B5EF4-FFF2-40B4-BE49-F238E27FC236}">
                        <a16:creationId xmlns:a16="http://schemas.microsoft.com/office/drawing/2014/main" id="{42DA7A76-DE06-86DD-7D44-E351E4483B53}"/>
                      </a:ext>
                    </a:extLst>
                  </p:cNvPr>
                  <p:cNvCxnSpPr>
                    <a:cxnSpLocks/>
                    <a:stCxn id="27" idx="1"/>
                    <a:endCxn id="2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6" name="Connecteur droit avec flèche 35">
                    <a:extLst>
                      <a:ext uri="{FF2B5EF4-FFF2-40B4-BE49-F238E27FC236}">
                        <a16:creationId xmlns:a16="http://schemas.microsoft.com/office/drawing/2014/main" id="{94FE326D-649B-6315-BC22-3EFD59607AEC}"/>
                      </a:ext>
                    </a:extLst>
                  </p:cNvPr>
                  <p:cNvCxnSpPr>
                    <a:cxnSpLocks/>
                    <a:stCxn id="28" idx="0"/>
                    <a:endCxn id="2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7" name="Connecteur droit avec flèche 36">
                    <a:extLst>
                      <a:ext uri="{FF2B5EF4-FFF2-40B4-BE49-F238E27FC236}">
                        <a16:creationId xmlns:a16="http://schemas.microsoft.com/office/drawing/2014/main" id="{AD509CCE-9DB5-43BE-F1F2-5F3EECB80708}"/>
                      </a:ext>
                    </a:extLst>
                  </p:cNvPr>
                  <p:cNvCxnSpPr>
                    <a:cxnSpLocks/>
                    <a:stCxn id="29" idx="3"/>
                    <a:endCxn id="3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8" name="Connecteur droit avec flèche 37">
                    <a:extLst>
                      <a:ext uri="{FF2B5EF4-FFF2-40B4-BE49-F238E27FC236}">
                        <a16:creationId xmlns:a16="http://schemas.microsoft.com/office/drawing/2014/main" id="{B8A582AC-29B4-75EB-7E78-6FDFA4CB31D6}"/>
                      </a:ext>
                    </a:extLst>
                  </p:cNvPr>
                  <p:cNvCxnSpPr>
                    <a:cxnSpLocks/>
                    <a:stCxn id="30" idx="2"/>
                    <a:endCxn id="2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49" name="Connecteur droit avec flèche 48">
                    <a:extLst>
                      <a:ext uri="{FF2B5EF4-FFF2-40B4-BE49-F238E27FC236}">
                        <a16:creationId xmlns:a16="http://schemas.microsoft.com/office/drawing/2014/main" id="{228E94EC-561D-97F2-B766-BE58082AA06E}"/>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23" name="Connecteur droit 22">
                  <a:extLst>
                    <a:ext uri="{FF2B5EF4-FFF2-40B4-BE49-F238E27FC236}">
                      <a16:creationId xmlns:a16="http://schemas.microsoft.com/office/drawing/2014/main" id="{FCD0EAF8-81E2-570B-B47C-A362E1789C31}"/>
                    </a:ext>
                  </a:extLst>
                </p:cNvPr>
                <p:cNvCxnSpPr>
                  <a:cxnSpLocks/>
                </p:cNvCxnSpPr>
                <p:nvPr/>
              </p:nvCxnSpPr>
              <p:spPr>
                <a:xfrm flipV="1">
                  <a:off x="3836404"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 name="Connecteur : en angle 23">
                  <a:extLst>
                    <a:ext uri="{FF2B5EF4-FFF2-40B4-BE49-F238E27FC236}">
                      <a16:creationId xmlns:a16="http://schemas.microsoft.com/office/drawing/2014/main" id="{2EBE2ADE-5738-2D02-839A-56033302C094}"/>
                    </a:ext>
                  </a:extLst>
                </p:cNvPr>
                <p:cNvCxnSpPr>
                  <a:cxnSpLocks/>
                </p:cNvCxnSpPr>
                <p:nvPr/>
              </p:nvCxnSpPr>
              <p:spPr>
                <a:xfrm>
                  <a:off x="3836404" y="226695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21" name="Connecteur droit avec flèche 20">
                <a:extLst>
                  <a:ext uri="{FF2B5EF4-FFF2-40B4-BE49-F238E27FC236}">
                    <a16:creationId xmlns:a16="http://schemas.microsoft.com/office/drawing/2014/main" id="{0CD7EEC5-FE34-2753-4E64-E80453DF0E1D}"/>
                  </a:ext>
                </a:extLst>
              </p:cNvPr>
              <p:cNvCxnSpPr>
                <a:cxnSpLocks/>
                <a:stCxn id="27" idx="0"/>
                <a:endCxn id="2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12" name="Connecteur droit 11">
              <a:extLst>
                <a:ext uri="{FF2B5EF4-FFF2-40B4-BE49-F238E27FC236}">
                  <a16:creationId xmlns:a16="http://schemas.microsoft.com/office/drawing/2014/main" id="{2C7A5B45-D97F-3F87-00DE-92AD8D57E165}"/>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ZoneTexte 12">
              <a:extLst>
                <a:ext uri="{FF2B5EF4-FFF2-40B4-BE49-F238E27FC236}">
                  <a16:creationId xmlns:a16="http://schemas.microsoft.com/office/drawing/2014/main" id="{A3DFAF23-4817-AE6B-29B2-2A1AE9439A90}"/>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15" name="Connecteur droit 14">
              <a:extLst>
                <a:ext uri="{FF2B5EF4-FFF2-40B4-BE49-F238E27FC236}">
                  <a16:creationId xmlns:a16="http://schemas.microsoft.com/office/drawing/2014/main" id="{1DF4293D-83FA-6F40-E1B1-C5A584E0420D}"/>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ZoneTexte 17">
              <a:extLst>
                <a:ext uri="{FF2B5EF4-FFF2-40B4-BE49-F238E27FC236}">
                  <a16:creationId xmlns:a16="http://schemas.microsoft.com/office/drawing/2014/main" id="{949A2A23-1DDD-7449-51E2-0DE1C89E46AA}"/>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9" name="Connecteur droit 18">
              <a:extLst>
                <a:ext uri="{FF2B5EF4-FFF2-40B4-BE49-F238E27FC236}">
                  <a16:creationId xmlns:a16="http://schemas.microsoft.com/office/drawing/2014/main" id="{8014C1DE-CC83-FB96-5F7D-9C6AE2799E52}"/>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50" name="Espace réservé du numéro de diapositive 49">
            <a:extLst>
              <a:ext uri="{FF2B5EF4-FFF2-40B4-BE49-F238E27FC236}">
                <a16:creationId xmlns:a16="http://schemas.microsoft.com/office/drawing/2014/main" id="{B698C5DB-06E8-8549-D0C1-33C41418538E}"/>
              </a:ext>
            </a:extLst>
          </p:cNvPr>
          <p:cNvSpPr>
            <a:spLocks noGrp="1"/>
          </p:cNvSpPr>
          <p:nvPr>
            <p:ph type="sldNum" sz="quarter" idx="12"/>
          </p:nvPr>
        </p:nvSpPr>
        <p:spPr/>
        <p:txBody>
          <a:bodyPr/>
          <a:lstStyle/>
          <a:p>
            <a:fld id="{5149A38E-4A7C-4C86-B631-64CD0F93C451}" type="slidenum">
              <a:rPr lang="fr-FR" smtClean="0"/>
              <a:t>46</a:t>
            </a:fld>
            <a:endParaRPr lang="fr-FR"/>
          </a:p>
        </p:txBody>
      </p:sp>
    </p:spTree>
    <p:extLst>
      <p:ext uri="{BB962C8B-B14F-4D97-AF65-F5344CB8AC3E}">
        <p14:creationId xmlns:p14="http://schemas.microsoft.com/office/powerpoint/2010/main" val="42623583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17">
            <a:extLst>
              <a:ext uri="{FF2B5EF4-FFF2-40B4-BE49-F238E27FC236}">
                <a16:creationId xmlns:a16="http://schemas.microsoft.com/office/drawing/2014/main" id="{BBE2C938-9F35-C4A4-E6F4-39D86BEEDD04}"/>
              </a:ext>
            </a:extLst>
          </p:cNvPr>
          <p:cNvPicPr>
            <a:picLocks noChangeAspect="1"/>
          </p:cNvPicPr>
          <p:nvPr/>
        </p:nvPicPr>
        <p:blipFill>
          <a:blip r:embed="rId3"/>
          <a:srcRect b="64095"/>
          <a:stretch/>
        </p:blipFill>
        <p:spPr>
          <a:xfrm>
            <a:off x="6224934" y="1912148"/>
            <a:ext cx="4819270" cy="826606"/>
          </a:xfrm>
          <a:prstGeom prst="rect">
            <a:avLst/>
          </a:prstGeom>
        </p:spPr>
      </p:pic>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Decoding</a:t>
            </a:r>
            <a:r>
              <a:rPr lang="fr-FR" dirty="0"/>
              <a:t> back to EC</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grpSp>
        <p:nvGrpSpPr>
          <p:cNvPr id="15" name="Groupe 14">
            <a:extLst>
              <a:ext uri="{FF2B5EF4-FFF2-40B4-BE49-F238E27FC236}">
                <a16:creationId xmlns:a16="http://schemas.microsoft.com/office/drawing/2014/main" id="{634E3E86-58BB-2014-50DE-BCE910802E62}"/>
              </a:ext>
            </a:extLst>
          </p:cNvPr>
          <p:cNvGrpSpPr/>
          <p:nvPr/>
        </p:nvGrpSpPr>
        <p:grpSpPr>
          <a:xfrm>
            <a:off x="2380983" y="2094146"/>
            <a:ext cx="3374118" cy="3732871"/>
            <a:chOff x="2380983" y="2094146"/>
            <a:chExt cx="3374118" cy="3732871"/>
          </a:xfrm>
        </p:grpSpPr>
        <p:sp>
          <p:nvSpPr>
            <p:cNvPr id="3" name="Rectangle 2">
              <a:extLst>
                <a:ext uri="{FF2B5EF4-FFF2-40B4-BE49-F238E27FC236}">
                  <a16:creationId xmlns:a16="http://schemas.microsoft.com/office/drawing/2014/main" id="{BE1173F9-8505-E5C0-6846-828C40AA7784}"/>
                </a:ext>
              </a:extLst>
            </p:cNvPr>
            <p:cNvSpPr/>
            <p:nvPr/>
          </p:nvSpPr>
          <p:spPr>
            <a:xfrm>
              <a:off x="3563566" y="2094146"/>
              <a:ext cx="1299292"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4" name="Groupe 13">
              <a:extLst>
                <a:ext uri="{FF2B5EF4-FFF2-40B4-BE49-F238E27FC236}">
                  <a16:creationId xmlns:a16="http://schemas.microsoft.com/office/drawing/2014/main" id="{3CCF3462-8E08-FD8D-E115-AC53B5C249C8}"/>
                </a:ext>
              </a:extLst>
            </p:cNvPr>
            <p:cNvGrpSpPr/>
            <p:nvPr/>
          </p:nvGrpSpPr>
          <p:grpSpPr>
            <a:xfrm>
              <a:off x="2380983" y="2367765"/>
              <a:ext cx="3374118" cy="3459252"/>
              <a:chOff x="2380983" y="2367765"/>
              <a:chExt cx="3374118" cy="3459252"/>
            </a:xfrm>
          </p:grpSpPr>
          <p:grpSp>
            <p:nvGrpSpPr>
              <p:cNvPr id="69" name="Groupe 68">
                <a:extLst>
                  <a:ext uri="{FF2B5EF4-FFF2-40B4-BE49-F238E27FC236}">
                    <a16:creationId xmlns:a16="http://schemas.microsoft.com/office/drawing/2014/main" id="{8815DBDD-5AA7-06EB-75CC-5260C6ED5706}"/>
                  </a:ext>
                </a:extLst>
              </p:cNvPr>
              <p:cNvGrpSpPr/>
              <p:nvPr/>
            </p:nvGrpSpPr>
            <p:grpSpPr>
              <a:xfrm>
                <a:off x="2380983" y="2367765"/>
                <a:ext cx="2017735" cy="3429107"/>
                <a:chOff x="8748102" y="2544444"/>
                <a:chExt cx="2017735" cy="3429107"/>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8748102" y="2544444"/>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7" name="Connecteur droit 6">
                <a:extLst>
                  <a:ext uri="{FF2B5EF4-FFF2-40B4-BE49-F238E27FC236}">
                    <a16:creationId xmlns:a16="http://schemas.microsoft.com/office/drawing/2014/main" id="{9BD5FCFE-F4FE-005E-1FAE-EF513B2EC289}"/>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F825E8D6-8719-AC2D-97A9-0E0F0220B26B}"/>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9" name="Connecteur droit 8">
                <a:extLst>
                  <a:ext uri="{FF2B5EF4-FFF2-40B4-BE49-F238E27FC236}">
                    <a16:creationId xmlns:a16="http://schemas.microsoft.com/office/drawing/2014/main" id="{2D107BE1-8721-318E-E387-5CCE3CC7CED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0BC87CCB-061D-1EC2-D5F0-DB75AAAC2134}"/>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1" name="Connecteur droit 10">
                <a:extLst>
                  <a:ext uri="{FF2B5EF4-FFF2-40B4-BE49-F238E27FC236}">
                    <a16:creationId xmlns:a16="http://schemas.microsoft.com/office/drawing/2014/main" id="{86E34551-36A8-C0F3-22AE-D6702DD536F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grpSp>
      <p:sp>
        <p:nvSpPr>
          <p:cNvPr id="12" name="ZoneTexte 11">
            <a:extLst>
              <a:ext uri="{FF2B5EF4-FFF2-40B4-BE49-F238E27FC236}">
                <a16:creationId xmlns:a16="http://schemas.microsoft.com/office/drawing/2014/main" id="{96A9DA58-E6D1-32FE-B812-03379D21C398}"/>
              </a:ext>
            </a:extLst>
          </p:cNvPr>
          <p:cNvSpPr txBox="1"/>
          <p:nvPr/>
        </p:nvSpPr>
        <p:spPr>
          <a:xfrm>
            <a:off x="3619657" y="4110897"/>
            <a:ext cx="1147750" cy="369332"/>
          </a:xfrm>
          <a:prstGeom prst="rect">
            <a:avLst/>
          </a:prstGeom>
          <a:noFill/>
        </p:spPr>
        <p:txBody>
          <a:bodyPr wrap="none" rtlCol="0">
            <a:spAutoFit/>
          </a:bodyPr>
          <a:lstStyle/>
          <a:p>
            <a:r>
              <a:rPr lang="fr-FR" dirty="0">
                <a:solidFill>
                  <a:srgbClr val="0070C0"/>
                </a:solidFill>
              </a:rPr>
              <a:t>5 </a:t>
            </a:r>
            <a:r>
              <a:rPr lang="fr-FR" dirty="0" err="1">
                <a:solidFill>
                  <a:srgbClr val="0070C0"/>
                </a:solidFill>
              </a:rPr>
              <a:t>Decoder</a:t>
            </a:r>
            <a:endParaRPr lang="fr-FR" dirty="0">
              <a:solidFill>
                <a:srgbClr val="0070C0"/>
              </a:solidFill>
            </a:endParaRPr>
          </a:p>
        </p:txBody>
      </p:sp>
      <p:cxnSp>
        <p:nvCxnSpPr>
          <p:cNvPr id="16" name="Connecteur droit 15">
            <a:extLst>
              <a:ext uri="{FF2B5EF4-FFF2-40B4-BE49-F238E27FC236}">
                <a16:creationId xmlns:a16="http://schemas.microsoft.com/office/drawing/2014/main" id="{18078DE4-C569-7588-3759-006B24642568}"/>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 name="Connecteur : en angle 16">
            <a:extLst>
              <a:ext uri="{FF2B5EF4-FFF2-40B4-BE49-F238E27FC236}">
                <a16:creationId xmlns:a16="http://schemas.microsoft.com/office/drawing/2014/main" id="{308F39DA-AAD0-168C-A95A-AEF8204B4357}"/>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F8AB3AB6-CBFC-9DB9-8E18-43D9E293CC0A}"/>
              </a:ext>
            </a:extLst>
          </p:cNvPr>
          <p:cNvSpPr txBox="1"/>
          <p:nvPr/>
        </p:nvSpPr>
        <p:spPr>
          <a:xfrm>
            <a:off x="11074717" y="2208090"/>
            <a:ext cx="558166" cy="369332"/>
          </a:xfrm>
          <a:prstGeom prst="rect">
            <a:avLst/>
          </a:prstGeom>
          <a:noFill/>
        </p:spPr>
        <p:txBody>
          <a:bodyPr wrap="none" rtlCol="0">
            <a:spAutoFit/>
          </a:bodyPr>
          <a:lstStyle/>
          <a:p>
            <a:r>
              <a:rPr lang="fr-FR" dirty="0"/>
              <a:t>CA3</a:t>
            </a:r>
          </a:p>
        </p:txBody>
      </p:sp>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03EB0F85-20F9-FD48-C78A-6FDA4C7366A9}"/>
                  </a:ext>
                </a:extLst>
              </p:cNvPr>
              <p:cNvSpPr txBox="1"/>
              <p:nvPr/>
            </p:nvSpPr>
            <p:spPr>
              <a:xfrm>
                <a:off x="6457816" y="3803996"/>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(1)</m:t>
                          </m:r>
                        </m:sup>
                      </m:sSup>
                    </m:oMath>
                  </m:oMathPara>
                </a14:m>
                <a:endParaRPr lang="fr-FR" dirty="0"/>
              </a:p>
            </p:txBody>
          </p:sp>
        </mc:Choice>
        <mc:Fallback xmlns="">
          <p:sp>
            <p:nvSpPr>
              <p:cNvPr id="41" name="ZoneTexte 40">
                <a:extLst>
                  <a:ext uri="{FF2B5EF4-FFF2-40B4-BE49-F238E27FC236}">
                    <a16:creationId xmlns:a16="http://schemas.microsoft.com/office/drawing/2014/main" id="{03EB0F85-20F9-FD48-C78A-6FDA4C7366A9}"/>
                  </a:ext>
                </a:extLst>
              </p:cNvPr>
              <p:cNvSpPr txBox="1">
                <a:spLocks noRot="1" noChangeAspect="1" noMove="1" noResize="1" noEditPoints="1" noAdjustHandles="1" noChangeArrowheads="1" noChangeShapeType="1" noTextEdit="1"/>
              </p:cNvSpPr>
              <p:nvPr/>
            </p:nvSpPr>
            <p:spPr>
              <a:xfrm>
                <a:off x="6457816" y="3803996"/>
                <a:ext cx="582146" cy="380810"/>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72361DD9-8AB0-CFFD-9376-2347B68AA88E}"/>
                  </a:ext>
                </a:extLst>
              </p:cNvPr>
              <p:cNvSpPr txBox="1"/>
              <p:nvPr/>
            </p:nvSpPr>
            <p:spPr>
              <a:xfrm>
                <a:off x="7696014" y="3803996"/>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m:t>
                          </m:r>
                          <m:r>
                            <a:rPr lang="fr-FR" b="0" i="1" smtClean="0">
                              <a:latin typeface="Cambria Math" panose="02040503050406030204" pitchFamily="18" charset="0"/>
                            </a:rPr>
                            <m:t>2</m:t>
                          </m:r>
                          <m:r>
                            <a:rPr lang="fr-FR" i="1">
                              <a:latin typeface="Cambria Math" panose="02040503050406030204" pitchFamily="18" charset="0"/>
                            </a:rPr>
                            <m:t>)</m:t>
                          </m:r>
                        </m:sup>
                      </m:sSup>
                    </m:oMath>
                  </m:oMathPara>
                </a14:m>
                <a:endParaRPr lang="fr-FR" dirty="0"/>
              </a:p>
            </p:txBody>
          </p:sp>
        </mc:Choice>
        <mc:Fallback xmlns="">
          <p:sp>
            <p:nvSpPr>
              <p:cNvPr id="42" name="ZoneTexte 41">
                <a:extLst>
                  <a:ext uri="{FF2B5EF4-FFF2-40B4-BE49-F238E27FC236}">
                    <a16:creationId xmlns:a16="http://schemas.microsoft.com/office/drawing/2014/main" id="{72361DD9-8AB0-CFFD-9376-2347B68AA88E}"/>
                  </a:ext>
                </a:extLst>
              </p:cNvPr>
              <p:cNvSpPr txBox="1">
                <a:spLocks noRot="1" noChangeAspect="1" noMove="1" noResize="1" noEditPoints="1" noAdjustHandles="1" noChangeArrowheads="1" noChangeShapeType="1" noTextEdit="1"/>
              </p:cNvSpPr>
              <p:nvPr/>
            </p:nvSpPr>
            <p:spPr>
              <a:xfrm>
                <a:off x="7696014" y="3803996"/>
                <a:ext cx="582146" cy="380810"/>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8AD56854-BE48-BCF7-3D88-7545FC88A19D}"/>
                  </a:ext>
                </a:extLst>
              </p:cNvPr>
              <p:cNvSpPr txBox="1"/>
              <p:nvPr/>
            </p:nvSpPr>
            <p:spPr>
              <a:xfrm>
                <a:off x="8964952" y="3818119"/>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m:t>
                          </m:r>
                          <m:r>
                            <a:rPr lang="fr-FR" b="0" i="1" smtClean="0">
                              <a:latin typeface="Cambria Math" panose="02040503050406030204" pitchFamily="18" charset="0"/>
                            </a:rPr>
                            <m:t>3</m:t>
                          </m:r>
                          <m:r>
                            <a:rPr lang="fr-FR" i="1">
                              <a:latin typeface="Cambria Math" panose="02040503050406030204" pitchFamily="18" charset="0"/>
                            </a:rPr>
                            <m:t>)</m:t>
                          </m:r>
                        </m:sup>
                      </m:sSup>
                    </m:oMath>
                  </m:oMathPara>
                </a14:m>
                <a:endParaRPr lang="fr-FR" dirty="0"/>
              </a:p>
            </p:txBody>
          </p:sp>
        </mc:Choice>
        <mc:Fallback xmlns="">
          <p:sp>
            <p:nvSpPr>
              <p:cNvPr id="43" name="ZoneTexte 42">
                <a:extLst>
                  <a:ext uri="{FF2B5EF4-FFF2-40B4-BE49-F238E27FC236}">
                    <a16:creationId xmlns:a16="http://schemas.microsoft.com/office/drawing/2014/main" id="{8AD56854-BE48-BCF7-3D88-7545FC88A19D}"/>
                  </a:ext>
                </a:extLst>
              </p:cNvPr>
              <p:cNvSpPr txBox="1">
                <a:spLocks noRot="1" noChangeAspect="1" noMove="1" noResize="1" noEditPoints="1" noAdjustHandles="1" noChangeArrowheads="1" noChangeShapeType="1" noTextEdit="1"/>
              </p:cNvSpPr>
              <p:nvPr/>
            </p:nvSpPr>
            <p:spPr>
              <a:xfrm>
                <a:off x="8964952" y="3818119"/>
                <a:ext cx="582146" cy="380810"/>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879FA111-094B-E405-AC75-76F88D4EE8E1}"/>
                  </a:ext>
                </a:extLst>
              </p:cNvPr>
              <p:cNvSpPr txBox="1"/>
              <p:nvPr/>
            </p:nvSpPr>
            <p:spPr>
              <a:xfrm>
                <a:off x="10098375" y="3799862"/>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m:t>
                          </m:r>
                          <m:r>
                            <a:rPr lang="fr-FR" b="0" i="1" smtClean="0">
                              <a:latin typeface="Cambria Math" panose="02040503050406030204" pitchFamily="18" charset="0"/>
                            </a:rPr>
                            <m:t>4</m:t>
                          </m:r>
                          <m:r>
                            <a:rPr lang="fr-FR" i="1">
                              <a:latin typeface="Cambria Math" panose="02040503050406030204" pitchFamily="18" charset="0"/>
                            </a:rPr>
                            <m:t>)</m:t>
                          </m:r>
                        </m:sup>
                      </m:sSup>
                    </m:oMath>
                  </m:oMathPara>
                </a14:m>
                <a:endParaRPr lang="fr-FR" dirty="0"/>
              </a:p>
            </p:txBody>
          </p:sp>
        </mc:Choice>
        <mc:Fallback xmlns="">
          <p:sp>
            <p:nvSpPr>
              <p:cNvPr id="44" name="ZoneTexte 43">
                <a:extLst>
                  <a:ext uri="{FF2B5EF4-FFF2-40B4-BE49-F238E27FC236}">
                    <a16:creationId xmlns:a16="http://schemas.microsoft.com/office/drawing/2014/main" id="{879FA111-094B-E405-AC75-76F88D4EE8E1}"/>
                  </a:ext>
                </a:extLst>
              </p:cNvPr>
              <p:cNvSpPr txBox="1">
                <a:spLocks noRot="1" noChangeAspect="1" noMove="1" noResize="1" noEditPoints="1" noAdjustHandles="1" noChangeArrowheads="1" noChangeShapeType="1" noTextEdit="1"/>
              </p:cNvSpPr>
              <p:nvPr/>
            </p:nvSpPr>
            <p:spPr>
              <a:xfrm>
                <a:off x="10098375" y="3799862"/>
                <a:ext cx="582146" cy="380810"/>
              </a:xfrm>
              <a:prstGeom prst="rect">
                <a:avLst/>
              </a:prstGeom>
              <a:blipFill>
                <a:blip r:embed="rId7"/>
                <a:stretch>
                  <a:fillRect/>
                </a:stretch>
              </a:blipFill>
            </p:spPr>
            <p:txBody>
              <a:bodyPr/>
              <a:lstStyle/>
              <a:p>
                <a:r>
                  <a:rPr lang="fr-FR">
                    <a:noFill/>
                  </a:rPr>
                  <a:t> </a:t>
                </a:r>
              </a:p>
            </p:txBody>
          </p:sp>
        </mc:Fallback>
      </mc:AlternateContent>
      <p:sp>
        <p:nvSpPr>
          <p:cNvPr id="45" name="ZoneTexte 44">
            <a:extLst>
              <a:ext uri="{FF2B5EF4-FFF2-40B4-BE49-F238E27FC236}">
                <a16:creationId xmlns:a16="http://schemas.microsoft.com/office/drawing/2014/main" id="{A3515EFB-839A-C59C-6392-4529056584E8}"/>
              </a:ext>
            </a:extLst>
          </p:cNvPr>
          <p:cNvSpPr txBox="1"/>
          <p:nvPr/>
        </p:nvSpPr>
        <p:spPr>
          <a:xfrm>
            <a:off x="11148552" y="3799862"/>
            <a:ext cx="417615" cy="369332"/>
          </a:xfrm>
          <a:prstGeom prst="rect">
            <a:avLst/>
          </a:prstGeom>
          <a:noFill/>
        </p:spPr>
        <p:txBody>
          <a:bodyPr wrap="none" rtlCol="0">
            <a:spAutoFit/>
          </a:bodyPr>
          <a:lstStyle/>
          <a:p>
            <a:r>
              <a:rPr lang="fr-FR" dirty="0"/>
              <a:t>EC</a:t>
            </a:r>
          </a:p>
        </p:txBody>
      </p:sp>
      <p:cxnSp>
        <p:nvCxnSpPr>
          <p:cNvPr id="47" name="Connecteur droit avec flèche 46">
            <a:extLst>
              <a:ext uri="{FF2B5EF4-FFF2-40B4-BE49-F238E27FC236}">
                <a16:creationId xmlns:a16="http://schemas.microsoft.com/office/drawing/2014/main" id="{E8336C96-B413-FBBB-28E4-81BB7B93D126}"/>
              </a:ext>
            </a:extLst>
          </p:cNvPr>
          <p:cNvCxnSpPr>
            <a:cxnSpLocks/>
            <a:endCxn id="41" idx="0"/>
          </p:cNvCxnSpPr>
          <p:nvPr/>
        </p:nvCxnSpPr>
        <p:spPr>
          <a:xfrm>
            <a:off x="6745320" y="2737097"/>
            <a:ext cx="3569" cy="1066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DF42212E-5CEB-D4ED-ADA8-E8C4B79A475D}"/>
              </a:ext>
            </a:extLst>
          </p:cNvPr>
          <p:cNvCxnSpPr>
            <a:cxnSpLocks/>
            <a:endCxn id="42" idx="0"/>
          </p:cNvCxnSpPr>
          <p:nvPr/>
        </p:nvCxnSpPr>
        <p:spPr>
          <a:xfrm>
            <a:off x="7987087" y="2737097"/>
            <a:ext cx="0" cy="1066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A9DD3E63-3AD2-450E-D42D-8828C97C1BFA}"/>
              </a:ext>
            </a:extLst>
          </p:cNvPr>
          <p:cNvCxnSpPr>
            <a:cxnSpLocks/>
            <a:endCxn id="43" idx="0"/>
          </p:cNvCxnSpPr>
          <p:nvPr/>
        </p:nvCxnSpPr>
        <p:spPr>
          <a:xfrm>
            <a:off x="9256025" y="2737097"/>
            <a:ext cx="0" cy="10810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55FAF9BA-2704-7DF5-8B2B-BC77E48D96C1}"/>
              </a:ext>
            </a:extLst>
          </p:cNvPr>
          <p:cNvCxnSpPr>
            <a:cxnSpLocks/>
            <a:endCxn id="44" idx="0"/>
          </p:cNvCxnSpPr>
          <p:nvPr/>
        </p:nvCxnSpPr>
        <p:spPr>
          <a:xfrm>
            <a:off x="10389448" y="2737097"/>
            <a:ext cx="0" cy="1062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2AD676F0-6792-491D-7EE6-E6D37F001613}"/>
                  </a:ext>
                </a:extLst>
              </p:cNvPr>
              <p:cNvSpPr txBox="1"/>
              <p:nvPr/>
            </p:nvSpPr>
            <p:spPr>
              <a:xfrm>
                <a:off x="6622347" y="1539151"/>
                <a:ext cx="417615"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fr-FR" i="1">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(1)</m:t>
                          </m:r>
                        </m:sup>
                      </m:sSup>
                    </m:oMath>
                  </m:oMathPara>
                </a14:m>
                <a:endParaRPr lang="fr-FR" dirty="0"/>
              </a:p>
            </p:txBody>
          </p:sp>
        </mc:Choice>
        <mc:Fallback xmlns="">
          <p:sp>
            <p:nvSpPr>
              <p:cNvPr id="29" name="ZoneTexte 28">
                <a:extLst>
                  <a:ext uri="{FF2B5EF4-FFF2-40B4-BE49-F238E27FC236}">
                    <a16:creationId xmlns:a16="http://schemas.microsoft.com/office/drawing/2014/main" id="{2AD676F0-6792-491D-7EE6-E6D37F001613}"/>
                  </a:ext>
                </a:extLst>
              </p:cNvPr>
              <p:cNvSpPr txBox="1">
                <a:spLocks noRot="1" noChangeAspect="1" noMove="1" noResize="1" noEditPoints="1" noAdjustHandles="1" noChangeArrowheads="1" noChangeShapeType="1" noTextEdit="1"/>
              </p:cNvSpPr>
              <p:nvPr/>
            </p:nvSpPr>
            <p:spPr>
              <a:xfrm>
                <a:off x="6622347" y="1539151"/>
                <a:ext cx="417615" cy="380810"/>
              </a:xfrm>
              <a:prstGeom prst="rect">
                <a:avLst/>
              </a:prstGeom>
              <a:blipFill>
                <a:blip r:embed="rId8"/>
                <a:stretch>
                  <a:fillRect r="-3043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EC9A1F8B-BF30-1A5B-95B6-764C7A9ECACB}"/>
                  </a:ext>
                </a:extLst>
              </p:cNvPr>
              <p:cNvSpPr txBox="1"/>
              <p:nvPr/>
            </p:nvSpPr>
            <p:spPr>
              <a:xfrm>
                <a:off x="7860545" y="1539151"/>
                <a:ext cx="417615"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m:t>
                          </m:r>
                          <m:r>
                            <a:rPr lang="fr-FR" b="0" i="1" smtClean="0">
                              <a:latin typeface="Cambria Math" panose="02040503050406030204" pitchFamily="18" charset="0"/>
                            </a:rPr>
                            <m:t>2</m:t>
                          </m:r>
                          <m:r>
                            <a:rPr lang="fr-FR" i="1">
                              <a:latin typeface="Cambria Math" panose="02040503050406030204" pitchFamily="18" charset="0"/>
                            </a:rPr>
                            <m:t>)</m:t>
                          </m:r>
                        </m:sup>
                      </m:sSup>
                    </m:oMath>
                  </m:oMathPara>
                </a14:m>
                <a:endParaRPr lang="fr-FR" dirty="0"/>
              </a:p>
            </p:txBody>
          </p:sp>
        </mc:Choice>
        <mc:Fallback xmlns="">
          <p:sp>
            <p:nvSpPr>
              <p:cNvPr id="30" name="ZoneTexte 29">
                <a:extLst>
                  <a:ext uri="{FF2B5EF4-FFF2-40B4-BE49-F238E27FC236}">
                    <a16:creationId xmlns:a16="http://schemas.microsoft.com/office/drawing/2014/main" id="{EC9A1F8B-BF30-1A5B-95B6-764C7A9ECACB}"/>
                  </a:ext>
                </a:extLst>
              </p:cNvPr>
              <p:cNvSpPr txBox="1">
                <a:spLocks noRot="1" noChangeAspect="1" noMove="1" noResize="1" noEditPoints="1" noAdjustHandles="1" noChangeArrowheads="1" noChangeShapeType="1" noTextEdit="1"/>
              </p:cNvSpPr>
              <p:nvPr/>
            </p:nvSpPr>
            <p:spPr>
              <a:xfrm>
                <a:off x="7860545" y="1539151"/>
                <a:ext cx="417615" cy="380810"/>
              </a:xfrm>
              <a:prstGeom prst="rect">
                <a:avLst/>
              </a:prstGeom>
              <a:blipFill>
                <a:blip r:embed="rId9"/>
                <a:stretch>
                  <a:fillRect r="-3043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1" name="ZoneTexte 30">
                <a:extLst>
                  <a:ext uri="{FF2B5EF4-FFF2-40B4-BE49-F238E27FC236}">
                    <a16:creationId xmlns:a16="http://schemas.microsoft.com/office/drawing/2014/main" id="{03DC5D6D-6025-D56F-F0C8-FF267EE3E69D}"/>
                  </a:ext>
                </a:extLst>
              </p:cNvPr>
              <p:cNvSpPr txBox="1"/>
              <p:nvPr/>
            </p:nvSpPr>
            <p:spPr>
              <a:xfrm>
                <a:off x="9054046" y="1547849"/>
                <a:ext cx="417615"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m:t>
                          </m:r>
                          <m:r>
                            <a:rPr lang="fr-FR" b="0" i="1" smtClean="0">
                              <a:latin typeface="Cambria Math" panose="02040503050406030204" pitchFamily="18" charset="0"/>
                            </a:rPr>
                            <m:t>3</m:t>
                          </m:r>
                          <m:r>
                            <a:rPr lang="fr-FR" i="1">
                              <a:latin typeface="Cambria Math" panose="02040503050406030204" pitchFamily="18" charset="0"/>
                            </a:rPr>
                            <m:t>)</m:t>
                          </m:r>
                        </m:sup>
                      </m:sSup>
                    </m:oMath>
                  </m:oMathPara>
                </a14:m>
                <a:endParaRPr lang="fr-FR" dirty="0"/>
              </a:p>
            </p:txBody>
          </p:sp>
        </mc:Choice>
        <mc:Fallback xmlns="">
          <p:sp>
            <p:nvSpPr>
              <p:cNvPr id="31" name="ZoneTexte 30">
                <a:extLst>
                  <a:ext uri="{FF2B5EF4-FFF2-40B4-BE49-F238E27FC236}">
                    <a16:creationId xmlns:a16="http://schemas.microsoft.com/office/drawing/2014/main" id="{03DC5D6D-6025-D56F-F0C8-FF267EE3E69D}"/>
                  </a:ext>
                </a:extLst>
              </p:cNvPr>
              <p:cNvSpPr txBox="1">
                <a:spLocks noRot="1" noChangeAspect="1" noMove="1" noResize="1" noEditPoints="1" noAdjustHandles="1" noChangeArrowheads="1" noChangeShapeType="1" noTextEdit="1"/>
              </p:cNvSpPr>
              <p:nvPr/>
            </p:nvSpPr>
            <p:spPr>
              <a:xfrm>
                <a:off x="9054046" y="1547849"/>
                <a:ext cx="417615" cy="380810"/>
              </a:xfrm>
              <a:prstGeom prst="rect">
                <a:avLst/>
              </a:prstGeom>
              <a:blipFill>
                <a:blip r:embed="rId10"/>
                <a:stretch>
                  <a:fillRect r="-3043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D7D97AD3-20D1-45A6-E889-35282B9F9AD5}"/>
                  </a:ext>
                </a:extLst>
              </p:cNvPr>
              <p:cNvSpPr txBox="1"/>
              <p:nvPr/>
            </p:nvSpPr>
            <p:spPr>
              <a:xfrm>
                <a:off x="10262906" y="1561972"/>
                <a:ext cx="417615"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m:t>
                          </m:r>
                          <m:r>
                            <a:rPr lang="fr-FR" b="0" i="1" smtClean="0">
                              <a:latin typeface="Cambria Math" panose="02040503050406030204" pitchFamily="18" charset="0"/>
                            </a:rPr>
                            <m:t>4</m:t>
                          </m:r>
                          <m:r>
                            <a:rPr lang="fr-FR" i="1">
                              <a:latin typeface="Cambria Math" panose="02040503050406030204" pitchFamily="18" charset="0"/>
                            </a:rPr>
                            <m:t>)</m:t>
                          </m:r>
                        </m:sup>
                      </m:sSup>
                    </m:oMath>
                  </m:oMathPara>
                </a14:m>
                <a:endParaRPr lang="fr-FR" dirty="0"/>
              </a:p>
            </p:txBody>
          </p:sp>
        </mc:Choice>
        <mc:Fallback xmlns="">
          <p:sp>
            <p:nvSpPr>
              <p:cNvPr id="32" name="ZoneTexte 31">
                <a:extLst>
                  <a:ext uri="{FF2B5EF4-FFF2-40B4-BE49-F238E27FC236}">
                    <a16:creationId xmlns:a16="http://schemas.microsoft.com/office/drawing/2014/main" id="{D7D97AD3-20D1-45A6-E889-35282B9F9AD5}"/>
                  </a:ext>
                </a:extLst>
              </p:cNvPr>
              <p:cNvSpPr txBox="1">
                <a:spLocks noRot="1" noChangeAspect="1" noMove="1" noResize="1" noEditPoints="1" noAdjustHandles="1" noChangeArrowheads="1" noChangeShapeType="1" noTextEdit="1"/>
              </p:cNvSpPr>
              <p:nvPr/>
            </p:nvSpPr>
            <p:spPr>
              <a:xfrm>
                <a:off x="10262906" y="1561972"/>
                <a:ext cx="417615" cy="380810"/>
              </a:xfrm>
              <a:prstGeom prst="rect">
                <a:avLst/>
              </a:prstGeom>
              <a:blipFill>
                <a:blip r:embed="rId11"/>
                <a:stretch>
                  <a:fillRect r="-30882"/>
                </a:stretch>
              </a:blipFill>
            </p:spPr>
            <p:txBody>
              <a:bodyPr/>
              <a:lstStyle/>
              <a:p>
                <a:r>
                  <a:rPr lang="fr-FR">
                    <a:noFill/>
                  </a:rPr>
                  <a:t> </a:t>
                </a:r>
              </a:p>
            </p:txBody>
          </p:sp>
        </mc:Fallback>
      </mc:AlternateContent>
      <p:sp>
        <p:nvSpPr>
          <p:cNvPr id="6" name="ZoneTexte 5">
            <a:extLst>
              <a:ext uri="{FF2B5EF4-FFF2-40B4-BE49-F238E27FC236}">
                <a16:creationId xmlns:a16="http://schemas.microsoft.com/office/drawing/2014/main" id="{CDF6F2FD-7065-720C-6CA8-A91269567197}"/>
              </a:ext>
            </a:extLst>
          </p:cNvPr>
          <p:cNvSpPr txBox="1"/>
          <p:nvPr/>
        </p:nvSpPr>
        <p:spPr>
          <a:xfrm>
            <a:off x="8091903" y="3124033"/>
            <a:ext cx="977832" cy="369332"/>
          </a:xfrm>
          <a:prstGeom prst="rect">
            <a:avLst/>
          </a:prstGeom>
          <a:noFill/>
        </p:spPr>
        <p:txBody>
          <a:bodyPr wrap="none" rtlCol="0">
            <a:spAutoFit/>
          </a:bodyPr>
          <a:lstStyle/>
          <a:p>
            <a:r>
              <a:rPr lang="fr-FR" dirty="0" err="1"/>
              <a:t>Decoder</a:t>
            </a:r>
            <a:endParaRPr lang="fr-FR" dirty="0"/>
          </a:p>
        </p:txBody>
      </p:sp>
      <p:sp>
        <p:nvSpPr>
          <p:cNvPr id="13" name="Espace réservé du numéro de diapositive 12">
            <a:extLst>
              <a:ext uri="{FF2B5EF4-FFF2-40B4-BE49-F238E27FC236}">
                <a16:creationId xmlns:a16="http://schemas.microsoft.com/office/drawing/2014/main" id="{1A0AF42B-036C-F8A4-7A42-8CA37106CE78}"/>
              </a:ext>
            </a:extLst>
          </p:cNvPr>
          <p:cNvSpPr>
            <a:spLocks noGrp="1"/>
          </p:cNvSpPr>
          <p:nvPr>
            <p:ph type="sldNum" sz="quarter" idx="12"/>
          </p:nvPr>
        </p:nvSpPr>
        <p:spPr/>
        <p:txBody>
          <a:bodyPr/>
          <a:lstStyle/>
          <a:p>
            <a:fld id="{5149A38E-4A7C-4C86-B631-64CD0F93C451}" type="slidenum">
              <a:rPr lang="fr-FR" smtClean="0"/>
              <a:t>47</a:t>
            </a:fld>
            <a:endParaRPr lang="fr-FR"/>
          </a:p>
        </p:txBody>
      </p:sp>
    </p:spTree>
    <p:extLst>
      <p:ext uri="{BB962C8B-B14F-4D97-AF65-F5344CB8AC3E}">
        <p14:creationId xmlns:p14="http://schemas.microsoft.com/office/powerpoint/2010/main" val="4012027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Decoding</a:t>
            </a:r>
            <a:r>
              <a:rPr lang="fr-FR" dirty="0"/>
              <a:t> back to EC</a:t>
            </a:r>
          </a:p>
        </p:txBody>
      </p:sp>
      <mc:AlternateContent xmlns:mc="http://schemas.openxmlformats.org/markup-compatibility/2006" xmlns:a14="http://schemas.microsoft.com/office/drawing/2010/main">
        <mc:Choice Requires="a14">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normAutofit lnSpcReduction="10000"/>
              </a:bodyPr>
              <a:lstStyle/>
              <a:p>
                <a:pPr marL="0" indent="0" algn="ctr">
                  <a:buNone/>
                </a:pPr>
                <a:r>
                  <a:rPr lang="fr-FR" sz="2400" b="1" dirty="0"/>
                  <a:t>Multi-Layer Perceptron</a:t>
                </a:r>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1800" dirty="0"/>
              </a:p>
              <a:p>
                <a:pPr marL="0" indent="0" algn="ctr">
                  <a:buNone/>
                </a:pPr>
                <a:r>
                  <a:rPr lang="fr-FR" sz="2000" dirty="0" err="1"/>
                  <a:t>Backpropagation</a:t>
                </a:r>
                <a:endParaRPr lang="fr-FR" sz="2000" dirty="0"/>
              </a:p>
              <a:p>
                <a:pPr marL="0" indent="0">
                  <a:buNone/>
                </a:pPr>
                <a:r>
                  <a:rPr lang="fr-FR" sz="1800" dirty="0"/>
                  <a:t>Performance on  </a:t>
                </a:r>
                <a14:m>
                  <m:oMath xmlns:m="http://schemas.openxmlformats.org/officeDocument/2006/math">
                    <m:r>
                      <a:rPr lang="fr-FR" sz="1800" b="0" i="1" smtClean="0">
                        <a:latin typeface="Cambria Math" panose="02040503050406030204" pitchFamily="18" charset="0"/>
                      </a:rPr>
                      <m:t>𝑁</m:t>
                    </m:r>
                  </m:oMath>
                </a14:m>
                <a:r>
                  <a:rPr lang="fr-FR" sz="1800" dirty="0"/>
                  <a:t> training patterns:</a:t>
                </a:r>
              </a:p>
              <a:p>
                <a:pPr marL="0" indent="0">
                  <a:buNone/>
                </a:pPr>
                <a14:m>
                  <m:oMathPara xmlns:m="http://schemas.openxmlformats.org/officeDocument/2006/math">
                    <m:oMathParaPr>
                      <m:jc m:val="centerGroup"/>
                    </m:oMathParaPr>
                    <m:oMath xmlns:m="http://schemas.openxmlformats.org/officeDocument/2006/math">
                      <m:r>
                        <m:rPr>
                          <m:sty m:val="p"/>
                        </m:rPr>
                        <a:rPr lang="fr-FR" sz="1800" b="0" i="0" smtClean="0">
                          <a:latin typeface="Cambria Math" panose="02040503050406030204" pitchFamily="18" charset="0"/>
                        </a:rPr>
                        <m:t>MSE</m:t>
                      </m:r>
                      <m:r>
                        <a:rPr lang="fr-FR" sz="1800" b="0" i="1" smtClean="0">
                          <a:latin typeface="Cambria Math" panose="02040503050406030204" pitchFamily="18" charset="0"/>
                        </a:rPr>
                        <m:t>=</m:t>
                      </m:r>
                      <m:f>
                        <m:fPr>
                          <m:ctrlPr>
                            <a:rPr lang="fr-FR" sz="1800" b="0" i="1" smtClean="0">
                              <a:latin typeface="Cambria Math" panose="02040503050406030204" pitchFamily="18" charset="0"/>
                            </a:rPr>
                          </m:ctrlPr>
                        </m:fPr>
                        <m:num>
                          <m:r>
                            <a:rPr lang="fr-FR" sz="1800" b="0" i="1" smtClean="0">
                              <a:latin typeface="Cambria Math" panose="02040503050406030204" pitchFamily="18" charset="0"/>
                            </a:rPr>
                            <m:t>1</m:t>
                          </m:r>
                        </m:num>
                        <m:den>
                          <m:r>
                            <a:rPr lang="fr-FR" sz="1800" b="0" i="1" smtClean="0">
                              <a:latin typeface="Cambria Math" panose="02040503050406030204" pitchFamily="18" charset="0"/>
                            </a:rPr>
                            <m:t>𝑁</m:t>
                          </m:r>
                        </m:den>
                      </m:f>
                      <m:nary>
                        <m:naryPr>
                          <m:chr m:val="∑"/>
                          <m:supHide m:val="on"/>
                          <m:ctrlPr>
                            <a:rPr lang="fr-FR" sz="1800" b="0" i="1" smtClean="0">
                              <a:latin typeface="Cambria Math" panose="02040503050406030204" pitchFamily="18" charset="0"/>
                            </a:rPr>
                          </m:ctrlPr>
                        </m:naryPr>
                        <m:sub>
                          <m:r>
                            <a:rPr lang="fr-FR" sz="1800" b="0" i="1" smtClean="0">
                              <a:latin typeface="Cambria Math" panose="02040503050406030204" pitchFamily="18" charset="0"/>
                            </a:rPr>
                            <m:t>𝑘</m:t>
                          </m:r>
                        </m:sub>
                        <m:sup/>
                        <m:e>
                          <m:nary>
                            <m:naryPr>
                              <m:chr m:val="∑"/>
                              <m:supHide m:val="on"/>
                              <m:ctrlPr>
                                <a:rPr lang="fr-FR" sz="1800" i="1">
                                  <a:latin typeface="Cambria Math" panose="02040503050406030204" pitchFamily="18" charset="0"/>
                                </a:rPr>
                              </m:ctrlPr>
                            </m:naryPr>
                            <m:sub>
                              <m:r>
                                <a:rPr lang="fr-FR" sz="1800" i="1">
                                  <a:latin typeface="Cambria Math" panose="02040503050406030204" pitchFamily="18" charset="0"/>
                                </a:rPr>
                                <m:t>𝑗</m:t>
                              </m:r>
                            </m:sub>
                            <m:sup/>
                            <m:e>
                              <m:sSup>
                                <m:sSupPr>
                                  <m:ctrlPr>
                                    <a:rPr lang="fr-FR" sz="1800" i="1">
                                      <a:latin typeface="Cambria Math" panose="02040503050406030204" pitchFamily="18" charset="0"/>
                                    </a:rPr>
                                  </m:ctrlPr>
                                </m:sSupPr>
                                <m:e>
                                  <m:d>
                                    <m:dPr>
                                      <m:ctrlPr>
                                        <a:rPr lang="fr-FR" sz="1800" i="1">
                                          <a:latin typeface="Cambria Math" panose="02040503050406030204" pitchFamily="18" charset="0"/>
                                        </a:rPr>
                                      </m:ctrlPr>
                                    </m:dPr>
                                    <m:e>
                                      <m:sSubSup>
                                        <m:sSubSupPr>
                                          <m:ctrlPr>
                                            <a:rPr lang="fr-FR" sz="1800" b="0" i="1" smtClean="0">
                                              <a:latin typeface="Cambria Math" panose="02040503050406030204" pitchFamily="18" charset="0"/>
                                            </a:rPr>
                                          </m:ctrlPr>
                                        </m:sSubSupPr>
                                        <m:e>
                                          <m:r>
                                            <a:rPr lang="fr-FR" sz="1800" i="1">
                                              <a:latin typeface="Cambria Math" panose="02040503050406030204" pitchFamily="18" charset="0"/>
                                            </a:rPr>
                                            <m:t>𝑦</m:t>
                                          </m:r>
                                        </m:e>
                                        <m:sub>
                                          <m:r>
                                            <a:rPr lang="fr-FR" sz="1800" i="1">
                                              <a:latin typeface="Cambria Math" panose="02040503050406030204" pitchFamily="18" charset="0"/>
                                            </a:rPr>
                                            <m:t>𝑗</m:t>
                                          </m:r>
                                        </m:sub>
                                        <m:sup>
                                          <m:r>
                                            <a:rPr lang="fr-FR" sz="1800" b="0" i="1" smtClean="0">
                                              <a:latin typeface="Cambria Math" panose="02040503050406030204" pitchFamily="18" charset="0"/>
                                            </a:rPr>
                                            <m:t>(</m:t>
                                          </m:r>
                                          <m:r>
                                            <a:rPr lang="fr-FR" sz="1800" b="0" i="1" smtClean="0">
                                              <a:latin typeface="Cambria Math" panose="02040503050406030204" pitchFamily="18" charset="0"/>
                                            </a:rPr>
                                            <m:t>𝑘</m:t>
                                          </m:r>
                                          <m:r>
                                            <a:rPr lang="fr-FR" sz="1800" b="0" i="1" smtClean="0">
                                              <a:latin typeface="Cambria Math" panose="02040503050406030204" pitchFamily="18" charset="0"/>
                                            </a:rPr>
                                            <m:t>)</m:t>
                                          </m:r>
                                        </m:sup>
                                      </m:sSubSup>
                                      <m:r>
                                        <a:rPr lang="fr-FR" sz="1800" i="1">
                                          <a:latin typeface="Cambria Math" panose="02040503050406030204" pitchFamily="18" charset="0"/>
                                        </a:rPr>
                                        <m:t>−</m:t>
                                      </m:r>
                                      <m:sSubSup>
                                        <m:sSubSupPr>
                                          <m:ctrlPr>
                                            <a:rPr lang="fr-FR" sz="1800" b="0" i="1" smtClean="0">
                                              <a:latin typeface="Cambria Math" panose="02040503050406030204" pitchFamily="18" charset="0"/>
                                            </a:rPr>
                                          </m:ctrlPr>
                                        </m:sSubSupPr>
                                        <m:e>
                                          <m:r>
                                            <a:rPr lang="fr-FR" sz="1800" i="1">
                                              <a:latin typeface="Cambria Math" panose="02040503050406030204" pitchFamily="18" charset="0"/>
                                            </a:rPr>
                                            <m:t>𝑡</m:t>
                                          </m:r>
                                        </m:e>
                                        <m:sub>
                                          <m:r>
                                            <a:rPr lang="fr-FR" sz="1800" i="1">
                                              <a:latin typeface="Cambria Math" panose="02040503050406030204" pitchFamily="18" charset="0"/>
                                            </a:rPr>
                                            <m:t>𝑗</m:t>
                                          </m:r>
                                        </m:sub>
                                        <m:sup>
                                          <m:r>
                                            <a:rPr lang="fr-FR" sz="1800" b="0" i="1" smtClean="0">
                                              <a:latin typeface="Cambria Math" panose="02040503050406030204" pitchFamily="18" charset="0"/>
                                            </a:rPr>
                                            <m:t>(</m:t>
                                          </m:r>
                                          <m:r>
                                            <a:rPr lang="fr-FR" sz="1800" b="0" i="1" smtClean="0">
                                              <a:latin typeface="Cambria Math" panose="02040503050406030204" pitchFamily="18" charset="0"/>
                                            </a:rPr>
                                            <m:t>𝑘</m:t>
                                          </m:r>
                                          <m:r>
                                            <a:rPr lang="fr-FR" sz="1800" b="0" i="1" smtClean="0">
                                              <a:latin typeface="Cambria Math" panose="02040503050406030204" pitchFamily="18" charset="0"/>
                                            </a:rPr>
                                            <m:t>)</m:t>
                                          </m:r>
                                        </m:sup>
                                      </m:sSubSup>
                                    </m:e>
                                  </m:d>
                                </m:e>
                                <m:sup>
                                  <m:r>
                                    <a:rPr lang="fr-FR" sz="1800" i="1">
                                      <a:latin typeface="Cambria Math" panose="02040503050406030204" pitchFamily="18" charset="0"/>
                                    </a:rPr>
                                    <m:t>2</m:t>
                                  </m:r>
                                </m:sup>
                              </m:sSup>
                            </m:e>
                          </m:nary>
                        </m:e>
                      </m:nary>
                    </m:oMath>
                  </m:oMathPara>
                </a14:m>
                <a:endParaRPr lang="fr-FR" sz="1800" dirty="0"/>
              </a:p>
            </p:txBody>
          </p:sp>
        </mc:Choice>
        <mc:Fallback xmlns="">
          <p:sp>
            <p:nvSpPr>
              <p:cNvPr id="4" name="Espace réservé du contenu 3">
                <a:extLst>
                  <a:ext uri="{FF2B5EF4-FFF2-40B4-BE49-F238E27FC236}">
                    <a16:creationId xmlns:a16="http://schemas.microsoft.com/office/drawing/2014/main" id="{5C4FF451-34CE-575F-F52A-5A9DD6BBE107}"/>
                  </a:ext>
                </a:extLst>
              </p:cNvPr>
              <p:cNvSpPr>
                <a:spLocks noGrp="1" noRot="1" noChangeAspect="1" noMove="1" noResize="1" noEditPoints="1" noAdjustHandles="1" noChangeArrowheads="1" noChangeShapeType="1" noTextEdit="1"/>
              </p:cNvSpPr>
              <p:nvPr>
                <p:ph sz="half" idx="1"/>
              </p:nvPr>
            </p:nvSpPr>
            <p:spPr>
              <a:blipFill>
                <a:blip r:embed="rId2"/>
                <a:stretch>
                  <a:fillRect l="-1059" t="-2661" b="-26611"/>
                </a:stretch>
              </a:blipFill>
            </p:spPr>
            <p:txBody>
              <a:bodyPr/>
              <a:lstStyle/>
              <a:p>
                <a:r>
                  <a:rPr lang="fr-FR">
                    <a:noFill/>
                  </a:rPr>
                  <a:t> </a:t>
                </a:r>
              </a:p>
            </p:txBody>
          </p:sp>
        </mc:Fallback>
      </mc:AlternateContent>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lnSpcReduction="10000"/>
          </a:bodyPr>
          <a:lstStyle/>
          <a:p>
            <a:pPr marL="0" indent="0">
              <a:buNone/>
            </a:pPr>
            <a:endParaRPr lang="fr-FR" dirty="0"/>
          </a:p>
        </p:txBody>
      </p:sp>
      <p:sp>
        <p:nvSpPr>
          <p:cNvPr id="39" name="ZoneTexte 38">
            <a:extLst>
              <a:ext uri="{FF2B5EF4-FFF2-40B4-BE49-F238E27FC236}">
                <a16:creationId xmlns:a16="http://schemas.microsoft.com/office/drawing/2014/main" id="{F8AB3AB6-CBFC-9DB9-8E18-43D9E293CC0A}"/>
              </a:ext>
            </a:extLst>
          </p:cNvPr>
          <p:cNvSpPr txBox="1"/>
          <p:nvPr/>
        </p:nvSpPr>
        <p:spPr>
          <a:xfrm>
            <a:off x="11074717" y="2208090"/>
            <a:ext cx="558166" cy="369332"/>
          </a:xfrm>
          <a:prstGeom prst="rect">
            <a:avLst/>
          </a:prstGeom>
          <a:noFill/>
        </p:spPr>
        <p:txBody>
          <a:bodyPr wrap="none" rtlCol="0">
            <a:spAutoFit/>
          </a:bodyPr>
          <a:lstStyle/>
          <a:p>
            <a:r>
              <a:rPr lang="fr-FR" dirty="0"/>
              <a:t>CA3</a:t>
            </a:r>
          </a:p>
        </p:txBody>
      </p:sp>
      <mc:AlternateContent xmlns:mc="http://schemas.openxmlformats.org/markup-compatibility/2006" xmlns:a14="http://schemas.microsoft.com/office/drawing/2010/main">
        <mc:Choice Requires="a14">
          <p:sp>
            <p:nvSpPr>
              <p:cNvPr id="41" name="ZoneTexte 40">
                <a:extLst>
                  <a:ext uri="{FF2B5EF4-FFF2-40B4-BE49-F238E27FC236}">
                    <a16:creationId xmlns:a16="http://schemas.microsoft.com/office/drawing/2014/main" id="{03EB0F85-20F9-FD48-C78A-6FDA4C7366A9}"/>
                  </a:ext>
                </a:extLst>
              </p:cNvPr>
              <p:cNvSpPr txBox="1"/>
              <p:nvPr/>
            </p:nvSpPr>
            <p:spPr>
              <a:xfrm>
                <a:off x="6457816" y="3803996"/>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(1)</m:t>
                          </m:r>
                        </m:sup>
                      </m:sSup>
                    </m:oMath>
                  </m:oMathPara>
                </a14:m>
                <a:endParaRPr lang="fr-FR" dirty="0"/>
              </a:p>
            </p:txBody>
          </p:sp>
        </mc:Choice>
        <mc:Fallback xmlns="">
          <p:sp>
            <p:nvSpPr>
              <p:cNvPr id="41" name="ZoneTexte 40">
                <a:extLst>
                  <a:ext uri="{FF2B5EF4-FFF2-40B4-BE49-F238E27FC236}">
                    <a16:creationId xmlns:a16="http://schemas.microsoft.com/office/drawing/2014/main" id="{03EB0F85-20F9-FD48-C78A-6FDA4C7366A9}"/>
                  </a:ext>
                </a:extLst>
              </p:cNvPr>
              <p:cNvSpPr txBox="1">
                <a:spLocks noRot="1" noChangeAspect="1" noMove="1" noResize="1" noEditPoints="1" noAdjustHandles="1" noChangeArrowheads="1" noChangeShapeType="1" noTextEdit="1"/>
              </p:cNvSpPr>
              <p:nvPr/>
            </p:nvSpPr>
            <p:spPr>
              <a:xfrm>
                <a:off x="6457816" y="3803996"/>
                <a:ext cx="582146" cy="380810"/>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2" name="ZoneTexte 41">
                <a:extLst>
                  <a:ext uri="{FF2B5EF4-FFF2-40B4-BE49-F238E27FC236}">
                    <a16:creationId xmlns:a16="http://schemas.microsoft.com/office/drawing/2014/main" id="{72361DD9-8AB0-CFFD-9376-2347B68AA88E}"/>
                  </a:ext>
                </a:extLst>
              </p:cNvPr>
              <p:cNvSpPr txBox="1"/>
              <p:nvPr/>
            </p:nvSpPr>
            <p:spPr>
              <a:xfrm>
                <a:off x="7696014" y="3803996"/>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m:t>
                          </m:r>
                          <m:r>
                            <a:rPr lang="fr-FR" b="0" i="1" smtClean="0">
                              <a:latin typeface="Cambria Math" panose="02040503050406030204" pitchFamily="18" charset="0"/>
                            </a:rPr>
                            <m:t>2</m:t>
                          </m:r>
                          <m:r>
                            <a:rPr lang="fr-FR" i="1">
                              <a:latin typeface="Cambria Math" panose="02040503050406030204" pitchFamily="18" charset="0"/>
                            </a:rPr>
                            <m:t>)</m:t>
                          </m:r>
                        </m:sup>
                      </m:sSup>
                    </m:oMath>
                  </m:oMathPara>
                </a14:m>
                <a:endParaRPr lang="fr-FR" dirty="0"/>
              </a:p>
            </p:txBody>
          </p:sp>
        </mc:Choice>
        <mc:Fallback xmlns="">
          <p:sp>
            <p:nvSpPr>
              <p:cNvPr id="42" name="ZoneTexte 41">
                <a:extLst>
                  <a:ext uri="{FF2B5EF4-FFF2-40B4-BE49-F238E27FC236}">
                    <a16:creationId xmlns:a16="http://schemas.microsoft.com/office/drawing/2014/main" id="{72361DD9-8AB0-CFFD-9376-2347B68AA88E}"/>
                  </a:ext>
                </a:extLst>
              </p:cNvPr>
              <p:cNvSpPr txBox="1">
                <a:spLocks noRot="1" noChangeAspect="1" noMove="1" noResize="1" noEditPoints="1" noAdjustHandles="1" noChangeArrowheads="1" noChangeShapeType="1" noTextEdit="1"/>
              </p:cNvSpPr>
              <p:nvPr/>
            </p:nvSpPr>
            <p:spPr>
              <a:xfrm>
                <a:off x="7696014" y="3803996"/>
                <a:ext cx="582146" cy="380810"/>
              </a:xfrm>
              <a:prstGeom prst="rect">
                <a:avLst/>
              </a:prstGeom>
              <a:blipFill>
                <a:blip r:embed="rId5"/>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3" name="ZoneTexte 42">
                <a:extLst>
                  <a:ext uri="{FF2B5EF4-FFF2-40B4-BE49-F238E27FC236}">
                    <a16:creationId xmlns:a16="http://schemas.microsoft.com/office/drawing/2014/main" id="{8AD56854-BE48-BCF7-3D88-7545FC88A19D}"/>
                  </a:ext>
                </a:extLst>
              </p:cNvPr>
              <p:cNvSpPr txBox="1"/>
              <p:nvPr/>
            </p:nvSpPr>
            <p:spPr>
              <a:xfrm>
                <a:off x="8964952" y="3818119"/>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m:t>
                          </m:r>
                          <m:r>
                            <a:rPr lang="fr-FR" b="0" i="1" smtClean="0">
                              <a:latin typeface="Cambria Math" panose="02040503050406030204" pitchFamily="18" charset="0"/>
                            </a:rPr>
                            <m:t>3</m:t>
                          </m:r>
                          <m:r>
                            <a:rPr lang="fr-FR" i="1">
                              <a:latin typeface="Cambria Math" panose="02040503050406030204" pitchFamily="18" charset="0"/>
                            </a:rPr>
                            <m:t>)</m:t>
                          </m:r>
                        </m:sup>
                      </m:sSup>
                    </m:oMath>
                  </m:oMathPara>
                </a14:m>
                <a:endParaRPr lang="fr-FR" dirty="0"/>
              </a:p>
            </p:txBody>
          </p:sp>
        </mc:Choice>
        <mc:Fallback xmlns="">
          <p:sp>
            <p:nvSpPr>
              <p:cNvPr id="43" name="ZoneTexte 42">
                <a:extLst>
                  <a:ext uri="{FF2B5EF4-FFF2-40B4-BE49-F238E27FC236}">
                    <a16:creationId xmlns:a16="http://schemas.microsoft.com/office/drawing/2014/main" id="{8AD56854-BE48-BCF7-3D88-7545FC88A19D}"/>
                  </a:ext>
                </a:extLst>
              </p:cNvPr>
              <p:cNvSpPr txBox="1">
                <a:spLocks noRot="1" noChangeAspect="1" noMove="1" noResize="1" noEditPoints="1" noAdjustHandles="1" noChangeArrowheads="1" noChangeShapeType="1" noTextEdit="1"/>
              </p:cNvSpPr>
              <p:nvPr/>
            </p:nvSpPr>
            <p:spPr>
              <a:xfrm>
                <a:off x="8964952" y="3818119"/>
                <a:ext cx="582146" cy="380810"/>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44" name="ZoneTexte 43">
                <a:extLst>
                  <a:ext uri="{FF2B5EF4-FFF2-40B4-BE49-F238E27FC236}">
                    <a16:creationId xmlns:a16="http://schemas.microsoft.com/office/drawing/2014/main" id="{879FA111-094B-E405-AC75-76F88D4EE8E1}"/>
                  </a:ext>
                </a:extLst>
              </p:cNvPr>
              <p:cNvSpPr txBox="1"/>
              <p:nvPr/>
            </p:nvSpPr>
            <p:spPr>
              <a:xfrm>
                <a:off x="10098375" y="3799862"/>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m:t>
                          </m:r>
                          <m:r>
                            <a:rPr lang="fr-FR" b="0" i="1" smtClean="0">
                              <a:latin typeface="Cambria Math" panose="02040503050406030204" pitchFamily="18" charset="0"/>
                            </a:rPr>
                            <m:t>4</m:t>
                          </m:r>
                          <m:r>
                            <a:rPr lang="fr-FR" i="1">
                              <a:latin typeface="Cambria Math" panose="02040503050406030204" pitchFamily="18" charset="0"/>
                            </a:rPr>
                            <m:t>)</m:t>
                          </m:r>
                        </m:sup>
                      </m:sSup>
                    </m:oMath>
                  </m:oMathPara>
                </a14:m>
                <a:endParaRPr lang="fr-FR" dirty="0"/>
              </a:p>
            </p:txBody>
          </p:sp>
        </mc:Choice>
        <mc:Fallback xmlns="">
          <p:sp>
            <p:nvSpPr>
              <p:cNvPr id="44" name="ZoneTexte 43">
                <a:extLst>
                  <a:ext uri="{FF2B5EF4-FFF2-40B4-BE49-F238E27FC236}">
                    <a16:creationId xmlns:a16="http://schemas.microsoft.com/office/drawing/2014/main" id="{879FA111-094B-E405-AC75-76F88D4EE8E1}"/>
                  </a:ext>
                </a:extLst>
              </p:cNvPr>
              <p:cNvSpPr txBox="1">
                <a:spLocks noRot="1" noChangeAspect="1" noMove="1" noResize="1" noEditPoints="1" noAdjustHandles="1" noChangeArrowheads="1" noChangeShapeType="1" noTextEdit="1"/>
              </p:cNvSpPr>
              <p:nvPr/>
            </p:nvSpPr>
            <p:spPr>
              <a:xfrm>
                <a:off x="10098375" y="3799862"/>
                <a:ext cx="582146" cy="380810"/>
              </a:xfrm>
              <a:prstGeom prst="rect">
                <a:avLst/>
              </a:prstGeom>
              <a:blipFill>
                <a:blip r:embed="rId7"/>
                <a:stretch>
                  <a:fillRect/>
                </a:stretch>
              </a:blipFill>
            </p:spPr>
            <p:txBody>
              <a:bodyPr/>
              <a:lstStyle/>
              <a:p>
                <a:r>
                  <a:rPr lang="fr-FR">
                    <a:noFill/>
                  </a:rPr>
                  <a:t> </a:t>
                </a:r>
              </a:p>
            </p:txBody>
          </p:sp>
        </mc:Fallback>
      </mc:AlternateContent>
      <p:sp>
        <p:nvSpPr>
          <p:cNvPr id="45" name="ZoneTexte 44">
            <a:extLst>
              <a:ext uri="{FF2B5EF4-FFF2-40B4-BE49-F238E27FC236}">
                <a16:creationId xmlns:a16="http://schemas.microsoft.com/office/drawing/2014/main" id="{A3515EFB-839A-C59C-6392-4529056584E8}"/>
              </a:ext>
            </a:extLst>
          </p:cNvPr>
          <p:cNvSpPr txBox="1"/>
          <p:nvPr/>
        </p:nvSpPr>
        <p:spPr>
          <a:xfrm>
            <a:off x="11148552" y="3799862"/>
            <a:ext cx="417615" cy="369332"/>
          </a:xfrm>
          <a:prstGeom prst="rect">
            <a:avLst/>
          </a:prstGeom>
          <a:noFill/>
        </p:spPr>
        <p:txBody>
          <a:bodyPr wrap="none" rtlCol="0">
            <a:spAutoFit/>
          </a:bodyPr>
          <a:lstStyle/>
          <a:p>
            <a:r>
              <a:rPr lang="fr-FR" dirty="0"/>
              <a:t>EC</a:t>
            </a:r>
          </a:p>
        </p:txBody>
      </p:sp>
      <p:cxnSp>
        <p:nvCxnSpPr>
          <p:cNvPr id="47" name="Connecteur droit avec flèche 46">
            <a:extLst>
              <a:ext uri="{FF2B5EF4-FFF2-40B4-BE49-F238E27FC236}">
                <a16:creationId xmlns:a16="http://schemas.microsoft.com/office/drawing/2014/main" id="{E8336C96-B413-FBBB-28E4-81BB7B93D126}"/>
              </a:ext>
            </a:extLst>
          </p:cNvPr>
          <p:cNvCxnSpPr>
            <a:cxnSpLocks/>
            <a:endCxn id="41" idx="0"/>
          </p:cNvCxnSpPr>
          <p:nvPr/>
        </p:nvCxnSpPr>
        <p:spPr>
          <a:xfrm>
            <a:off x="6745320" y="2737097"/>
            <a:ext cx="3569" cy="1066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DF42212E-5CEB-D4ED-ADA8-E8C4B79A475D}"/>
              </a:ext>
            </a:extLst>
          </p:cNvPr>
          <p:cNvCxnSpPr>
            <a:cxnSpLocks/>
            <a:endCxn id="42" idx="0"/>
          </p:cNvCxnSpPr>
          <p:nvPr/>
        </p:nvCxnSpPr>
        <p:spPr>
          <a:xfrm>
            <a:off x="7987087" y="2737097"/>
            <a:ext cx="0" cy="10668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2" name="Connecteur droit avec flèche 51">
            <a:extLst>
              <a:ext uri="{FF2B5EF4-FFF2-40B4-BE49-F238E27FC236}">
                <a16:creationId xmlns:a16="http://schemas.microsoft.com/office/drawing/2014/main" id="{A9DD3E63-3AD2-450E-D42D-8828C97C1BFA}"/>
              </a:ext>
            </a:extLst>
          </p:cNvPr>
          <p:cNvCxnSpPr>
            <a:cxnSpLocks/>
            <a:endCxn id="43" idx="0"/>
          </p:cNvCxnSpPr>
          <p:nvPr/>
        </p:nvCxnSpPr>
        <p:spPr>
          <a:xfrm>
            <a:off x="9256025" y="2737097"/>
            <a:ext cx="0" cy="10810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Connecteur droit avec flèche 55">
            <a:extLst>
              <a:ext uri="{FF2B5EF4-FFF2-40B4-BE49-F238E27FC236}">
                <a16:creationId xmlns:a16="http://schemas.microsoft.com/office/drawing/2014/main" id="{55FAF9BA-2704-7DF5-8B2B-BC77E48D96C1}"/>
              </a:ext>
            </a:extLst>
          </p:cNvPr>
          <p:cNvCxnSpPr>
            <a:cxnSpLocks/>
            <a:endCxn id="44" idx="0"/>
          </p:cNvCxnSpPr>
          <p:nvPr/>
        </p:nvCxnSpPr>
        <p:spPr>
          <a:xfrm>
            <a:off x="10389448" y="2737097"/>
            <a:ext cx="0" cy="10627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9" name="ZoneTexte 28">
                <a:extLst>
                  <a:ext uri="{FF2B5EF4-FFF2-40B4-BE49-F238E27FC236}">
                    <a16:creationId xmlns:a16="http://schemas.microsoft.com/office/drawing/2014/main" id="{2AD676F0-6792-491D-7EE6-E6D37F001613}"/>
                  </a:ext>
                </a:extLst>
              </p:cNvPr>
              <p:cNvSpPr txBox="1"/>
              <p:nvPr/>
            </p:nvSpPr>
            <p:spPr>
              <a:xfrm>
                <a:off x="6622347" y="1539151"/>
                <a:ext cx="417615"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fr-FR" i="1">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(1)</m:t>
                          </m:r>
                        </m:sup>
                      </m:sSup>
                    </m:oMath>
                  </m:oMathPara>
                </a14:m>
                <a:endParaRPr lang="fr-FR" dirty="0"/>
              </a:p>
            </p:txBody>
          </p:sp>
        </mc:Choice>
        <mc:Fallback xmlns="">
          <p:sp>
            <p:nvSpPr>
              <p:cNvPr id="29" name="ZoneTexte 28">
                <a:extLst>
                  <a:ext uri="{FF2B5EF4-FFF2-40B4-BE49-F238E27FC236}">
                    <a16:creationId xmlns:a16="http://schemas.microsoft.com/office/drawing/2014/main" id="{2AD676F0-6792-491D-7EE6-E6D37F001613}"/>
                  </a:ext>
                </a:extLst>
              </p:cNvPr>
              <p:cNvSpPr txBox="1">
                <a:spLocks noRot="1" noChangeAspect="1" noMove="1" noResize="1" noEditPoints="1" noAdjustHandles="1" noChangeArrowheads="1" noChangeShapeType="1" noTextEdit="1"/>
              </p:cNvSpPr>
              <p:nvPr/>
            </p:nvSpPr>
            <p:spPr>
              <a:xfrm>
                <a:off x="6622347" y="1539151"/>
                <a:ext cx="417615" cy="380810"/>
              </a:xfrm>
              <a:prstGeom prst="rect">
                <a:avLst/>
              </a:prstGeom>
              <a:blipFill>
                <a:blip r:embed="rId8"/>
                <a:stretch>
                  <a:fillRect r="-3043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0" name="ZoneTexte 29">
                <a:extLst>
                  <a:ext uri="{FF2B5EF4-FFF2-40B4-BE49-F238E27FC236}">
                    <a16:creationId xmlns:a16="http://schemas.microsoft.com/office/drawing/2014/main" id="{EC9A1F8B-BF30-1A5B-95B6-764C7A9ECACB}"/>
                  </a:ext>
                </a:extLst>
              </p:cNvPr>
              <p:cNvSpPr txBox="1"/>
              <p:nvPr/>
            </p:nvSpPr>
            <p:spPr>
              <a:xfrm>
                <a:off x="7860545" y="1539151"/>
                <a:ext cx="417615"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m:t>
                          </m:r>
                          <m:r>
                            <a:rPr lang="fr-FR" b="0" i="1" smtClean="0">
                              <a:latin typeface="Cambria Math" panose="02040503050406030204" pitchFamily="18" charset="0"/>
                            </a:rPr>
                            <m:t>2</m:t>
                          </m:r>
                          <m:r>
                            <a:rPr lang="fr-FR" i="1">
                              <a:latin typeface="Cambria Math" panose="02040503050406030204" pitchFamily="18" charset="0"/>
                            </a:rPr>
                            <m:t>)</m:t>
                          </m:r>
                        </m:sup>
                      </m:sSup>
                    </m:oMath>
                  </m:oMathPara>
                </a14:m>
                <a:endParaRPr lang="fr-FR" dirty="0"/>
              </a:p>
            </p:txBody>
          </p:sp>
        </mc:Choice>
        <mc:Fallback xmlns="">
          <p:sp>
            <p:nvSpPr>
              <p:cNvPr id="30" name="ZoneTexte 29">
                <a:extLst>
                  <a:ext uri="{FF2B5EF4-FFF2-40B4-BE49-F238E27FC236}">
                    <a16:creationId xmlns:a16="http://schemas.microsoft.com/office/drawing/2014/main" id="{EC9A1F8B-BF30-1A5B-95B6-764C7A9ECACB}"/>
                  </a:ext>
                </a:extLst>
              </p:cNvPr>
              <p:cNvSpPr txBox="1">
                <a:spLocks noRot="1" noChangeAspect="1" noMove="1" noResize="1" noEditPoints="1" noAdjustHandles="1" noChangeArrowheads="1" noChangeShapeType="1" noTextEdit="1"/>
              </p:cNvSpPr>
              <p:nvPr/>
            </p:nvSpPr>
            <p:spPr>
              <a:xfrm>
                <a:off x="7860545" y="1539151"/>
                <a:ext cx="417615" cy="380810"/>
              </a:xfrm>
              <a:prstGeom prst="rect">
                <a:avLst/>
              </a:prstGeom>
              <a:blipFill>
                <a:blip r:embed="rId9"/>
                <a:stretch>
                  <a:fillRect r="-3043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1" name="ZoneTexte 30">
                <a:extLst>
                  <a:ext uri="{FF2B5EF4-FFF2-40B4-BE49-F238E27FC236}">
                    <a16:creationId xmlns:a16="http://schemas.microsoft.com/office/drawing/2014/main" id="{03DC5D6D-6025-D56F-F0C8-FF267EE3E69D}"/>
                  </a:ext>
                </a:extLst>
              </p:cNvPr>
              <p:cNvSpPr txBox="1"/>
              <p:nvPr/>
            </p:nvSpPr>
            <p:spPr>
              <a:xfrm>
                <a:off x="9054046" y="1547849"/>
                <a:ext cx="417615"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m:t>
                          </m:r>
                          <m:r>
                            <a:rPr lang="fr-FR" b="0" i="1" smtClean="0">
                              <a:latin typeface="Cambria Math" panose="02040503050406030204" pitchFamily="18" charset="0"/>
                            </a:rPr>
                            <m:t>3</m:t>
                          </m:r>
                          <m:r>
                            <a:rPr lang="fr-FR" i="1">
                              <a:latin typeface="Cambria Math" panose="02040503050406030204" pitchFamily="18" charset="0"/>
                            </a:rPr>
                            <m:t>)</m:t>
                          </m:r>
                        </m:sup>
                      </m:sSup>
                    </m:oMath>
                  </m:oMathPara>
                </a14:m>
                <a:endParaRPr lang="fr-FR" dirty="0"/>
              </a:p>
            </p:txBody>
          </p:sp>
        </mc:Choice>
        <mc:Fallback xmlns="">
          <p:sp>
            <p:nvSpPr>
              <p:cNvPr id="31" name="ZoneTexte 30">
                <a:extLst>
                  <a:ext uri="{FF2B5EF4-FFF2-40B4-BE49-F238E27FC236}">
                    <a16:creationId xmlns:a16="http://schemas.microsoft.com/office/drawing/2014/main" id="{03DC5D6D-6025-D56F-F0C8-FF267EE3E69D}"/>
                  </a:ext>
                </a:extLst>
              </p:cNvPr>
              <p:cNvSpPr txBox="1">
                <a:spLocks noRot="1" noChangeAspect="1" noMove="1" noResize="1" noEditPoints="1" noAdjustHandles="1" noChangeArrowheads="1" noChangeShapeType="1" noTextEdit="1"/>
              </p:cNvSpPr>
              <p:nvPr/>
            </p:nvSpPr>
            <p:spPr>
              <a:xfrm>
                <a:off x="9054046" y="1547849"/>
                <a:ext cx="417615" cy="380810"/>
              </a:xfrm>
              <a:prstGeom prst="rect">
                <a:avLst/>
              </a:prstGeom>
              <a:blipFill>
                <a:blip r:embed="rId10"/>
                <a:stretch>
                  <a:fillRect r="-3043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2" name="ZoneTexte 31">
                <a:extLst>
                  <a:ext uri="{FF2B5EF4-FFF2-40B4-BE49-F238E27FC236}">
                    <a16:creationId xmlns:a16="http://schemas.microsoft.com/office/drawing/2014/main" id="{D7D97AD3-20D1-45A6-E889-35282B9F9AD5}"/>
                  </a:ext>
                </a:extLst>
              </p:cNvPr>
              <p:cNvSpPr txBox="1"/>
              <p:nvPr/>
            </p:nvSpPr>
            <p:spPr>
              <a:xfrm>
                <a:off x="10262906" y="1561972"/>
                <a:ext cx="417615" cy="3808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a:latin typeface="Cambria Math" panose="02040503050406030204" pitchFamily="18" charset="0"/>
                            </a:rPr>
                            <m:t>𝒙</m:t>
                          </m:r>
                        </m:e>
                        <m:sup>
                          <m:r>
                            <a:rPr lang="fr-FR" i="1">
                              <a:latin typeface="Cambria Math" panose="02040503050406030204" pitchFamily="18" charset="0"/>
                            </a:rPr>
                            <m:t>(</m:t>
                          </m:r>
                          <m:r>
                            <a:rPr lang="fr-FR" b="0" i="1" smtClean="0">
                              <a:latin typeface="Cambria Math" panose="02040503050406030204" pitchFamily="18" charset="0"/>
                            </a:rPr>
                            <m:t>4</m:t>
                          </m:r>
                          <m:r>
                            <a:rPr lang="fr-FR" i="1">
                              <a:latin typeface="Cambria Math" panose="02040503050406030204" pitchFamily="18" charset="0"/>
                            </a:rPr>
                            <m:t>)</m:t>
                          </m:r>
                        </m:sup>
                      </m:sSup>
                    </m:oMath>
                  </m:oMathPara>
                </a14:m>
                <a:endParaRPr lang="fr-FR" dirty="0"/>
              </a:p>
            </p:txBody>
          </p:sp>
        </mc:Choice>
        <mc:Fallback xmlns="">
          <p:sp>
            <p:nvSpPr>
              <p:cNvPr id="32" name="ZoneTexte 31">
                <a:extLst>
                  <a:ext uri="{FF2B5EF4-FFF2-40B4-BE49-F238E27FC236}">
                    <a16:creationId xmlns:a16="http://schemas.microsoft.com/office/drawing/2014/main" id="{D7D97AD3-20D1-45A6-E889-35282B9F9AD5}"/>
                  </a:ext>
                </a:extLst>
              </p:cNvPr>
              <p:cNvSpPr txBox="1">
                <a:spLocks noRot="1" noChangeAspect="1" noMove="1" noResize="1" noEditPoints="1" noAdjustHandles="1" noChangeArrowheads="1" noChangeShapeType="1" noTextEdit="1"/>
              </p:cNvSpPr>
              <p:nvPr/>
            </p:nvSpPr>
            <p:spPr>
              <a:xfrm>
                <a:off x="10262906" y="1561972"/>
                <a:ext cx="417615" cy="380810"/>
              </a:xfrm>
              <a:prstGeom prst="rect">
                <a:avLst/>
              </a:prstGeom>
              <a:blipFill>
                <a:blip r:embed="rId11"/>
                <a:stretch>
                  <a:fillRect r="-30882"/>
                </a:stretch>
              </a:blipFill>
            </p:spPr>
            <p:txBody>
              <a:bodyPr/>
              <a:lstStyle/>
              <a:p>
                <a:r>
                  <a:rPr lang="fr-FR">
                    <a:noFill/>
                  </a:rPr>
                  <a:t> </a:t>
                </a:r>
              </a:p>
            </p:txBody>
          </p:sp>
        </mc:Fallback>
      </mc:AlternateContent>
      <p:grpSp>
        <p:nvGrpSpPr>
          <p:cNvPr id="94" name="Groupe 93">
            <a:extLst>
              <a:ext uri="{FF2B5EF4-FFF2-40B4-BE49-F238E27FC236}">
                <a16:creationId xmlns:a16="http://schemas.microsoft.com/office/drawing/2014/main" id="{03C6AA33-7490-E37F-B0B1-9B1F99F6721F}"/>
              </a:ext>
            </a:extLst>
          </p:cNvPr>
          <p:cNvGrpSpPr/>
          <p:nvPr/>
        </p:nvGrpSpPr>
        <p:grpSpPr>
          <a:xfrm>
            <a:off x="1393443" y="2339127"/>
            <a:ext cx="3091495" cy="2299255"/>
            <a:chOff x="1297806" y="2688441"/>
            <a:chExt cx="3091495" cy="2299255"/>
          </a:xfrm>
        </p:grpSpPr>
        <p:grpSp>
          <p:nvGrpSpPr>
            <p:cNvPr id="74" name="Groupe 73">
              <a:extLst>
                <a:ext uri="{FF2B5EF4-FFF2-40B4-BE49-F238E27FC236}">
                  <a16:creationId xmlns:a16="http://schemas.microsoft.com/office/drawing/2014/main" id="{7376CE88-8964-1A37-CF06-FFC1D3F59A7D}"/>
                </a:ext>
              </a:extLst>
            </p:cNvPr>
            <p:cNvGrpSpPr/>
            <p:nvPr/>
          </p:nvGrpSpPr>
          <p:grpSpPr>
            <a:xfrm>
              <a:off x="2470014" y="2737097"/>
              <a:ext cx="1919287" cy="2231501"/>
              <a:chOff x="2667687" y="3506411"/>
              <a:chExt cx="1919287" cy="2231501"/>
            </a:xfrm>
          </p:grpSpPr>
          <p:grpSp>
            <p:nvGrpSpPr>
              <p:cNvPr id="6" name="Groupe 5">
                <a:extLst>
                  <a:ext uri="{FF2B5EF4-FFF2-40B4-BE49-F238E27FC236}">
                    <a16:creationId xmlns:a16="http://schemas.microsoft.com/office/drawing/2014/main" id="{AC0625AE-A67C-F934-B9FD-69030F11CCB0}"/>
                  </a:ext>
                </a:extLst>
              </p:cNvPr>
              <p:cNvGrpSpPr/>
              <p:nvPr/>
            </p:nvGrpSpPr>
            <p:grpSpPr>
              <a:xfrm>
                <a:off x="2667687" y="4458337"/>
                <a:ext cx="1919287" cy="1279575"/>
                <a:chOff x="6748605" y="2540587"/>
                <a:chExt cx="1919287" cy="1279575"/>
              </a:xfrm>
            </p:grpSpPr>
            <p:sp>
              <p:nvSpPr>
                <p:cNvPr id="13" name="Ellipse 12">
                  <a:extLst>
                    <a:ext uri="{FF2B5EF4-FFF2-40B4-BE49-F238E27FC236}">
                      <a16:creationId xmlns:a16="http://schemas.microsoft.com/office/drawing/2014/main" id="{7AC55479-6268-30B7-72EF-E41DFEC692CD}"/>
                    </a:ext>
                  </a:extLst>
                </p:cNvPr>
                <p:cNvSpPr/>
                <p:nvPr/>
              </p:nvSpPr>
              <p:spPr>
                <a:xfrm>
                  <a:off x="6748605"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Ellipse 17">
                  <a:extLst>
                    <a:ext uri="{FF2B5EF4-FFF2-40B4-BE49-F238E27FC236}">
                      <a16:creationId xmlns:a16="http://schemas.microsoft.com/office/drawing/2014/main" id="{F1A4367D-5F37-5A54-DBBB-BB29A9444EE4}"/>
                    </a:ext>
                  </a:extLst>
                </p:cNvPr>
                <p:cNvSpPr/>
                <p:nvPr/>
              </p:nvSpPr>
              <p:spPr>
                <a:xfrm>
                  <a:off x="7263581"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Ellipse 18">
                  <a:extLst>
                    <a:ext uri="{FF2B5EF4-FFF2-40B4-BE49-F238E27FC236}">
                      <a16:creationId xmlns:a16="http://schemas.microsoft.com/office/drawing/2014/main" id="{44146BD4-7971-A417-85EF-9B6A30508561}"/>
                    </a:ext>
                  </a:extLst>
                </p:cNvPr>
                <p:cNvSpPr/>
                <p:nvPr/>
              </p:nvSpPr>
              <p:spPr>
                <a:xfrm>
                  <a:off x="7803655"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Ellipse 19">
                  <a:extLst>
                    <a:ext uri="{FF2B5EF4-FFF2-40B4-BE49-F238E27FC236}">
                      <a16:creationId xmlns:a16="http://schemas.microsoft.com/office/drawing/2014/main" id="{147D4766-B0B8-AC62-49B6-5C3BBB93AD57}"/>
                    </a:ext>
                  </a:extLst>
                </p:cNvPr>
                <p:cNvSpPr/>
                <p:nvPr/>
              </p:nvSpPr>
              <p:spPr>
                <a:xfrm>
                  <a:off x="8343729"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v</a:t>
                  </a:r>
                </a:p>
              </p:txBody>
            </p:sp>
            <p:sp>
              <p:nvSpPr>
                <p:cNvPr id="21" name="Ellipse 20">
                  <a:extLst>
                    <a:ext uri="{FF2B5EF4-FFF2-40B4-BE49-F238E27FC236}">
                      <a16:creationId xmlns:a16="http://schemas.microsoft.com/office/drawing/2014/main" id="{17FA11F0-D280-FB17-24AD-A327E480F8ED}"/>
                    </a:ext>
                  </a:extLst>
                </p:cNvPr>
                <p:cNvSpPr/>
                <p:nvPr/>
              </p:nvSpPr>
              <p:spPr>
                <a:xfrm>
                  <a:off x="7272258" y="3495999"/>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 name="Ellipse 21">
                  <a:extLst>
                    <a:ext uri="{FF2B5EF4-FFF2-40B4-BE49-F238E27FC236}">
                      <a16:creationId xmlns:a16="http://schemas.microsoft.com/office/drawing/2014/main" id="{D8548C7E-CB1C-3EBF-EF9F-BA9939E8FC4E}"/>
                    </a:ext>
                  </a:extLst>
                </p:cNvPr>
                <p:cNvSpPr/>
                <p:nvPr/>
              </p:nvSpPr>
              <p:spPr>
                <a:xfrm>
                  <a:off x="7803655" y="3492513"/>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3" name="Connecteur droit avec flèche 22">
                  <a:extLst>
                    <a:ext uri="{FF2B5EF4-FFF2-40B4-BE49-F238E27FC236}">
                      <a16:creationId xmlns:a16="http://schemas.microsoft.com/office/drawing/2014/main" id="{3E546366-2625-4224-191F-C447221CD114}"/>
                    </a:ext>
                  </a:extLst>
                </p:cNvPr>
                <p:cNvCxnSpPr>
                  <a:stCxn id="21" idx="0"/>
                  <a:endCxn id="18" idx="4"/>
                </p:cNvCxnSpPr>
                <p:nvPr/>
              </p:nvCxnSpPr>
              <p:spPr>
                <a:xfrm flipV="1">
                  <a:off x="7434340" y="2864750"/>
                  <a:ext cx="9857" cy="631249"/>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4" name="Connecteur droit avec flèche 23">
                  <a:extLst>
                    <a:ext uri="{FF2B5EF4-FFF2-40B4-BE49-F238E27FC236}">
                      <a16:creationId xmlns:a16="http://schemas.microsoft.com/office/drawing/2014/main" id="{7691BD90-122F-6B3C-3D8C-7974BFB6A7B0}"/>
                    </a:ext>
                  </a:extLst>
                </p:cNvPr>
                <p:cNvCxnSpPr>
                  <a:cxnSpLocks/>
                  <a:stCxn id="22" idx="0"/>
                </p:cNvCxnSpPr>
                <p:nvPr/>
              </p:nvCxnSpPr>
              <p:spPr>
                <a:xfrm flipH="1" flipV="1">
                  <a:off x="7444197" y="2864750"/>
                  <a:ext cx="521540" cy="627763"/>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8" name="Connecteur droit avec flèche 27">
                  <a:extLst>
                    <a:ext uri="{FF2B5EF4-FFF2-40B4-BE49-F238E27FC236}">
                      <a16:creationId xmlns:a16="http://schemas.microsoft.com/office/drawing/2014/main" id="{21E62710-808D-4EC0-D10D-F954BCD555BF}"/>
                    </a:ext>
                  </a:extLst>
                </p:cNvPr>
                <p:cNvCxnSpPr>
                  <a:cxnSpLocks/>
                  <a:stCxn id="22" idx="0"/>
                  <a:endCxn id="19" idx="4"/>
                </p:cNvCxnSpPr>
                <p:nvPr/>
              </p:nvCxnSpPr>
              <p:spPr>
                <a:xfrm flipV="1">
                  <a:off x="7965737" y="2864750"/>
                  <a:ext cx="0" cy="627763"/>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3" name="Connecteur droit avec flèche 32">
                  <a:extLst>
                    <a:ext uri="{FF2B5EF4-FFF2-40B4-BE49-F238E27FC236}">
                      <a16:creationId xmlns:a16="http://schemas.microsoft.com/office/drawing/2014/main" id="{EF222C75-5350-BC4E-4E6F-BFB2AEC1848B}"/>
                    </a:ext>
                  </a:extLst>
                </p:cNvPr>
                <p:cNvCxnSpPr>
                  <a:cxnSpLocks/>
                  <a:stCxn id="22" idx="0"/>
                  <a:endCxn id="20" idx="4"/>
                </p:cNvCxnSpPr>
                <p:nvPr/>
              </p:nvCxnSpPr>
              <p:spPr>
                <a:xfrm flipV="1">
                  <a:off x="7965737" y="2864750"/>
                  <a:ext cx="540074" cy="627763"/>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4" name="Connecteur droit avec flèche 33">
                  <a:extLst>
                    <a:ext uri="{FF2B5EF4-FFF2-40B4-BE49-F238E27FC236}">
                      <a16:creationId xmlns:a16="http://schemas.microsoft.com/office/drawing/2014/main" id="{4CF87BE7-39B7-622F-9150-51C5CC8790F8}"/>
                    </a:ext>
                  </a:extLst>
                </p:cNvPr>
                <p:cNvCxnSpPr>
                  <a:cxnSpLocks/>
                  <a:stCxn id="22" idx="0"/>
                  <a:endCxn id="13" idx="4"/>
                </p:cNvCxnSpPr>
                <p:nvPr/>
              </p:nvCxnSpPr>
              <p:spPr>
                <a:xfrm flipH="1" flipV="1">
                  <a:off x="6910687" y="2864751"/>
                  <a:ext cx="1055050" cy="627762"/>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5" name="Connecteur droit avec flèche 34">
                  <a:extLst>
                    <a:ext uri="{FF2B5EF4-FFF2-40B4-BE49-F238E27FC236}">
                      <a16:creationId xmlns:a16="http://schemas.microsoft.com/office/drawing/2014/main" id="{01DB0E5A-AB64-F00F-C4CE-FF8C1CA09D33}"/>
                    </a:ext>
                  </a:extLst>
                </p:cNvPr>
                <p:cNvCxnSpPr>
                  <a:stCxn id="21" idx="0"/>
                  <a:endCxn id="13" idx="4"/>
                </p:cNvCxnSpPr>
                <p:nvPr/>
              </p:nvCxnSpPr>
              <p:spPr>
                <a:xfrm flipH="1" flipV="1">
                  <a:off x="6910687" y="2864751"/>
                  <a:ext cx="523653" cy="631248"/>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6" name="Connecteur droit avec flèche 35">
                  <a:extLst>
                    <a:ext uri="{FF2B5EF4-FFF2-40B4-BE49-F238E27FC236}">
                      <a16:creationId xmlns:a16="http://schemas.microsoft.com/office/drawing/2014/main" id="{7F1044EC-0C4B-4775-0657-F069D83D05DB}"/>
                    </a:ext>
                  </a:extLst>
                </p:cNvPr>
                <p:cNvCxnSpPr>
                  <a:stCxn id="21" idx="0"/>
                  <a:endCxn id="19" idx="4"/>
                </p:cNvCxnSpPr>
                <p:nvPr/>
              </p:nvCxnSpPr>
              <p:spPr>
                <a:xfrm flipV="1">
                  <a:off x="7434340" y="2864750"/>
                  <a:ext cx="531397" cy="631249"/>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7" name="Connecteur droit avec flèche 36">
                  <a:extLst>
                    <a:ext uri="{FF2B5EF4-FFF2-40B4-BE49-F238E27FC236}">
                      <a16:creationId xmlns:a16="http://schemas.microsoft.com/office/drawing/2014/main" id="{F534720E-6CB9-1E90-6A18-E2CAE7008C04}"/>
                    </a:ext>
                  </a:extLst>
                </p:cNvPr>
                <p:cNvCxnSpPr>
                  <a:stCxn id="21" idx="0"/>
                  <a:endCxn id="20" idx="4"/>
                </p:cNvCxnSpPr>
                <p:nvPr/>
              </p:nvCxnSpPr>
              <p:spPr>
                <a:xfrm flipV="1">
                  <a:off x="7434340" y="2864750"/>
                  <a:ext cx="1071471" cy="631249"/>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38" name="Ellipse 37">
                <a:extLst>
                  <a:ext uri="{FF2B5EF4-FFF2-40B4-BE49-F238E27FC236}">
                    <a16:creationId xmlns:a16="http://schemas.microsoft.com/office/drawing/2014/main" id="{FA2555D2-F90D-EF39-D0CE-2EDE86EB6135}"/>
                  </a:ext>
                </a:extLst>
              </p:cNvPr>
              <p:cNvSpPr/>
              <p:nvPr/>
            </p:nvSpPr>
            <p:spPr>
              <a:xfrm>
                <a:off x="3181438" y="350989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Ellipse 45">
                <a:extLst>
                  <a:ext uri="{FF2B5EF4-FFF2-40B4-BE49-F238E27FC236}">
                    <a16:creationId xmlns:a16="http://schemas.microsoft.com/office/drawing/2014/main" id="{AD921822-9FAE-6E42-7C5D-F62E4F355329}"/>
                  </a:ext>
                </a:extLst>
              </p:cNvPr>
              <p:cNvSpPr/>
              <p:nvPr/>
            </p:nvSpPr>
            <p:spPr>
              <a:xfrm>
                <a:off x="3712835" y="3506411"/>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50" name="Connecteur droit avec flèche 49">
                <a:extLst>
                  <a:ext uri="{FF2B5EF4-FFF2-40B4-BE49-F238E27FC236}">
                    <a16:creationId xmlns:a16="http://schemas.microsoft.com/office/drawing/2014/main" id="{95F24886-1BC9-C2F1-0EF5-99E0EF6F54DE}"/>
                  </a:ext>
                </a:extLst>
              </p:cNvPr>
              <p:cNvCxnSpPr>
                <a:stCxn id="38" idx="4"/>
                <a:endCxn id="13" idx="0"/>
              </p:cNvCxnSpPr>
              <p:nvPr/>
            </p:nvCxnSpPr>
            <p:spPr>
              <a:xfrm flipH="1">
                <a:off x="2829769" y="3834060"/>
                <a:ext cx="513751" cy="62427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3" name="Connecteur droit avec flèche 52">
                <a:extLst>
                  <a:ext uri="{FF2B5EF4-FFF2-40B4-BE49-F238E27FC236}">
                    <a16:creationId xmlns:a16="http://schemas.microsoft.com/office/drawing/2014/main" id="{7D10B517-04DB-96FC-E2E6-1328A20E527C}"/>
                  </a:ext>
                </a:extLst>
              </p:cNvPr>
              <p:cNvCxnSpPr>
                <a:stCxn id="38" idx="4"/>
                <a:endCxn id="18" idx="0"/>
              </p:cNvCxnSpPr>
              <p:nvPr/>
            </p:nvCxnSpPr>
            <p:spPr>
              <a:xfrm>
                <a:off x="3343520" y="3834060"/>
                <a:ext cx="1225" cy="6242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eur droit avec flèche 54">
                <a:extLst>
                  <a:ext uri="{FF2B5EF4-FFF2-40B4-BE49-F238E27FC236}">
                    <a16:creationId xmlns:a16="http://schemas.microsoft.com/office/drawing/2014/main" id="{5AB7349B-A78A-03B4-2981-844259B70796}"/>
                  </a:ext>
                </a:extLst>
              </p:cNvPr>
              <p:cNvCxnSpPr>
                <a:endCxn id="19" idx="0"/>
              </p:cNvCxnSpPr>
              <p:nvPr/>
            </p:nvCxnSpPr>
            <p:spPr>
              <a:xfrm>
                <a:off x="3353422" y="3837546"/>
                <a:ext cx="531397" cy="62079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58" name="Connecteur droit avec flèche 57">
                <a:extLst>
                  <a:ext uri="{FF2B5EF4-FFF2-40B4-BE49-F238E27FC236}">
                    <a16:creationId xmlns:a16="http://schemas.microsoft.com/office/drawing/2014/main" id="{54C119EE-7AE4-2511-7695-A563EDBE1023}"/>
                  </a:ext>
                </a:extLst>
              </p:cNvPr>
              <p:cNvCxnSpPr>
                <a:stCxn id="38" idx="4"/>
                <a:endCxn id="20" idx="0"/>
              </p:cNvCxnSpPr>
              <p:nvPr/>
            </p:nvCxnSpPr>
            <p:spPr>
              <a:xfrm>
                <a:off x="3343520" y="3834060"/>
                <a:ext cx="1081373" cy="6242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Connecteur droit avec flèche 59">
                <a:extLst>
                  <a:ext uri="{FF2B5EF4-FFF2-40B4-BE49-F238E27FC236}">
                    <a16:creationId xmlns:a16="http://schemas.microsoft.com/office/drawing/2014/main" id="{11B440EF-2F83-EC45-B2F8-99187711E17D}"/>
                  </a:ext>
                </a:extLst>
              </p:cNvPr>
              <p:cNvCxnSpPr>
                <a:stCxn id="46" idx="4"/>
                <a:endCxn id="13" idx="0"/>
              </p:cNvCxnSpPr>
              <p:nvPr/>
            </p:nvCxnSpPr>
            <p:spPr>
              <a:xfrm flipH="1">
                <a:off x="2829769" y="3830574"/>
                <a:ext cx="1045148" cy="627764"/>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2" name="Connecteur droit avec flèche 61">
                <a:extLst>
                  <a:ext uri="{FF2B5EF4-FFF2-40B4-BE49-F238E27FC236}">
                    <a16:creationId xmlns:a16="http://schemas.microsoft.com/office/drawing/2014/main" id="{0D86C025-BBE3-F49D-10EF-CB8A0E9682BB}"/>
                  </a:ext>
                </a:extLst>
              </p:cNvPr>
              <p:cNvCxnSpPr>
                <a:endCxn id="18" idx="0"/>
              </p:cNvCxnSpPr>
              <p:nvPr/>
            </p:nvCxnSpPr>
            <p:spPr>
              <a:xfrm flipH="1">
                <a:off x="3344745" y="3837546"/>
                <a:ext cx="540074" cy="6207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Connecteur droit avec flèche 63">
                <a:extLst>
                  <a:ext uri="{FF2B5EF4-FFF2-40B4-BE49-F238E27FC236}">
                    <a16:creationId xmlns:a16="http://schemas.microsoft.com/office/drawing/2014/main" id="{A25F19D4-71BF-301F-45A8-4929DC9FB678}"/>
                  </a:ext>
                </a:extLst>
              </p:cNvPr>
              <p:cNvCxnSpPr>
                <a:stCxn id="46" idx="4"/>
                <a:endCxn id="19" idx="0"/>
              </p:cNvCxnSpPr>
              <p:nvPr/>
            </p:nvCxnSpPr>
            <p:spPr>
              <a:xfrm>
                <a:off x="3874917" y="3830574"/>
                <a:ext cx="9902" cy="62776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66" name="Connecteur droit avec flèche 65">
                <a:extLst>
                  <a:ext uri="{FF2B5EF4-FFF2-40B4-BE49-F238E27FC236}">
                    <a16:creationId xmlns:a16="http://schemas.microsoft.com/office/drawing/2014/main" id="{0F60C87F-8AF8-37BE-3C7B-2F4D060BEF10}"/>
                  </a:ext>
                </a:extLst>
              </p:cNvPr>
              <p:cNvCxnSpPr>
                <a:stCxn id="46" idx="4"/>
                <a:endCxn id="20" idx="0"/>
              </p:cNvCxnSpPr>
              <p:nvPr/>
            </p:nvCxnSpPr>
            <p:spPr>
              <a:xfrm>
                <a:off x="3874917" y="3830574"/>
                <a:ext cx="549976" cy="62776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89" name="ZoneTexte 88">
              <a:extLst>
                <a:ext uri="{FF2B5EF4-FFF2-40B4-BE49-F238E27FC236}">
                  <a16:creationId xmlns:a16="http://schemas.microsoft.com/office/drawing/2014/main" id="{A208AC9A-14B6-4351-C1E0-ED31343FD815}"/>
                </a:ext>
              </a:extLst>
            </p:cNvPr>
            <p:cNvSpPr txBox="1"/>
            <p:nvPr/>
          </p:nvSpPr>
          <p:spPr>
            <a:xfrm>
              <a:off x="1373026" y="4618364"/>
              <a:ext cx="417615" cy="369332"/>
            </a:xfrm>
            <a:prstGeom prst="rect">
              <a:avLst/>
            </a:prstGeom>
            <a:noFill/>
            <a:ln w="9525">
              <a:noFill/>
            </a:ln>
          </p:spPr>
          <p:txBody>
            <a:bodyPr wrap="none" rtlCol="0">
              <a:spAutoFit/>
            </a:bodyPr>
            <a:lstStyle/>
            <a:p>
              <a:r>
                <a:rPr lang="fr-FR" dirty="0"/>
                <a:t>EC</a:t>
              </a:r>
            </a:p>
          </p:txBody>
        </p:sp>
        <p:sp>
          <p:nvSpPr>
            <p:cNvPr id="90" name="ZoneTexte 89">
              <a:extLst>
                <a:ext uri="{FF2B5EF4-FFF2-40B4-BE49-F238E27FC236}">
                  <a16:creationId xmlns:a16="http://schemas.microsoft.com/office/drawing/2014/main" id="{CA0FDB3C-70CC-8987-2BE8-CCB4BDCBD9D4}"/>
                </a:ext>
              </a:extLst>
            </p:cNvPr>
            <p:cNvSpPr txBox="1"/>
            <p:nvPr/>
          </p:nvSpPr>
          <p:spPr>
            <a:xfrm>
              <a:off x="1312135" y="2723114"/>
              <a:ext cx="558166" cy="369332"/>
            </a:xfrm>
            <a:prstGeom prst="rect">
              <a:avLst/>
            </a:prstGeom>
            <a:noFill/>
            <a:ln>
              <a:noFill/>
            </a:ln>
          </p:spPr>
          <p:txBody>
            <a:bodyPr wrap="none" rtlCol="0">
              <a:spAutoFit/>
            </a:bodyPr>
            <a:lstStyle/>
            <a:p>
              <a:r>
                <a:rPr lang="fr-FR" dirty="0"/>
                <a:t>CA3</a:t>
              </a:r>
            </a:p>
          </p:txBody>
        </p:sp>
        <p:sp>
          <p:nvSpPr>
            <p:cNvPr id="91" name="ZoneTexte 90">
              <a:extLst>
                <a:ext uri="{FF2B5EF4-FFF2-40B4-BE49-F238E27FC236}">
                  <a16:creationId xmlns:a16="http://schemas.microsoft.com/office/drawing/2014/main" id="{41C40CCE-813C-D56F-F428-975EE9B895F2}"/>
                </a:ext>
              </a:extLst>
            </p:cNvPr>
            <p:cNvSpPr txBox="1"/>
            <p:nvPr/>
          </p:nvSpPr>
          <p:spPr>
            <a:xfrm>
              <a:off x="1297806" y="3666438"/>
              <a:ext cx="558166" cy="369332"/>
            </a:xfrm>
            <a:prstGeom prst="rect">
              <a:avLst/>
            </a:prstGeom>
            <a:noFill/>
            <a:ln>
              <a:noFill/>
            </a:ln>
          </p:spPr>
          <p:txBody>
            <a:bodyPr wrap="none" rtlCol="0">
              <a:spAutoFit/>
            </a:bodyPr>
            <a:lstStyle/>
            <a:p>
              <a:r>
                <a:rPr lang="fr-FR" dirty="0"/>
                <a:t>CA1</a:t>
              </a:r>
            </a:p>
          </p:txBody>
        </p:sp>
        <mc:AlternateContent xmlns:mc="http://schemas.openxmlformats.org/markup-compatibility/2006" xmlns:a14="http://schemas.microsoft.com/office/drawing/2010/main">
          <mc:Choice Requires="a14">
            <p:sp>
              <p:nvSpPr>
                <p:cNvPr id="92" name="ZoneTexte 91">
                  <a:extLst>
                    <a:ext uri="{FF2B5EF4-FFF2-40B4-BE49-F238E27FC236}">
                      <a16:creationId xmlns:a16="http://schemas.microsoft.com/office/drawing/2014/main" id="{CB8ADBAD-2D55-E42C-B9EC-20DBCBC08BCC}"/>
                    </a:ext>
                  </a:extLst>
                </p:cNvPr>
                <p:cNvSpPr txBox="1"/>
                <p:nvPr/>
              </p:nvSpPr>
              <p:spPr>
                <a:xfrm>
                  <a:off x="2943382" y="4573465"/>
                  <a:ext cx="441018"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𝑗</m:t>
                            </m:r>
                          </m:sub>
                        </m:sSub>
                      </m:oMath>
                    </m:oMathPara>
                  </a14:m>
                  <a:endParaRPr lang="fr-FR" dirty="0"/>
                </a:p>
              </p:txBody>
            </p:sp>
          </mc:Choice>
          <mc:Fallback xmlns="">
            <p:sp>
              <p:nvSpPr>
                <p:cNvPr id="92" name="ZoneTexte 91">
                  <a:extLst>
                    <a:ext uri="{FF2B5EF4-FFF2-40B4-BE49-F238E27FC236}">
                      <a16:creationId xmlns:a16="http://schemas.microsoft.com/office/drawing/2014/main" id="{CB8ADBAD-2D55-E42C-B9EC-20DBCBC08BCC}"/>
                    </a:ext>
                  </a:extLst>
                </p:cNvPr>
                <p:cNvSpPr txBox="1">
                  <a:spLocks noRot="1" noChangeAspect="1" noMove="1" noResize="1" noEditPoints="1" noAdjustHandles="1" noChangeArrowheads="1" noChangeShapeType="1" noTextEdit="1"/>
                </p:cNvSpPr>
                <p:nvPr/>
              </p:nvSpPr>
              <p:spPr>
                <a:xfrm>
                  <a:off x="2943382" y="4573465"/>
                  <a:ext cx="441018" cy="391646"/>
                </a:xfrm>
                <a:prstGeom prst="rect">
                  <a:avLst/>
                </a:prstGeom>
                <a:blipFill>
                  <a:blip r:embed="rId12"/>
                  <a:stretch>
                    <a:fillRect b="-781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3" name="ZoneTexte 92">
                  <a:extLst>
                    <a:ext uri="{FF2B5EF4-FFF2-40B4-BE49-F238E27FC236}">
                      <a16:creationId xmlns:a16="http://schemas.microsoft.com/office/drawing/2014/main" id="{2C890932-533F-5278-8DEF-3C5498B68A81}"/>
                    </a:ext>
                  </a:extLst>
                </p:cNvPr>
                <p:cNvSpPr txBox="1"/>
                <p:nvPr/>
              </p:nvSpPr>
              <p:spPr>
                <a:xfrm>
                  <a:off x="2933480" y="2688441"/>
                  <a:ext cx="4333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𝑖</m:t>
                            </m:r>
                          </m:sub>
                        </m:sSub>
                      </m:oMath>
                    </m:oMathPara>
                  </a14:m>
                  <a:endParaRPr lang="fr-FR" dirty="0"/>
                </a:p>
              </p:txBody>
            </p:sp>
          </mc:Choice>
          <mc:Fallback xmlns="">
            <p:sp>
              <p:nvSpPr>
                <p:cNvPr id="93" name="ZoneTexte 92">
                  <a:extLst>
                    <a:ext uri="{FF2B5EF4-FFF2-40B4-BE49-F238E27FC236}">
                      <a16:creationId xmlns:a16="http://schemas.microsoft.com/office/drawing/2014/main" id="{2C890932-533F-5278-8DEF-3C5498B68A81}"/>
                    </a:ext>
                  </a:extLst>
                </p:cNvPr>
                <p:cNvSpPr txBox="1">
                  <a:spLocks noRot="1" noChangeAspect="1" noMove="1" noResize="1" noEditPoints="1" noAdjustHandles="1" noChangeArrowheads="1" noChangeShapeType="1" noTextEdit="1"/>
                </p:cNvSpPr>
                <p:nvPr/>
              </p:nvSpPr>
              <p:spPr>
                <a:xfrm>
                  <a:off x="2933480" y="2688441"/>
                  <a:ext cx="433387" cy="369332"/>
                </a:xfrm>
                <a:prstGeom prst="rect">
                  <a:avLst/>
                </a:prstGeom>
                <a:blipFill>
                  <a:blip r:embed="rId13"/>
                  <a:stretch>
                    <a:fillRect b="-1667"/>
                  </a:stretch>
                </a:blipFill>
              </p:spPr>
              <p:txBody>
                <a:bodyPr/>
                <a:lstStyle/>
                <a:p>
                  <a:r>
                    <a:rPr lang="fr-FR">
                      <a:noFill/>
                    </a:rPr>
                    <a:t> </a:t>
                  </a:r>
                </a:p>
              </p:txBody>
            </p:sp>
          </mc:Fallback>
        </mc:AlternateContent>
      </p:grpSp>
      <p:sp>
        <p:nvSpPr>
          <p:cNvPr id="3" name="Espace réservé du numéro de diapositive 2">
            <a:extLst>
              <a:ext uri="{FF2B5EF4-FFF2-40B4-BE49-F238E27FC236}">
                <a16:creationId xmlns:a16="http://schemas.microsoft.com/office/drawing/2014/main" id="{45CF8FC7-B183-239C-E20C-75EE9C727015}"/>
              </a:ext>
            </a:extLst>
          </p:cNvPr>
          <p:cNvSpPr>
            <a:spLocks noGrp="1"/>
          </p:cNvSpPr>
          <p:nvPr>
            <p:ph type="sldNum" sz="quarter" idx="12"/>
          </p:nvPr>
        </p:nvSpPr>
        <p:spPr/>
        <p:txBody>
          <a:bodyPr/>
          <a:lstStyle/>
          <a:p>
            <a:fld id="{5149A38E-4A7C-4C86-B631-64CD0F93C451}" type="slidenum">
              <a:rPr lang="fr-FR" smtClean="0"/>
              <a:t>48</a:t>
            </a:fld>
            <a:endParaRPr lang="fr-FR"/>
          </a:p>
        </p:txBody>
      </p:sp>
      <p:pic>
        <p:nvPicPr>
          <p:cNvPr id="7" name="Image 6">
            <a:extLst>
              <a:ext uri="{FF2B5EF4-FFF2-40B4-BE49-F238E27FC236}">
                <a16:creationId xmlns:a16="http://schemas.microsoft.com/office/drawing/2014/main" id="{4BB4CF54-E113-A9D0-8189-5F57D6028B3B}"/>
              </a:ext>
            </a:extLst>
          </p:cNvPr>
          <p:cNvPicPr>
            <a:picLocks noChangeAspect="1"/>
          </p:cNvPicPr>
          <p:nvPr/>
        </p:nvPicPr>
        <p:blipFill>
          <a:blip r:embed="rId14"/>
          <a:srcRect b="64095"/>
          <a:stretch/>
        </p:blipFill>
        <p:spPr>
          <a:xfrm>
            <a:off x="6224934" y="1912148"/>
            <a:ext cx="4819270" cy="826606"/>
          </a:xfrm>
          <a:prstGeom prst="rect">
            <a:avLst/>
          </a:prstGeom>
        </p:spPr>
      </p:pic>
    </p:spTree>
    <p:extLst>
      <p:ext uri="{BB962C8B-B14F-4D97-AF65-F5344CB8AC3E}">
        <p14:creationId xmlns:p14="http://schemas.microsoft.com/office/powerpoint/2010/main" val="42027828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Experiments</a:t>
            </a:r>
            <a:endParaRPr lang="fr-FR" dirty="0"/>
          </a:p>
        </p:txBody>
      </p:sp>
      <mc:AlternateContent xmlns:mc="http://schemas.openxmlformats.org/markup-compatibility/2006" xmlns:a14="http://schemas.microsoft.com/office/drawing/2010/main">
        <mc:Choice Requires="a14">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normAutofit/>
              </a:bodyPr>
              <a:lstStyle/>
              <a:p>
                <a:pPr marL="0" indent="0">
                  <a:buNone/>
                </a:pPr>
                <a:r>
                  <a:rPr lang="fr-FR" sz="2400" dirty="0"/>
                  <a:t>Training the </a:t>
                </a:r>
                <a:r>
                  <a:rPr lang="fr-FR" sz="2400" dirty="0" err="1"/>
                  <a:t>decoder</a:t>
                </a:r>
                <a:r>
                  <a:rPr lang="fr-FR" sz="2400" dirty="0"/>
                  <a:t> on </a:t>
                </a:r>
                <a14:m>
                  <m:oMath xmlns:m="http://schemas.openxmlformats.org/officeDocument/2006/math">
                    <m:r>
                      <a:rPr lang="fr-FR" sz="2400" i="1" dirty="0" smtClean="0">
                        <a:latin typeface="Cambria Math" panose="02040503050406030204" pitchFamily="18" charset="0"/>
                      </a:rPr>
                      <m:t>𝑁</m:t>
                    </m:r>
                  </m:oMath>
                </a14:m>
                <a:r>
                  <a:rPr lang="fr-FR" sz="2400" dirty="0"/>
                  <a:t> training images</a:t>
                </a:r>
              </a:p>
              <a:p>
                <a:pPr marL="0" indent="0">
                  <a:buNone/>
                </a:pPr>
                <a:endParaRPr lang="fr-FR" dirty="0"/>
              </a:p>
            </p:txBody>
          </p:sp>
        </mc:Choice>
        <mc:Fallback xmlns="">
          <p:sp>
            <p:nvSpPr>
              <p:cNvPr id="4" name="Espace réservé du contenu 3">
                <a:extLst>
                  <a:ext uri="{FF2B5EF4-FFF2-40B4-BE49-F238E27FC236}">
                    <a16:creationId xmlns:a16="http://schemas.microsoft.com/office/drawing/2014/main" id="{5C4FF451-34CE-575F-F52A-5A9DD6BBE107}"/>
                  </a:ext>
                </a:extLst>
              </p:cNvPr>
              <p:cNvSpPr>
                <a:spLocks noGrp="1" noRot="1" noChangeAspect="1" noMove="1" noResize="1" noEditPoints="1" noAdjustHandles="1" noChangeArrowheads="1" noChangeShapeType="1" noTextEdit="1"/>
              </p:cNvSpPr>
              <p:nvPr>
                <p:ph sz="half" idx="1"/>
              </p:nvPr>
            </p:nvSpPr>
            <p:spPr>
              <a:blipFill>
                <a:blip r:embed="rId3"/>
                <a:stretch>
                  <a:fillRect l="-1882" t="-1961"/>
                </a:stretch>
              </a:blipFill>
            </p:spPr>
            <p:txBody>
              <a:bodyPr/>
              <a:lstStyle/>
              <a:p>
                <a:r>
                  <a:rPr lang="fr-FR">
                    <a:noFill/>
                  </a:rPr>
                  <a:t> </a:t>
                </a:r>
              </a:p>
            </p:txBody>
          </p:sp>
        </mc:Fallback>
      </mc:AlternateContent>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a:bodyPr>
          <a:lstStyle/>
          <a:p>
            <a:pPr marL="0" indent="0">
              <a:buNone/>
            </a:pPr>
            <a:r>
              <a:rPr lang="fr-FR" dirty="0" err="1"/>
              <a:t>Testing</a:t>
            </a:r>
            <a:r>
              <a:rPr lang="fr-FR" dirty="0"/>
              <a:t> on training and validation images</a:t>
            </a:r>
          </a:p>
          <a:p>
            <a:pPr marL="0" indent="0">
              <a:buNone/>
            </a:pPr>
            <a:endParaRPr lang="fr-FR" dirty="0"/>
          </a:p>
          <a:p>
            <a:pPr marL="0" indent="0">
              <a:buNone/>
            </a:pPr>
            <a:endParaRPr lang="fr-FR" dirty="0"/>
          </a:p>
          <a:p>
            <a:pPr marL="0" indent="0">
              <a:buNone/>
            </a:pPr>
            <a:endParaRPr lang="fr-FR" dirty="0"/>
          </a:p>
          <a:p>
            <a:pPr marL="0" indent="0">
              <a:buNone/>
            </a:pPr>
            <a:endParaRPr lang="fr-FR" dirty="0"/>
          </a:p>
          <a:p>
            <a:pPr marL="0" indent="0">
              <a:buNone/>
            </a:pPr>
            <a:endParaRPr lang="fr-FR" dirty="0"/>
          </a:p>
        </p:txBody>
      </p:sp>
      <p:sp>
        <p:nvSpPr>
          <p:cNvPr id="60" name="ZoneTexte 59">
            <a:extLst>
              <a:ext uri="{FF2B5EF4-FFF2-40B4-BE49-F238E27FC236}">
                <a16:creationId xmlns:a16="http://schemas.microsoft.com/office/drawing/2014/main" id="{D66540F5-04D9-92CE-2816-41A1B024003F}"/>
              </a:ext>
            </a:extLst>
          </p:cNvPr>
          <p:cNvSpPr txBox="1"/>
          <p:nvPr/>
        </p:nvSpPr>
        <p:spPr>
          <a:xfrm>
            <a:off x="5885851" y="5896565"/>
            <a:ext cx="927049" cy="369332"/>
          </a:xfrm>
          <a:prstGeom prst="rect">
            <a:avLst/>
          </a:prstGeom>
          <a:noFill/>
        </p:spPr>
        <p:txBody>
          <a:bodyPr wrap="none" rtlCol="0">
            <a:spAutoFit/>
          </a:bodyPr>
          <a:lstStyle/>
          <a:p>
            <a:r>
              <a:rPr lang="fr-FR" dirty="0"/>
              <a:t>Training</a:t>
            </a:r>
          </a:p>
        </p:txBody>
      </p:sp>
      <p:sp>
        <p:nvSpPr>
          <p:cNvPr id="61" name="ZoneTexte 60">
            <a:extLst>
              <a:ext uri="{FF2B5EF4-FFF2-40B4-BE49-F238E27FC236}">
                <a16:creationId xmlns:a16="http://schemas.microsoft.com/office/drawing/2014/main" id="{A9999760-61A2-CF4B-52AA-E21A776212F9}"/>
              </a:ext>
            </a:extLst>
          </p:cNvPr>
          <p:cNvSpPr txBox="1"/>
          <p:nvPr/>
        </p:nvSpPr>
        <p:spPr>
          <a:xfrm>
            <a:off x="8543025" y="5898482"/>
            <a:ext cx="1123513" cy="369332"/>
          </a:xfrm>
          <a:prstGeom prst="rect">
            <a:avLst/>
          </a:prstGeom>
          <a:noFill/>
        </p:spPr>
        <p:txBody>
          <a:bodyPr wrap="none" rtlCol="0">
            <a:spAutoFit/>
          </a:bodyPr>
          <a:lstStyle/>
          <a:p>
            <a:r>
              <a:rPr lang="fr-FR" dirty="0"/>
              <a:t>Validation</a:t>
            </a:r>
          </a:p>
        </p:txBody>
      </p:sp>
      <p:grpSp>
        <p:nvGrpSpPr>
          <p:cNvPr id="65" name="Groupe 64">
            <a:extLst>
              <a:ext uri="{FF2B5EF4-FFF2-40B4-BE49-F238E27FC236}">
                <a16:creationId xmlns:a16="http://schemas.microsoft.com/office/drawing/2014/main" id="{CA8EDA39-57F3-D116-F099-9B93D97F09DF}"/>
              </a:ext>
            </a:extLst>
          </p:cNvPr>
          <p:cNvGrpSpPr/>
          <p:nvPr/>
        </p:nvGrpSpPr>
        <p:grpSpPr>
          <a:xfrm>
            <a:off x="994163" y="3242759"/>
            <a:ext cx="4021997" cy="2469025"/>
            <a:chOff x="994163" y="3242759"/>
            <a:chExt cx="4021997" cy="2469025"/>
          </a:xfrm>
        </p:grpSpPr>
        <p:cxnSp>
          <p:nvCxnSpPr>
            <p:cNvPr id="6" name="Connecteur droit avec flèche 5">
              <a:extLst>
                <a:ext uri="{FF2B5EF4-FFF2-40B4-BE49-F238E27FC236}">
                  <a16:creationId xmlns:a16="http://schemas.microsoft.com/office/drawing/2014/main" id="{42C2B3AB-473E-0899-75E4-5ED4C7CB115A}"/>
                </a:ext>
              </a:extLst>
            </p:cNvPr>
            <p:cNvCxnSpPr>
              <a:cxnSpLocks/>
              <a:stCxn id="9" idx="0"/>
              <a:endCxn id="3" idx="2"/>
            </p:cNvCxnSpPr>
            <p:nvPr/>
          </p:nvCxnSpPr>
          <p:spPr>
            <a:xfrm flipV="1">
              <a:off x="1863170" y="4639198"/>
              <a:ext cx="0" cy="5763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39" name="Groupe 38">
              <a:extLst>
                <a:ext uri="{FF2B5EF4-FFF2-40B4-BE49-F238E27FC236}">
                  <a16:creationId xmlns:a16="http://schemas.microsoft.com/office/drawing/2014/main" id="{1BF136B6-8542-7572-B8E9-F55080FE8103}"/>
                </a:ext>
              </a:extLst>
            </p:cNvPr>
            <p:cNvGrpSpPr/>
            <p:nvPr/>
          </p:nvGrpSpPr>
          <p:grpSpPr>
            <a:xfrm>
              <a:off x="994163" y="3242759"/>
              <a:ext cx="4021997" cy="2469025"/>
              <a:chOff x="994093" y="3538034"/>
              <a:chExt cx="4021997" cy="2469025"/>
            </a:xfrm>
          </p:grpSpPr>
          <p:grpSp>
            <p:nvGrpSpPr>
              <p:cNvPr id="23" name="Groupe 22">
                <a:extLst>
                  <a:ext uri="{FF2B5EF4-FFF2-40B4-BE49-F238E27FC236}">
                    <a16:creationId xmlns:a16="http://schemas.microsoft.com/office/drawing/2014/main" id="{0C5C8928-A837-030B-F5DF-9E00F300BA6B}"/>
                  </a:ext>
                </a:extLst>
              </p:cNvPr>
              <p:cNvGrpSpPr/>
              <p:nvPr/>
            </p:nvGrpSpPr>
            <p:grpSpPr>
              <a:xfrm>
                <a:off x="994093" y="3538034"/>
                <a:ext cx="4021997" cy="2469025"/>
                <a:chOff x="6884439" y="2994476"/>
                <a:chExt cx="4021997" cy="2469025"/>
              </a:xfrm>
            </p:grpSpPr>
            <p:cxnSp>
              <p:nvCxnSpPr>
                <p:cNvPr id="26" name="Connecteur droit avec flèche 25">
                  <a:extLst>
                    <a:ext uri="{FF2B5EF4-FFF2-40B4-BE49-F238E27FC236}">
                      <a16:creationId xmlns:a16="http://schemas.microsoft.com/office/drawing/2014/main" id="{A7DE2048-C3DD-CA43-16EA-1068EA2178B6}"/>
                    </a:ext>
                  </a:extLst>
                </p:cNvPr>
                <p:cNvCxnSpPr>
                  <a:cxnSpLocks/>
                  <a:stCxn id="3" idx="0"/>
                  <a:endCxn id="13" idx="2"/>
                </p:cNvCxnSpPr>
                <p:nvPr/>
              </p:nvCxnSpPr>
              <p:spPr>
                <a:xfrm flipV="1">
                  <a:off x="7753446" y="3448051"/>
                  <a:ext cx="803075" cy="5620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eur droit avec flèche 27">
                  <a:extLst>
                    <a:ext uri="{FF2B5EF4-FFF2-40B4-BE49-F238E27FC236}">
                      <a16:creationId xmlns:a16="http://schemas.microsoft.com/office/drawing/2014/main" id="{9EFACC43-14B5-49A3-9BA3-5DE9F91E98F5}"/>
                    </a:ext>
                  </a:extLst>
                </p:cNvPr>
                <p:cNvCxnSpPr>
                  <a:cxnSpLocks/>
                  <a:stCxn id="13" idx="2"/>
                  <a:endCxn id="20" idx="0"/>
                </p:cNvCxnSpPr>
                <p:nvPr/>
              </p:nvCxnSpPr>
              <p:spPr>
                <a:xfrm>
                  <a:off x="8556521" y="3448051"/>
                  <a:ext cx="932264" cy="56205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ZoneTexte 29">
                  <a:extLst>
                    <a:ext uri="{FF2B5EF4-FFF2-40B4-BE49-F238E27FC236}">
                      <a16:creationId xmlns:a16="http://schemas.microsoft.com/office/drawing/2014/main" id="{FD32BECA-7B26-BD1B-F932-CDAD4EFED081}"/>
                    </a:ext>
                  </a:extLst>
                </p:cNvPr>
                <p:cNvSpPr txBox="1"/>
                <p:nvPr/>
              </p:nvSpPr>
              <p:spPr>
                <a:xfrm>
                  <a:off x="6884439" y="3484588"/>
                  <a:ext cx="953787" cy="369332"/>
                </a:xfrm>
                <a:prstGeom prst="rect">
                  <a:avLst/>
                </a:prstGeom>
                <a:noFill/>
              </p:spPr>
              <p:txBody>
                <a:bodyPr wrap="none" rtlCol="0">
                  <a:spAutoFit/>
                </a:bodyPr>
                <a:lstStyle/>
                <a:p>
                  <a:r>
                    <a:rPr lang="fr-FR" dirty="0"/>
                    <a:t>Encoder</a:t>
                  </a:r>
                </a:p>
              </p:txBody>
            </p:sp>
            <p:sp>
              <p:nvSpPr>
                <p:cNvPr id="33" name="ZoneTexte 32">
                  <a:extLst>
                    <a:ext uri="{FF2B5EF4-FFF2-40B4-BE49-F238E27FC236}">
                      <a16:creationId xmlns:a16="http://schemas.microsoft.com/office/drawing/2014/main" id="{81D085F8-F427-0A58-9AEA-9C54C0CEFED8}"/>
                    </a:ext>
                  </a:extLst>
                </p:cNvPr>
                <p:cNvSpPr txBox="1"/>
                <p:nvPr/>
              </p:nvSpPr>
              <p:spPr>
                <a:xfrm>
                  <a:off x="9166442" y="3448051"/>
                  <a:ext cx="977832" cy="369332"/>
                </a:xfrm>
                <a:prstGeom prst="rect">
                  <a:avLst/>
                </a:prstGeom>
                <a:noFill/>
              </p:spPr>
              <p:txBody>
                <a:bodyPr wrap="none" rtlCol="0">
                  <a:spAutoFit/>
                </a:bodyPr>
                <a:lstStyle/>
                <a:p>
                  <a:r>
                    <a:rPr lang="fr-FR" dirty="0" err="1"/>
                    <a:t>Decoder</a:t>
                  </a:r>
                  <a:endParaRPr lang="fr-FR" dirty="0"/>
                </a:p>
              </p:txBody>
            </p:sp>
            <p:sp>
              <p:nvSpPr>
                <p:cNvPr id="35" name="ZoneTexte 34">
                  <a:extLst>
                    <a:ext uri="{FF2B5EF4-FFF2-40B4-BE49-F238E27FC236}">
                      <a16:creationId xmlns:a16="http://schemas.microsoft.com/office/drawing/2014/main" id="{A8B4B96D-52F0-D926-0C8B-C80CAA8FAA1C}"/>
                    </a:ext>
                  </a:extLst>
                </p:cNvPr>
                <p:cNvSpPr txBox="1"/>
                <p:nvPr/>
              </p:nvSpPr>
              <p:spPr>
                <a:xfrm>
                  <a:off x="10334356" y="5094169"/>
                  <a:ext cx="572080" cy="369332"/>
                </a:xfrm>
                <a:prstGeom prst="rect">
                  <a:avLst/>
                </a:prstGeom>
                <a:noFill/>
              </p:spPr>
              <p:txBody>
                <a:bodyPr wrap="none" rtlCol="0">
                  <a:spAutoFit/>
                </a:bodyPr>
                <a:lstStyle/>
                <a:p>
                  <a:r>
                    <a:rPr lang="fr-FR" dirty="0"/>
                    <a:t>LGN</a:t>
                  </a:r>
                </a:p>
              </p:txBody>
            </p:sp>
            <p:sp>
              <p:nvSpPr>
                <p:cNvPr id="36" name="ZoneTexte 35">
                  <a:extLst>
                    <a:ext uri="{FF2B5EF4-FFF2-40B4-BE49-F238E27FC236}">
                      <a16:creationId xmlns:a16="http://schemas.microsoft.com/office/drawing/2014/main" id="{8C06C921-8070-B6D8-74A1-15D583F7DBB6}"/>
                    </a:ext>
                  </a:extLst>
                </p:cNvPr>
                <p:cNvSpPr txBox="1"/>
                <p:nvPr/>
              </p:nvSpPr>
              <p:spPr>
                <a:xfrm>
                  <a:off x="10334356" y="2994476"/>
                  <a:ext cx="558166" cy="369332"/>
                </a:xfrm>
                <a:prstGeom prst="rect">
                  <a:avLst/>
                </a:prstGeom>
                <a:noFill/>
              </p:spPr>
              <p:txBody>
                <a:bodyPr wrap="none" rtlCol="0">
                  <a:spAutoFit/>
                </a:bodyPr>
                <a:lstStyle/>
                <a:p>
                  <a:r>
                    <a:rPr lang="fr-FR" dirty="0"/>
                    <a:t>CA3</a:t>
                  </a:r>
                </a:p>
              </p:txBody>
            </p:sp>
          </p:grpSp>
          <mc:AlternateContent xmlns:mc="http://schemas.openxmlformats.org/markup-compatibility/2006" xmlns:a14="http://schemas.microsoft.com/office/drawing/2010/main">
            <mc:Choice Requires="a14">
              <p:sp>
                <p:nvSpPr>
                  <p:cNvPr id="3" name="ZoneTexte 2">
                    <a:extLst>
                      <a:ext uri="{FF2B5EF4-FFF2-40B4-BE49-F238E27FC236}">
                        <a16:creationId xmlns:a16="http://schemas.microsoft.com/office/drawing/2014/main" id="{86A1415F-4D0E-BBB1-5969-5EA7BE4542CB}"/>
                      </a:ext>
                    </a:extLst>
                  </p:cNvPr>
                  <p:cNvSpPr txBox="1"/>
                  <p:nvPr/>
                </p:nvSpPr>
                <p:spPr>
                  <a:xfrm>
                    <a:off x="1572027" y="4553663"/>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(1)</m:t>
                              </m:r>
                            </m:sup>
                          </m:sSup>
                        </m:oMath>
                      </m:oMathPara>
                    </a14:m>
                    <a:endParaRPr lang="fr-FR" dirty="0"/>
                  </a:p>
                </p:txBody>
              </p:sp>
            </mc:Choice>
            <mc:Fallback xmlns="">
              <p:sp>
                <p:nvSpPr>
                  <p:cNvPr id="3" name="ZoneTexte 2">
                    <a:extLst>
                      <a:ext uri="{FF2B5EF4-FFF2-40B4-BE49-F238E27FC236}">
                        <a16:creationId xmlns:a16="http://schemas.microsoft.com/office/drawing/2014/main" id="{86A1415F-4D0E-BBB1-5969-5EA7BE4542CB}"/>
                      </a:ext>
                    </a:extLst>
                  </p:cNvPr>
                  <p:cNvSpPr txBox="1">
                    <a:spLocks noRot="1" noChangeAspect="1" noMove="1" noResize="1" noEditPoints="1" noAdjustHandles="1" noChangeArrowheads="1" noChangeShapeType="1" noTextEdit="1"/>
                  </p:cNvSpPr>
                  <p:nvPr/>
                </p:nvSpPr>
                <p:spPr>
                  <a:xfrm>
                    <a:off x="1572027" y="4553663"/>
                    <a:ext cx="582146" cy="380810"/>
                  </a:xfrm>
                  <a:prstGeom prst="rect">
                    <a:avLst/>
                  </a:prstGeom>
                  <a:blipFill>
                    <a:blip r:embed="rId6"/>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08275191-91C9-0711-B1F4-BF6290C822E4}"/>
                      </a:ext>
                    </a:extLst>
                  </p:cNvPr>
                  <p:cNvSpPr txBox="1"/>
                  <p:nvPr/>
                </p:nvSpPr>
                <p:spPr>
                  <a:xfrm>
                    <a:off x="3286527" y="4553663"/>
                    <a:ext cx="623824"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smtClean="0">
                                  <a:latin typeface="Cambria Math" panose="02040503050406030204" pitchFamily="18" charset="0"/>
                                </a:rPr>
                                <m:t>𝒚</m:t>
                              </m:r>
                            </m:e>
                            <m:sup>
                              <m:r>
                                <a:rPr lang="fr-FR" i="1">
                                  <a:latin typeface="Cambria Math" panose="02040503050406030204" pitchFamily="18" charset="0"/>
                                </a:rPr>
                                <m:t>(1)</m:t>
                              </m:r>
                            </m:sup>
                          </m:sSup>
                        </m:oMath>
                      </m:oMathPara>
                    </a14:m>
                    <a:endParaRPr lang="fr-FR" dirty="0"/>
                  </a:p>
                </p:txBody>
              </p:sp>
            </mc:Choice>
            <mc:Fallback xmlns="">
              <p:sp>
                <p:nvSpPr>
                  <p:cNvPr id="20" name="ZoneTexte 19">
                    <a:extLst>
                      <a:ext uri="{FF2B5EF4-FFF2-40B4-BE49-F238E27FC236}">
                        <a16:creationId xmlns:a16="http://schemas.microsoft.com/office/drawing/2014/main" id="{08275191-91C9-0711-B1F4-BF6290C822E4}"/>
                      </a:ext>
                    </a:extLst>
                  </p:cNvPr>
                  <p:cNvSpPr txBox="1">
                    <a:spLocks noRot="1" noChangeAspect="1" noMove="1" noResize="1" noEditPoints="1" noAdjustHandles="1" noChangeArrowheads="1" noChangeShapeType="1" noTextEdit="1"/>
                  </p:cNvSpPr>
                  <p:nvPr/>
                </p:nvSpPr>
                <p:spPr>
                  <a:xfrm>
                    <a:off x="3286527" y="4553663"/>
                    <a:ext cx="623824" cy="380810"/>
                  </a:xfrm>
                  <a:prstGeom prst="rect">
                    <a:avLst/>
                  </a:prstGeom>
                  <a:blipFill>
                    <a:blip r:embed="rId7"/>
                    <a:stretch>
                      <a:fillRect b="-6452"/>
                    </a:stretch>
                  </a:blipFill>
                </p:spPr>
                <p:txBody>
                  <a:bodyPr/>
                  <a:lstStyle/>
                  <a:p>
                    <a:r>
                      <a:rPr lang="fr-FR">
                        <a:noFill/>
                      </a:rPr>
                      <a:t> </a:t>
                    </a:r>
                  </a:p>
                </p:txBody>
              </p:sp>
            </mc:Fallback>
          </mc:AlternateContent>
          <p:sp>
            <p:nvSpPr>
              <p:cNvPr id="38" name="ZoneTexte 37">
                <a:extLst>
                  <a:ext uri="{FF2B5EF4-FFF2-40B4-BE49-F238E27FC236}">
                    <a16:creationId xmlns:a16="http://schemas.microsoft.com/office/drawing/2014/main" id="{72B8D806-F7BA-D792-5F29-F7EAC6FEE253}"/>
                  </a:ext>
                </a:extLst>
              </p:cNvPr>
              <p:cNvSpPr txBox="1"/>
              <p:nvPr/>
            </p:nvSpPr>
            <p:spPr>
              <a:xfrm>
                <a:off x="4482144" y="4549484"/>
                <a:ext cx="417615" cy="369332"/>
              </a:xfrm>
              <a:prstGeom prst="rect">
                <a:avLst/>
              </a:prstGeom>
              <a:noFill/>
            </p:spPr>
            <p:txBody>
              <a:bodyPr wrap="none" rtlCol="0">
                <a:spAutoFit/>
              </a:bodyPr>
              <a:lstStyle/>
              <a:p>
                <a:r>
                  <a:rPr lang="fr-FR" dirty="0"/>
                  <a:t>EC</a:t>
                </a:r>
              </a:p>
            </p:txBody>
          </p:sp>
        </p:grpSp>
      </p:grpSp>
      <p:grpSp>
        <p:nvGrpSpPr>
          <p:cNvPr id="66" name="Groupe 65">
            <a:extLst>
              <a:ext uri="{FF2B5EF4-FFF2-40B4-BE49-F238E27FC236}">
                <a16:creationId xmlns:a16="http://schemas.microsoft.com/office/drawing/2014/main" id="{FF42D9E9-A34D-874D-E121-D1A35DAD0036}"/>
              </a:ext>
            </a:extLst>
          </p:cNvPr>
          <p:cNvGrpSpPr/>
          <p:nvPr/>
        </p:nvGrpSpPr>
        <p:grpSpPr>
          <a:xfrm>
            <a:off x="6025019" y="3672941"/>
            <a:ext cx="2397636" cy="1523319"/>
            <a:chOff x="1572097" y="3696334"/>
            <a:chExt cx="2397636" cy="1523319"/>
          </a:xfrm>
        </p:grpSpPr>
        <p:cxnSp>
          <p:nvCxnSpPr>
            <p:cNvPr id="67" name="Connecteur droit avec flèche 66">
              <a:extLst>
                <a:ext uri="{FF2B5EF4-FFF2-40B4-BE49-F238E27FC236}">
                  <a16:creationId xmlns:a16="http://schemas.microsoft.com/office/drawing/2014/main" id="{9797FF71-9EF5-501F-442F-F35CEC73752E}"/>
                </a:ext>
              </a:extLst>
            </p:cNvPr>
            <p:cNvCxnSpPr>
              <a:cxnSpLocks/>
              <a:stCxn id="22" idx="0"/>
              <a:endCxn id="71" idx="2"/>
            </p:cNvCxnSpPr>
            <p:nvPr/>
          </p:nvCxnSpPr>
          <p:spPr>
            <a:xfrm flipH="1" flipV="1">
              <a:off x="1863170" y="4639198"/>
              <a:ext cx="1460" cy="5620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Connecteur droit avec flèche 67">
              <a:extLst>
                <a:ext uri="{FF2B5EF4-FFF2-40B4-BE49-F238E27FC236}">
                  <a16:creationId xmlns:a16="http://schemas.microsoft.com/office/drawing/2014/main" id="{4C80CBB8-7020-4828-4857-00552529CF03}"/>
                </a:ext>
              </a:extLst>
            </p:cNvPr>
            <p:cNvCxnSpPr>
              <a:cxnSpLocks/>
              <a:stCxn id="72" idx="2"/>
              <a:endCxn id="84" idx="3"/>
            </p:cNvCxnSpPr>
            <p:nvPr/>
          </p:nvCxnSpPr>
          <p:spPr>
            <a:xfrm>
              <a:off x="3628165" y="4639198"/>
              <a:ext cx="0" cy="58045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69" name="Groupe 68">
              <a:extLst>
                <a:ext uri="{FF2B5EF4-FFF2-40B4-BE49-F238E27FC236}">
                  <a16:creationId xmlns:a16="http://schemas.microsoft.com/office/drawing/2014/main" id="{863C7B00-349B-808D-0B4E-7DD75BEF5977}"/>
                </a:ext>
              </a:extLst>
            </p:cNvPr>
            <p:cNvGrpSpPr/>
            <p:nvPr/>
          </p:nvGrpSpPr>
          <p:grpSpPr>
            <a:xfrm>
              <a:off x="1572097" y="3696334"/>
              <a:ext cx="2397636" cy="942864"/>
              <a:chOff x="1572027" y="3991609"/>
              <a:chExt cx="2397636" cy="942864"/>
            </a:xfrm>
          </p:grpSpPr>
          <p:grpSp>
            <p:nvGrpSpPr>
              <p:cNvPr id="70" name="Groupe 69">
                <a:extLst>
                  <a:ext uri="{FF2B5EF4-FFF2-40B4-BE49-F238E27FC236}">
                    <a16:creationId xmlns:a16="http://schemas.microsoft.com/office/drawing/2014/main" id="{CB4F90C5-7CE0-4326-AE60-F4D9679FAD8E}"/>
                  </a:ext>
                </a:extLst>
              </p:cNvPr>
              <p:cNvGrpSpPr/>
              <p:nvPr/>
            </p:nvGrpSpPr>
            <p:grpSpPr>
              <a:xfrm>
                <a:off x="1863100" y="3991609"/>
                <a:ext cx="1764995" cy="562054"/>
                <a:chOff x="7753446" y="3448051"/>
                <a:chExt cx="1764995" cy="562054"/>
              </a:xfrm>
            </p:grpSpPr>
            <p:cxnSp>
              <p:nvCxnSpPr>
                <p:cNvPr id="76" name="Connecteur droit avec flèche 75">
                  <a:extLst>
                    <a:ext uri="{FF2B5EF4-FFF2-40B4-BE49-F238E27FC236}">
                      <a16:creationId xmlns:a16="http://schemas.microsoft.com/office/drawing/2014/main" id="{0F79D218-2BBF-A8F3-7971-510A694D8EA2}"/>
                    </a:ext>
                  </a:extLst>
                </p:cNvPr>
                <p:cNvCxnSpPr>
                  <a:cxnSpLocks/>
                  <a:stCxn id="71" idx="0"/>
                  <a:endCxn id="18" idx="2"/>
                </p:cNvCxnSpPr>
                <p:nvPr/>
              </p:nvCxnSpPr>
              <p:spPr>
                <a:xfrm flipV="1">
                  <a:off x="7753446" y="3448051"/>
                  <a:ext cx="784217" cy="5620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8" name="Connecteur droit avec flèche 77">
                  <a:extLst>
                    <a:ext uri="{FF2B5EF4-FFF2-40B4-BE49-F238E27FC236}">
                      <a16:creationId xmlns:a16="http://schemas.microsoft.com/office/drawing/2014/main" id="{D629A933-1B4F-F6B2-B815-67EAAB4A7136}"/>
                    </a:ext>
                  </a:extLst>
                </p:cNvPr>
                <p:cNvCxnSpPr>
                  <a:cxnSpLocks/>
                  <a:stCxn id="18" idx="2"/>
                  <a:endCxn id="72" idx="0"/>
                </p:cNvCxnSpPr>
                <p:nvPr/>
              </p:nvCxnSpPr>
              <p:spPr>
                <a:xfrm>
                  <a:off x="8537663" y="3448051"/>
                  <a:ext cx="980778" cy="56205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71" name="ZoneTexte 70">
                    <a:extLst>
                      <a:ext uri="{FF2B5EF4-FFF2-40B4-BE49-F238E27FC236}">
                        <a16:creationId xmlns:a16="http://schemas.microsoft.com/office/drawing/2014/main" id="{6B6125BB-EFEB-D9AD-DBB8-6681E9D7E30C}"/>
                      </a:ext>
                    </a:extLst>
                  </p:cNvPr>
                  <p:cNvSpPr txBox="1"/>
                  <p:nvPr/>
                </p:nvSpPr>
                <p:spPr>
                  <a:xfrm>
                    <a:off x="1572027" y="4553663"/>
                    <a:ext cx="58214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a:latin typeface="Cambria Math" panose="02040503050406030204" pitchFamily="18" charset="0"/>
                                </a:rPr>
                              </m:ctrlPr>
                            </m:sSupPr>
                            <m:e>
                              <m:r>
                                <a:rPr lang="fr-FR" b="1" i="1">
                                  <a:latin typeface="Cambria Math" panose="02040503050406030204" pitchFamily="18" charset="0"/>
                                </a:rPr>
                                <m:t>𝒕</m:t>
                              </m:r>
                            </m:e>
                            <m:sup>
                              <m:r>
                                <a:rPr lang="fr-FR" i="1">
                                  <a:latin typeface="Cambria Math" panose="02040503050406030204" pitchFamily="18" charset="0"/>
                                </a:rPr>
                                <m:t>(1)</m:t>
                              </m:r>
                            </m:sup>
                          </m:sSup>
                        </m:oMath>
                      </m:oMathPara>
                    </a14:m>
                    <a:endParaRPr lang="fr-FR" dirty="0"/>
                  </a:p>
                </p:txBody>
              </p:sp>
            </mc:Choice>
            <mc:Fallback xmlns="">
              <p:sp>
                <p:nvSpPr>
                  <p:cNvPr id="71" name="ZoneTexte 70">
                    <a:extLst>
                      <a:ext uri="{FF2B5EF4-FFF2-40B4-BE49-F238E27FC236}">
                        <a16:creationId xmlns:a16="http://schemas.microsoft.com/office/drawing/2014/main" id="{6B6125BB-EFEB-D9AD-DBB8-6681E9D7E30C}"/>
                      </a:ext>
                    </a:extLst>
                  </p:cNvPr>
                  <p:cNvSpPr txBox="1">
                    <a:spLocks noRot="1" noChangeAspect="1" noMove="1" noResize="1" noEditPoints="1" noAdjustHandles="1" noChangeArrowheads="1" noChangeShapeType="1" noTextEdit="1"/>
                  </p:cNvSpPr>
                  <p:nvPr/>
                </p:nvSpPr>
                <p:spPr>
                  <a:xfrm>
                    <a:off x="1572027" y="4553663"/>
                    <a:ext cx="582146" cy="380810"/>
                  </a:xfrm>
                  <a:prstGeom prst="rect">
                    <a:avLst/>
                  </a:prstGeom>
                  <a:blipFill>
                    <a:blip r:embed="rId8"/>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72" name="ZoneTexte 71">
                    <a:extLst>
                      <a:ext uri="{FF2B5EF4-FFF2-40B4-BE49-F238E27FC236}">
                        <a16:creationId xmlns:a16="http://schemas.microsoft.com/office/drawing/2014/main" id="{08463B9F-0BB2-45D4-7D9B-B972E5F2B02F}"/>
                      </a:ext>
                    </a:extLst>
                  </p:cNvPr>
                  <p:cNvSpPr txBox="1"/>
                  <p:nvPr/>
                </p:nvSpPr>
                <p:spPr>
                  <a:xfrm>
                    <a:off x="3286527" y="4553663"/>
                    <a:ext cx="683136" cy="3808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fr-FR" i="1" smtClean="0">
                                  <a:latin typeface="Cambria Math" panose="02040503050406030204" pitchFamily="18" charset="0"/>
                                </a:rPr>
                              </m:ctrlPr>
                            </m:sSupPr>
                            <m:e>
                              <m:r>
                                <a:rPr lang="fr-FR" b="1" i="1" smtClean="0">
                                  <a:latin typeface="Cambria Math" panose="02040503050406030204" pitchFamily="18" charset="0"/>
                                </a:rPr>
                                <m:t>𝒚</m:t>
                              </m:r>
                              <m:r>
                                <a:rPr lang="fr-FR" b="1" i="1" smtClean="0">
                                  <a:latin typeface="Cambria Math" panose="02040503050406030204" pitchFamily="18" charset="0"/>
                                </a:rPr>
                                <m:t>′</m:t>
                              </m:r>
                            </m:e>
                            <m:sup>
                              <m:r>
                                <a:rPr lang="fr-FR" i="1">
                                  <a:latin typeface="Cambria Math" panose="02040503050406030204" pitchFamily="18" charset="0"/>
                                </a:rPr>
                                <m:t>(1)</m:t>
                              </m:r>
                            </m:sup>
                          </m:sSup>
                        </m:oMath>
                      </m:oMathPara>
                    </a14:m>
                    <a:endParaRPr lang="fr-FR" dirty="0"/>
                  </a:p>
                </p:txBody>
              </p:sp>
            </mc:Choice>
            <mc:Fallback xmlns="">
              <p:sp>
                <p:nvSpPr>
                  <p:cNvPr id="72" name="ZoneTexte 71">
                    <a:extLst>
                      <a:ext uri="{FF2B5EF4-FFF2-40B4-BE49-F238E27FC236}">
                        <a16:creationId xmlns:a16="http://schemas.microsoft.com/office/drawing/2014/main" id="{08463B9F-0BB2-45D4-7D9B-B972E5F2B02F}"/>
                      </a:ext>
                    </a:extLst>
                  </p:cNvPr>
                  <p:cNvSpPr txBox="1">
                    <a:spLocks noRot="1" noChangeAspect="1" noMove="1" noResize="1" noEditPoints="1" noAdjustHandles="1" noChangeArrowheads="1" noChangeShapeType="1" noTextEdit="1"/>
                  </p:cNvSpPr>
                  <p:nvPr/>
                </p:nvSpPr>
                <p:spPr>
                  <a:xfrm>
                    <a:off x="3286527" y="4553663"/>
                    <a:ext cx="683136" cy="380810"/>
                  </a:xfrm>
                  <a:prstGeom prst="rect">
                    <a:avLst/>
                  </a:prstGeom>
                  <a:blipFill>
                    <a:blip r:embed="rId9"/>
                    <a:stretch>
                      <a:fillRect b="-14516"/>
                    </a:stretch>
                  </a:blipFill>
                </p:spPr>
                <p:txBody>
                  <a:bodyPr/>
                  <a:lstStyle/>
                  <a:p>
                    <a:r>
                      <a:rPr lang="fr-FR">
                        <a:noFill/>
                      </a:rPr>
                      <a:t> </a:t>
                    </a:r>
                  </a:p>
                </p:txBody>
              </p:sp>
            </mc:Fallback>
          </mc:AlternateContent>
        </p:grpSp>
      </p:grpSp>
      <p:sp>
        <p:nvSpPr>
          <p:cNvPr id="84" name="Bouton d'action : Aide 83">
            <a:hlinkClick r:id="" action="ppaction://noaction" highlightClick="1"/>
            <a:extLst>
              <a:ext uri="{FF2B5EF4-FFF2-40B4-BE49-F238E27FC236}">
                <a16:creationId xmlns:a16="http://schemas.microsoft.com/office/drawing/2014/main" id="{0D05EB47-33CE-D704-402E-BE9B715157A6}"/>
              </a:ext>
            </a:extLst>
          </p:cNvPr>
          <p:cNvSpPr/>
          <p:nvPr/>
        </p:nvSpPr>
        <p:spPr>
          <a:xfrm>
            <a:off x="7755138" y="5196260"/>
            <a:ext cx="651897" cy="614929"/>
          </a:xfrm>
          <a:prstGeom prst="actionButtonHelp">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6" name="Groupe 105">
            <a:extLst>
              <a:ext uri="{FF2B5EF4-FFF2-40B4-BE49-F238E27FC236}">
                <a16:creationId xmlns:a16="http://schemas.microsoft.com/office/drawing/2014/main" id="{7C7C53EF-9526-0813-04C2-C13A126F459E}"/>
              </a:ext>
            </a:extLst>
          </p:cNvPr>
          <p:cNvGrpSpPr/>
          <p:nvPr/>
        </p:nvGrpSpPr>
        <p:grpSpPr>
          <a:xfrm>
            <a:off x="8765237" y="3115034"/>
            <a:ext cx="2365703" cy="2698171"/>
            <a:chOff x="8722374" y="3312442"/>
            <a:chExt cx="2365703" cy="2698171"/>
          </a:xfrm>
        </p:grpSpPr>
        <p:grpSp>
          <p:nvGrpSpPr>
            <p:cNvPr id="87" name="Groupe 86">
              <a:extLst>
                <a:ext uri="{FF2B5EF4-FFF2-40B4-BE49-F238E27FC236}">
                  <a16:creationId xmlns:a16="http://schemas.microsoft.com/office/drawing/2014/main" id="{C3826A4D-BAFE-01D4-ED3F-E839611CD1DE}"/>
                </a:ext>
              </a:extLst>
            </p:cNvPr>
            <p:cNvGrpSpPr/>
            <p:nvPr/>
          </p:nvGrpSpPr>
          <p:grpSpPr>
            <a:xfrm>
              <a:off x="8849664" y="3881000"/>
              <a:ext cx="2089924" cy="1531954"/>
              <a:chOff x="1572097" y="3712783"/>
              <a:chExt cx="2089924" cy="1531954"/>
            </a:xfrm>
          </p:grpSpPr>
          <p:cxnSp>
            <p:nvCxnSpPr>
              <p:cNvPr id="88" name="Connecteur droit avec flèche 87">
                <a:extLst>
                  <a:ext uri="{FF2B5EF4-FFF2-40B4-BE49-F238E27FC236}">
                    <a16:creationId xmlns:a16="http://schemas.microsoft.com/office/drawing/2014/main" id="{562E2F3D-73F9-FBC9-21CB-CC3CB499064F}"/>
                  </a:ext>
                </a:extLst>
              </p:cNvPr>
              <p:cNvCxnSpPr>
                <a:cxnSpLocks/>
                <a:stCxn id="100" idx="0"/>
                <a:endCxn id="92" idx="2"/>
              </p:cNvCxnSpPr>
              <p:nvPr/>
            </p:nvCxnSpPr>
            <p:spPr>
              <a:xfrm flipV="1">
                <a:off x="1736671" y="4627720"/>
                <a:ext cx="2716" cy="61701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9" name="Connecteur droit avec flèche 88">
                <a:extLst>
                  <a:ext uri="{FF2B5EF4-FFF2-40B4-BE49-F238E27FC236}">
                    <a16:creationId xmlns:a16="http://schemas.microsoft.com/office/drawing/2014/main" id="{2BE337B8-81C4-D016-2088-04E2D93580D0}"/>
                  </a:ext>
                </a:extLst>
              </p:cNvPr>
              <p:cNvCxnSpPr>
                <a:cxnSpLocks/>
                <a:stCxn id="93" idx="2"/>
                <a:endCxn id="102" idx="3"/>
              </p:cNvCxnSpPr>
              <p:nvPr/>
            </p:nvCxnSpPr>
            <p:spPr>
              <a:xfrm>
                <a:off x="3474309" y="4627720"/>
                <a:ext cx="10253" cy="59773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90" name="Groupe 89">
                <a:extLst>
                  <a:ext uri="{FF2B5EF4-FFF2-40B4-BE49-F238E27FC236}">
                    <a16:creationId xmlns:a16="http://schemas.microsoft.com/office/drawing/2014/main" id="{611062CF-BBF3-63AF-6FC5-2F6353E6DD75}"/>
                  </a:ext>
                </a:extLst>
              </p:cNvPr>
              <p:cNvGrpSpPr/>
              <p:nvPr/>
            </p:nvGrpSpPr>
            <p:grpSpPr>
              <a:xfrm>
                <a:off x="1572097" y="3712783"/>
                <a:ext cx="2089924" cy="914937"/>
                <a:chOff x="1572027" y="4008058"/>
                <a:chExt cx="2089924" cy="914937"/>
              </a:xfrm>
            </p:grpSpPr>
            <p:grpSp>
              <p:nvGrpSpPr>
                <p:cNvPr id="91" name="Groupe 90">
                  <a:extLst>
                    <a:ext uri="{FF2B5EF4-FFF2-40B4-BE49-F238E27FC236}">
                      <a16:creationId xmlns:a16="http://schemas.microsoft.com/office/drawing/2014/main" id="{E6022734-C991-5BF7-2AB2-9C25293C805C}"/>
                    </a:ext>
                  </a:extLst>
                </p:cNvPr>
                <p:cNvGrpSpPr/>
                <p:nvPr/>
              </p:nvGrpSpPr>
              <p:grpSpPr>
                <a:xfrm>
                  <a:off x="1739317" y="4008058"/>
                  <a:ext cx="1734922" cy="545605"/>
                  <a:chOff x="7629663" y="3464500"/>
                  <a:chExt cx="1734922" cy="545605"/>
                </a:xfrm>
              </p:grpSpPr>
              <p:cxnSp>
                <p:nvCxnSpPr>
                  <p:cNvPr id="96" name="Connecteur droit avec flèche 95">
                    <a:extLst>
                      <a:ext uri="{FF2B5EF4-FFF2-40B4-BE49-F238E27FC236}">
                        <a16:creationId xmlns:a16="http://schemas.microsoft.com/office/drawing/2014/main" id="{20763B09-BD41-8625-5A2E-125224E98364}"/>
                      </a:ext>
                    </a:extLst>
                  </p:cNvPr>
                  <p:cNvCxnSpPr>
                    <a:cxnSpLocks/>
                    <a:stCxn id="92" idx="0"/>
                  </p:cNvCxnSpPr>
                  <p:nvPr/>
                </p:nvCxnSpPr>
                <p:spPr>
                  <a:xfrm flipV="1">
                    <a:off x="7629663" y="3464500"/>
                    <a:ext cx="896689" cy="54560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7" name="Connecteur droit avec flèche 96">
                    <a:extLst>
                      <a:ext uri="{FF2B5EF4-FFF2-40B4-BE49-F238E27FC236}">
                        <a16:creationId xmlns:a16="http://schemas.microsoft.com/office/drawing/2014/main" id="{732C1432-4238-0DED-0208-0BD80F6ADC42}"/>
                      </a:ext>
                    </a:extLst>
                  </p:cNvPr>
                  <p:cNvCxnSpPr>
                    <a:cxnSpLocks/>
                    <a:stCxn id="99" idx="2"/>
                    <a:endCxn id="93" idx="0"/>
                  </p:cNvCxnSpPr>
                  <p:nvPr/>
                </p:nvCxnSpPr>
                <p:spPr>
                  <a:xfrm>
                    <a:off x="8526353" y="3464500"/>
                    <a:ext cx="838232" cy="54560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92" name="ZoneTexte 91">
                      <a:extLst>
                        <a:ext uri="{FF2B5EF4-FFF2-40B4-BE49-F238E27FC236}">
                          <a16:creationId xmlns:a16="http://schemas.microsoft.com/office/drawing/2014/main" id="{DEA761AB-4B11-53CE-C05F-604EEA00EE07}"/>
                        </a:ext>
                      </a:extLst>
                    </p:cNvPr>
                    <p:cNvSpPr txBox="1"/>
                    <p:nvPr/>
                  </p:nvSpPr>
                  <p:spPr>
                    <a:xfrm>
                      <a:off x="1572027" y="4553663"/>
                      <a:ext cx="3345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1" smtClean="0">
                                <a:latin typeface="Cambria Math" panose="02040503050406030204" pitchFamily="18" charset="0"/>
                              </a:rPr>
                              <m:t>𝒕</m:t>
                            </m:r>
                          </m:oMath>
                        </m:oMathPara>
                      </a14:m>
                      <a:endParaRPr lang="fr-FR" b="1" dirty="0"/>
                    </a:p>
                  </p:txBody>
                </p:sp>
              </mc:Choice>
              <mc:Fallback xmlns="">
                <p:sp>
                  <p:nvSpPr>
                    <p:cNvPr id="92" name="ZoneTexte 91">
                      <a:extLst>
                        <a:ext uri="{FF2B5EF4-FFF2-40B4-BE49-F238E27FC236}">
                          <a16:creationId xmlns:a16="http://schemas.microsoft.com/office/drawing/2014/main" id="{DEA761AB-4B11-53CE-C05F-604EEA00EE07}"/>
                        </a:ext>
                      </a:extLst>
                    </p:cNvPr>
                    <p:cNvSpPr txBox="1">
                      <a:spLocks noRot="1" noChangeAspect="1" noMove="1" noResize="1" noEditPoints="1" noAdjustHandles="1" noChangeArrowheads="1" noChangeShapeType="1" noTextEdit="1"/>
                    </p:cNvSpPr>
                    <p:nvPr/>
                  </p:nvSpPr>
                  <p:spPr>
                    <a:xfrm>
                      <a:off x="1572027" y="4553663"/>
                      <a:ext cx="334579" cy="369332"/>
                    </a:xfrm>
                    <a:prstGeom prst="rect">
                      <a:avLst/>
                    </a:prstGeom>
                    <a:blipFill>
                      <a:blip r:embed="rId10"/>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3" name="ZoneTexte 92">
                      <a:extLst>
                        <a:ext uri="{FF2B5EF4-FFF2-40B4-BE49-F238E27FC236}">
                          <a16:creationId xmlns:a16="http://schemas.microsoft.com/office/drawing/2014/main" id="{CEEA0643-A2D2-8C6B-9577-06D80B718F4F}"/>
                        </a:ext>
                      </a:extLst>
                    </p:cNvPr>
                    <p:cNvSpPr txBox="1"/>
                    <p:nvPr/>
                  </p:nvSpPr>
                  <p:spPr>
                    <a:xfrm>
                      <a:off x="3286527" y="4553663"/>
                      <a:ext cx="3754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fr-FR" b="1" i="1" smtClean="0">
                                <a:latin typeface="Cambria Math" panose="02040503050406030204" pitchFamily="18" charset="0"/>
                              </a:rPr>
                              <m:t>𝒚</m:t>
                            </m:r>
                          </m:oMath>
                        </m:oMathPara>
                      </a14:m>
                      <a:endParaRPr lang="fr-FR" b="1" dirty="0"/>
                    </a:p>
                  </p:txBody>
                </p:sp>
              </mc:Choice>
              <mc:Fallback xmlns="">
                <p:sp>
                  <p:nvSpPr>
                    <p:cNvPr id="93" name="ZoneTexte 92">
                      <a:extLst>
                        <a:ext uri="{FF2B5EF4-FFF2-40B4-BE49-F238E27FC236}">
                          <a16:creationId xmlns:a16="http://schemas.microsoft.com/office/drawing/2014/main" id="{CEEA0643-A2D2-8C6B-9577-06D80B718F4F}"/>
                        </a:ext>
                      </a:extLst>
                    </p:cNvPr>
                    <p:cNvSpPr txBox="1">
                      <a:spLocks noRot="1" noChangeAspect="1" noMove="1" noResize="1" noEditPoints="1" noAdjustHandles="1" noChangeArrowheads="1" noChangeShapeType="1" noTextEdit="1"/>
                    </p:cNvSpPr>
                    <p:nvPr/>
                  </p:nvSpPr>
                  <p:spPr>
                    <a:xfrm>
                      <a:off x="3286527" y="4553663"/>
                      <a:ext cx="375424" cy="369332"/>
                    </a:xfrm>
                    <a:prstGeom prst="rect">
                      <a:avLst/>
                    </a:prstGeom>
                    <a:blipFill>
                      <a:blip r:embed="rId11"/>
                      <a:stretch>
                        <a:fillRect b="-6667"/>
                      </a:stretch>
                    </a:blipFill>
                  </p:spPr>
                  <p:txBody>
                    <a:bodyPr/>
                    <a:lstStyle/>
                    <a:p>
                      <a:r>
                        <a:rPr lang="fr-FR">
                          <a:noFill/>
                        </a:rPr>
                        <a:t> </a:t>
                      </a:r>
                    </a:p>
                  </p:txBody>
                </p:sp>
              </mc:Fallback>
            </mc:AlternateContent>
          </p:grpSp>
        </p:grpSp>
        <p:pic>
          <p:nvPicPr>
            <p:cNvPr id="99" name="Image 98">
              <a:extLst>
                <a:ext uri="{FF2B5EF4-FFF2-40B4-BE49-F238E27FC236}">
                  <a16:creationId xmlns:a16="http://schemas.microsoft.com/office/drawing/2014/main" id="{F540D37A-8B67-38FC-9FF7-1559584B6F1D}"/>
                </a:ext>
              </a:extLst>
            </p:cNvPr>
            <p:cNvPicPr>
              <a:picLocks noChangeAspect="1"/>
            </p:cNvPicPr>
            <p:nvPr/>
          </p:nvPicPr>
          <p:blipFill>
            <a:blip r:embed="rId12"/>
            <a:stretch>
              <a:fillRect/>
            </a:stretch>
          </p:blipFill>
          <p:spPr>
            <a:xfrm>
              <a:off x="9521535" y="3312442"/>
              <a:ext cx="784217" cy="568558"/>
            </a:xfrm>
            <a:prstGeom prst="rect">
              <a:avLst/>
            </a:prstGeom>
          </p:spPr>
        </p:pic>
        <p:pic>
          <p:nvPicPr>
            <p:cNvPr id="100" name="Image 99">
              <a:extLst>
                <a:ext uri="{FF2B5EF4-FFF2-40B4-BE49-F238E27FC236}">
                  <a16:creationId xmlns:a16="http://schemas.microsoft.com/office/drawing/2014/main" id="{4D372AA1-D556-150C-1568-555C0FFF9CFF}"/>
                </a:ext>
              </a:extLst>
            </p:cNvPr>
            <p:cNvPicPr>
              <a:picLocks noChangeAspect="1"/>
            </p:cNvPicPr>
            <p:nvPr/>
          </p:nvPicPr>
          <p:blipFill>
            <a:blip r:embed="rId13"/>
            <a:srcRect l="17191" t="40566" r="78005" b="54738"/>
            <a:stretch/>
          </p:blipFill>
          <p:spPr>
            <a:xfrm>
              <a:off x="8722374" y="5412954"/>
              <a:ext cx="583727" cy="597659"/>
            </a:xfrm>
            <a:prstGeom prst="rect">
              <a:avLst/>
            </a:prstGeom>
          </p:spPr>
        </p:pic>
        <p:sp>
          <p:nvSpPr>
            <p:cNvPr id="102" name="Bouton d'action : Aide 101">
              <a:hlinkClick r:id="" action="ppaction://noaction" highlightClick="1"/>
              <a:extLst>
                <a:ext uri="{FF2B5EF4-FFF2-40B4-BE49-F238E27FC236}">
                  <a16:creationId xmlns:a16="http://schemas.microsoft.com/office/drawing/2014/main" id="{A8D94717-9C24-3A7B-7E93-65DD5F7B5266}"/>
                </a:ext>
              </a:extLst>
            </p:cNvPr>
            <p:cNvSpPr/>
            <p:nvPr/>
          </p:nvSpPr>
          <p:spPr>
            <a:xfrm>
              <a:off x="10436180" y="5393668"/>
              <a:ext cx="651897" cy="614929"/>
            </a:xfrm>
            <a:prstGeom prst="actionButtonHelp">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7" name="Espace réservé du numéro de diapositive 6">
            <a:extLst>
              <a:ext uri="{FF2B5EF4-FFF2-40B4-BE49-F238E27FC236}">
                <a16:creationId xmlns:a16="http://schemas.microsoft.com/office/drawing/2014/main" id="{73D067AA-C5EF-13DE-38A1-893C29EE86AC}"/>
              </a:ext>
            </a:extLst>
          </p:cNvPr>
          <p:cNvSpPr>
            <a:spLocks noGrp="1"/>
          </p:cNvSpPr>
          <p:nvPr>
            <p:ph type="sldNum" sz="quarter" idx="12"/>
          </p:nvPr>
        </p:nvSpPr>
        <p:spPr/>
        <p:txBody>
          <a:bodyPr/>
          <a:lstStyle/>
          <a:p>
            <a:fld id="{5149A38E-4A7C-4C86-B631-64CD0F93C451}" type="slidenum">
              <a:rPr lang="fr-FR" smtClean="0"/>
              <a:t>49</a:t>
            </a:fld>
            <a:endParaRPr lang="fr-FR"/>
          </a:p>
        </p:txBody>
      </p:sp>
      <p:pic>
        <p:nvPicPr>
          <p:cNvPr id="9" name="Image 8">
            <a:extLst>
              <a:ext uri="{FF2B5EF4-FFF2-40B4-BE49-F238E27FC236}">
                <a16:creationId xmlns:a16="http://schemas.microsoft.com/office/drawing/2014/main" id="{8D2460F7-FF45-18D8-AA77-5EDA9F2D3F44}"/>
              </a:ext>
            </a:extLst>
          </p:cNvPr>
          <p:cNvPicPr>
            <a:picLocks noChangeAspect="1"/>
          </p:cNvPicPr>
          <p:nvPr/>
        </p:nvPicPr>
        <p:blipFill>
          <a:blip r:embed="rId14"/>
          <a:stretch>
            <a:fillRect/>
          </a:stretch>
        </p:blipFill>
        <p:spPr>
          <a:xfrm>
            <a:off x="1544873" y="5215546"/>
            <a:ext cx="636593" cy="655135"/>
          </a:xfrm>
          <a:prstGeom prst="rect">
            <a:avLst/>
          </a:prstGeom>
        </p:spPr>
      </p:pic>
      <p:pic>
        <p:nvPicPr>
          <p:cNvPr id="13" name="Image 12">
            <a:extLst>
              <a:ext uri="{FF2B5EF4-FFF2-40B4-BE49-F238E27FC236}">
                <a16:creationId xmlns:a16="http://schemas.microsoft.com/office/drawing/2014/main" id="{15E3710E-68DD-F35D-8512-8F7ADB5BE9C4}"/>
              </a:ext>
            </a:extLst>
          </p:cNvPr>
          <p:cNvPicPr>
            <a:picLocks noChangeAspect="1"/>
          </p:cNvPicPr>
          <p:nvPr/>
        </p:nvPicPr>
        <p:blipFill>
          <a:blip r:embed="rId15"/>
          <a:stretch>
            <a:fillRect/>
          </a:stretch>
        </p:blipFill>
        <p:spPr>
          <a:xfrm>
            <a:off x="2243251" y="3053184"/>
            <a:ext cx="845988" cy="643150"/>
          </a:xfrm>
          <a:prstGeom prst="rect">
            <a:avLst/>
          </a:prstGeom>
        </p:spPr>
      </p:pic>
      <p:pic>
        <p:nvPicPr>
          <p:cNvPr id="18" name="Image 17">
            <a:extLst>
              <a:ext uri="{FF2B5EF4-FFF2-40B4-BE49-F238E27FC236}">
                <a16:creationId xmlns:a16="http://schemas.microsoft.com/office/drawing/2014/main" id="{36184AFD-B317-E0BE-7FE9-0705511C9FD9}"/>
              </a:ext>
            </a:extLst>
          </p:cNvPr>
          <p:cNvPicPr>
            <a:picLocks noChangeAspect="1"/>
          </p:cNvPicPr>
          <p:nvPr/>
        </p:nvPicPr>
        <p:blipFill>
          <a:blip r:embed="rId15"/>
          <a:stretch>
            <a:fillRect/>
          </a:stretch>
        </p:blipFill>
        <p:spPr>
          <a:xfrm>
            <a:off x="6677315" y="3029791"/>
            <a:ext cx="845988" cy="643150"/>
          </a:xfrm>
          <a:prstGeom prst="rect">
            <a:avLst/>
          </a:prstGeom>
        </p:spPr>
      </p:pic>
      <p:pic>
        <p:nvPicPr>
          <p:cNvPr id="22" name="Image 21">
            <a:extLst>
              <a:ext uri="{FF2B5EF4-FFF2-40B4-BE49-F238E27FC236}">
                <a16:creationId xmlns:a16="http://schemas.microsoft.com/office/drawing/2014/main" id="{C8A64137-D749-17F2-59D0-31CD7466140C}"/>
              </a:ext>
            </a:extLst>
          </p:cNvPr>
          <p:cNvPicPr>
            <a:picLocks noChangeAspect="1"/>
          </p:cNvPicPr>
          <p:nvPr/>
        </p:nvPicPr>
        <p:blipFill>
          <a:blip r:embed="rId14"/>
          <a:stretch>
            <a:fillRect/>
          </a:stretch>
        </p:blipFill>
        <p:spPr>
          <a:xfrm>
            <a:off x="5999255" y="5177859"/>
            <a:ext cx="636593" cy="655135"/>
          </a:xfrm>
          <a:prstGeom prst="rect">
            <a:avLst/>
          </a:prstGeom>
        </p:spPr>
      </p:pic>
    </p:spTree>
    <p:extLst>
      <p:ext uri="{BB962C8B-B14F-4D97-AF65-F5344CB8AC3E}">
        <p14:creationId xmlns:p14="http://schemas.microsoft.com/office/powerpoint/2010/main" val="427729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0FCC8230-13AC-E9BE-18A5-B266F760344C}"/>
              </a:ext>
            </a:extLst>
          </p:cNvPr>
          <p:cNvPicPr>
            <a:picLocks noChangeAspect="1"/>
          </p:cNvPicPr>
          <p:nvPr/>
        </p:nvPicPr>
        <p:blipFill>
          <a:blip r:embed="rId3"/>
          <a:stretch>
            <a:fillRect/>
          </a:stretch>
        </p:blipFill>
        <p:spPr>
          <a:xfrm>
            <a:off x="6096000" y="2691227"/>
            <a:ext cx="3819235" cy="1895188"/>
          </a:xfrm>
          <a:prstGeom prst="rect">
            <a:avLst/>
          </a:prstGeom>
        </p:spPr>
      </p:pic>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a:t>The </a:t>
            </a:r>
            <a:r>
              <a:rPr lang="fr-FR" dirty="0" err="1"/>
              <a:t>decoder</a:t>
            </a:r>
            <a:r>
              <a:rPr lang="fr-FR" dirty="0"/>
              <a:t> </a:t>
            </a:r>
            <a:r>
              <a:rPr lang="fr-FR" dirty="0" err="1"/>
              <a:t>memorizes</a:t>
            </a:r>
            <a:r>
              <a:rPr lang="fr-FR" dirty="0"/>
              <a:t> but </a:t>
            </a:r>
            <a:r>
              <a:rPr lang="fr-FR" dirty="0" err="1"/>
              <a:t>does</a:t>
            </a:r>
            <a:r>
              <a:rPr lang="fr-FR" dirty="0"/>
              <a:t> not </a:t>
            </a:r>
            <a:r>
              <a:rPr lang="fr-FR" dirty="0" err="1"/>
              <a:t>generalize</a:t>
            </a:r>
            <a:endParaRPr lang="fr-FR" dirty="0"/>
          </a:p>
        </p:txBody>
      </p:sp>
      <mc:AlternateContent xmlns:mc="http://schemas.openxmlformats.org/markup-compatibility/2006" xmlns:a14="http://schemas.microsoft.com/office/drawing/2010/main">
        <mc:Choice Requires="a14">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normAutofit/>
              </a:bodyPr>
              <a:lstStyle/>
              <a:p>
                <a:pPr marL="0" indent="0">
                  <a:buNone/>
                </a:pPr>
                <a:r>
                  <a:rPr lang="fr-FR" dirty="0"/>
                  <a:t>Training the </a:t>
                </a:r>
                <a:r>
                  <a:rPr lang="fr-FR" dirty="0" err="1"/>
                  <a:t>decoder</a:t>
                </a:r>
                <a:r>
                  <a:rPr lang="fr-FR" dirty="0"/>
                  <a:t> on </a:t>
                </a:r>
                <a14:m>
                  <m:oMath xmlns:m="http://schemas.openxmlformats.org/officeDocument/2006/math">
                    <m:r>
                      <a:rPr lang="fr-FR" i="1" dirty="0" smtClean="0">
                        <a:latin typeface="Cambria Math" panose="02040503050406030204" pitchFamily="18" charset="0"/>
                      </a:rPr>
                      <m:t>𝑁</m:t>
                    </m:r>
                    <m:r>
                      <a:rPr lang="fr-FR" b="0" i="1" dirty="0" smtClean="0">
                        <a:latin typeface="Cambria Math" panose="02040503050406030204" pitchFamily="18" charset="0"/>
                      </a:rPr>
                      <m:t>=64</m:t>
                    </m:r>
                  </m:oMath>
                </a14:m>
                <a:r>
                  <a:rPr lang="fr-FR" dirty="0"/>
                  <a:t> training images</a:t>
                </a:r>
              </a:p>
              <a:p>
                <a:pPr marL="0" indent="0">
                  <a:buNone/>
                </a:pPr>
                <a:endParaRPr lang="fr-FR" dirty="0"/>
              </a:p>
            </p:txBody>
          </p:sp>
        </mc:Choice>
        <mc:Fallback xmlns="">
          <p:sp>
            <p:nvSpPr>
              <p:cNvPr id="4" name="Espace réservé du contenu 3">
                <a:extLst>
                  <a:ext uri="{FF2B5EF4-FFF2-40B4-BE49-F238E27FC236}">
                    <a16:creationId xmlns:a16="http://schemas.microsoft.com/office/drawing/2014/main" id="{5C4FF451-34CE-575F-F52A-5A9DD6BBE107}"/>
                  </a:ext>
                </a:extLst>
              </p:cNvPr>
              <p:cNvSpPr>
                <a:spLocks noGrp="1" noRot="1" noChangeAspect="1" noMove="1" noResize="1" noEditPoints="1" noAdjustHandles="1" noChangeArrowheads="1" noChangeShapeType="1" noTextEdit="1"/>
              </p:cNvSpPr>
              <p:nvPr>
                <p:ph sz="half" idx="1"/>
              </p:nvPr>
            </p:nvSpPr>
            <p:spPr>
              <a:blipFill>
                <a:blip r:embed="rId4"/>
                <a:stretch>
                  <a:fillRect l="-2471" t="-2241"/>
                </a:stretch>
              </a:blipFill>
            </p:spPr>
            <p:txBody>
              <a:bodyPr/>
              <a:lstStyle/>
              <a:p>
                <a:r>
                  <a:rPr lang="fr-FR">
                    <a:noFill/>
                  </a:rPr>
                  <a:t> </a:t>
                </a:r>
              </a:p>
            </p:txBody>
          </p:sp>
        </mc:Fallback>
      </mc:AlternateContent>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a:bodyPr>
          <a:lstStyle/>
          <a:p>
            <a:pPr marL="0" indent="0">
              <a:buNone/>
            </a:pPr>
            <a:r>
              <a:rPr lang="fr-FR" dirty="0" err="1"/>
              <a:t>Testing</a:t>
            </a:r>
            <a:r>
              <a:rPr lang="fr-FR" dirty="0"/>
              <a:t> on training and validation images</a:t>
            </a:r>
          </a:p>
          <a:p>
            <a:pPr marL="0" indent="0">
              <a:buNone/>
            </a:pPr>
            <a:endParaRPr lang="fr-FR" dirty="0"/>
          </a:p>
          <a:p>
            <a:pPr marL="0" indent="0">
              <a:buNone/>
            </a:pPr>
            <a:endParaRPr lang="fr-FR" dirty="0"/>
          </a:p>
          <a:p>
            <a:pPr marL="0" indent="0">
              <a:buNone/>
            </a:pPr>
            <a:endParaRPr lang="fr-FR" dirty="0"/>
          </a:p>
        </p:txBody>
      </p:sp>
      <p:sp>
        <p:nvSpPr>
          <p:cNvPr id="11" name="ZoneTexte 10">
            <a:extLst>
              <a:ext uri="{FF2B5EF4-FFF2-40B4-BE49-F238E27FC236}">
                <a16:creationId xmlns:a16="http://schemas.microsoft.com/office/drawing/2014/main" id="{EEC6DEF6-02F7-D256-92F3-2BD4AD0C6A51}"/>
              </a:ext>
            </a:extLst>
          </p:cNvPr>
          <p:cNvSpPr txBox="1"/>
          <p:nvPr/>
        </p:nvSpPr>
        <p:spPr>
          <a:xfrm>
            <a:off x="10170993" y="3549908"/>
            <a:ext cx="927049" cy="369332"/>
          </a:xfrm>
          <a:prstGeom prst="rect">
            <a:avLst/>
          </a:prstGeom>
          <a:noFill/>
        </p:spPr>
        <p:txBody>
          <a:bodyPr wrap="none" rtlCol="0">
            <a:spAutoFit/>
          </a:bodyPr>
          <a:lstStyle/>
          <a:p>
            <a:r>
              <a:rPr lang="fr-FR" dirty="0"/>
              <a:t>Training</a:t>
            </a:r>
          </a:p>
        </p:txBody>
      </p:sp>
      <p:sp>
        <p:nvSpPr>
          <p:cNvPr id="12" name="ZoneTexte 11">
            <a:extLst>
              <a:ext uri="{FF2B5EF4-FFF2-40B4-BE49-F238E27FC236}">
                <a16:creationId xmlns:a16="http://schemas.microsoft.com/office/drawing/2014/main" id="{9D560D3F-0287-3293-2817-CB06F6AF77BA}"/>
              </a:ext>
            </a:extLst>
          </p:cNvPr>
          <p:cNvSpPr txBox="1"/>
          <p:nvPr/>
        </p:nvSpPr>
        <p:spPr>
          <a:xfrm>
            <a:off x="10170993" y="5458857"/>
            <a:ext cx="1123513" cy="369332"/>
          </a:xfrm>
          <a:prstGeom prst="rect">
            <a:avLst/>
          </a:prstGeom>
          <a:noFill/>
        </p:spPr>
        <p:txBody>
          <a:bodyPr wrap="none" rtlCol="0">
            <a:spAutoFit/>
          </a:bodyPr>
          <a:lstStyle/>
          <a:p>
            <a:r>
              <a:rPr lang="fr-FR" dirty="0"/>
              <a:t>Validation</a:t>
            </a:r>
          </a:p>
        </p:txBody>
      </p:sp>
      <p:pic>
        <p:nvPicPr>
          <p:cNvPr id="15" name="Image 14">
            <a:extLst>
              <a:ext uri="{FF2B5EF4-FFF2-40B4-BE49-F238E27FC236}">
                <a16:creationId xmlns:a16="http://schemas.microsoft.com/office/drawing/2014/main" id="{4F9C7134-93DE-D00B-B69E-299EFF74AAEF}"/>
              </a:ext>
            </a:extLst>
          </p:cNvPr>
          <p:cNvPicPr>
            <a:picLocks noChangeAspect="1"/>
          </p:cNvPicPr>
          <p:nvPr/>
        </p:nvPicPr>
        <p:blipFill>
          <a:blip r:embed="rId5"/>
          <a:stretch>
            <a:fillRect/>
          </a:stretch>
        </p:blipFill>
        <p:spPr>
          <a:xfrm>
            <a:off x="897494" y="3017607"/>
            <a:ext cx="4191886" cy="3100847"/>
          </a:xfrm>
          <a:prstGeom prst="rect">
            <a:avLst/>
          </a:prstGeom>
        </p:spPr>
      </p:pic>
      <p:sp>
        <p:nvSpPr>
          <p:cNvPr id="3" name="Espace réservé du numéro de diapositive 2">
            <a:extLst>
              <a:ext uri="{FF2B5EF4-FFF2-40B4-BE49-F238E27FC236}">
                <a16:creationId xmlns:a16="http://schemas.microsoft.com/office/drawing/2014/main" id="{2AEAE583-3E7B-CD79-60C2-4C2AE3F246C5}"/>
              </a:ext>
            </a:extLst>
          </p:cNvPr>
          <p:cNvSpPr>
            <a:spLocks noGrp="1"/>
          </p:cNvSpPr>
          <p:nvPr>
            <p:ph type="sldNum" sz="quarter" idx="12"/>
          </p:nvPr>
        </p:nvSpPr>
        <p:spPr/>
        <p:txBody>
          <a:bodyPr/>
          <a:lstStyle/>
          <a:p>
            <a:fld id="{5149A38E-4A7C-4C86-B631-64CD0F93C451}" type="slidenum">
              <a:rPr lang="fr-FR" smtClean="0"/>
              <a:t>50</a:t>
            </a:fld>
            <a:endParaRPr lang="fr-FR"/>
          </a:p>
        </p:txBody>
      </p:sp>
      <p:pic>
        <p:nvPicPr>
          <p:cNvPr id="16" name="Image 15">
            <a:extLst>
              <a:ext uri="{FF2B5EF4-FFF2-40B4-BE49-F238E27FC236}">
                <a16:creationId xmlns:a16="http://schemas.microsoft.com/office/drawing/2014/main" id="{36FC0947-5A6F-9007-2F9B-C3D23D8C0C39}"/>
              </a:ext>
            </a:extLst>
          </p:cNvPr>
          <p:cNvPicPr>
            <a:picLocks noChangeAspect="1"/>
          </p:cNvPicPr>
          <p:nvPr/>
        </p:nvPicPr>
        <p:blipFill>
          <a:blip r:embed="rId6"/>
          <a:stretch>
            <a:fillRect/>
          </a:stretch>
        </p:blipFill>
        <p:spPr>
          <a:xfrm>
            <a:off x="6096000" y="4635567"/>
            <a:ext cx="3834521" cy="1902773"/>
          </a:xfrm>
          <a:prstGeom prst="rect">
            <a:avLst/>
          </a:prstGeom>
        </p:spPr>
      </p:pic>
    </p:spTree>
    <p:extLst>
      <p:ext uri="{BB962C8B-B14F-4D97-AF65-F5344CB8AC3E}">
        <p14:creationId xmlns:p14="http://schemas.microsoft.com/office/powerpoint/2010/main" val="2398691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Generalization</a:t>
            </a:r>
            <a:r>
              <a:rPr lang="fr-FR" dirty="0"/>
              <a:t> </a:t>
            </a:r>
            <a:r>
              <a:rPr lang="fr-FR" dirty="0" err="1"/>
              <a:t>improves</a:t>
            </a:r>
            <a:r>
              <a:rPr lang="fr-FR" dirty="0"/>
              <a:t> with more data at the </a:t>
            </a:r>
            <a:r>
              <a:rPr lang="fr-FR" dirty="0" err="1"/>
              <a:t>expense</a:t>
            </a:r>
            <a:r>
              <a:rPr lang="fr-FR" dirty="0"/>
              <a:t> of </a:t>
            </a:r>
            <a:r>
              <a:rPr lang="fr-FR" dirty="0" err="1"/>
              <a:t>memorization</a:t>
            </a:r>
            <a:endParaRPr lang="fr-FR" dirty="0"/>
          </a:p>
        </p:txBody>
      </p:sp>
      <mc:AlternateContent xmlns:mc="http://schemas.openxmlformats.org/markup-compatibility/2006" xmlns:a14="http://schemas.microsoft.com/office/drawing/2010/main">
        <mc:Choice Requires="a14">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normAutofit/>
              </a:bodyPr>
              <a:lstStyle/>
              <a:p>
                <a:pPr marL="0" indent="0">
                  <a:buNone/>
                </a:pPr>
                <a:r>
                  <a:rPr lang="fr-FR" dirty="0"/>
                  <a:t>Training the </a:t>
                </a:r>
                <a:r>
                  <a:rPr lang="fr-FR" dirty="0" err="1"/>
                  <a:t>decoder</a:t>
                </a:r>
                <a:r>
                  <a:rPr lang="fr-FR" dirty="0"/>
                  <a:t> on </a:t>
                </a:r>
                <a:endParaRPr lang="fr-FR" i="1" dirty="0">
                  <a:latin typeface="Cambria Math" panose="02040503050406030204" pitchFamily="18" charset="0"/>
                </a:endParaRPr>
              </a:p>
              <a:p>
                <a:pPr marL="0" indent="0">
                  <a:buNone/>
                </a:pPr>
                <a14:m>
                  <m:oMath xmlns:m="http://schemas.openxmlformats.org/officeDocument/2006/math">
                    <m:r>
                      <a:rPr lang="fr-FR" i="1" dirty="0" smtClean="0">
                        <a:latin typeface="Cambria Math" panose="02040503050406030204" pitchFamily="18" charset="0"/>
                      </a:rPr>
                      <m:t>𝑁</m:t>
                    </m:r>
                    <m:r>
                      <a:rPr lang="fr-FR" b="0" i="1" dirty="0" smtClean="0">
                        <a:latin typeface="Cambria Math" panose="02040503050406030204" pitchFamily="18" charset="0"/>
                        <a:ea typeface="Cambria Math" panose="02040503050406030204" pitchFamily="18" charset="0"/>
                      </a:rPr>
                      <m:t>≈</m:t>
                    </m:r>
                    <m:r>
                      <a:rPr lang="fr-FR" b="0" i="1" dirty="0" smtClean="0">
                        <a:latin typeface="Cambria Math" panose="02040503050406030204" pitchFamily="18" charset="0"/>
                      </a:rPr>
                      <m:t>50000</m:t>
                    </m:r>
                  </m:oMath>
                </a14:m>
                <a:r>
                  <a:rPr lang="fr-FR" dirty="0"/>
                  <a:t> training images</a:t>
                </a:r>
              </a:p>
              <a:p>
                <a:pPr marL="0" indent="0">
                  <a:buNone/>
                </a:pPr>
                <a:endParaRPr lang="fr-FR" dirty="0"/>
              </a:p>
            </p:txBody>
          </p:sp>
        </mc:Choice>
        <mc:Fallback xmlns="">
          <p:sp>
            <p:nvSpPr>
              <p:cNvPr id="4" name="Espace réservé du contenu 3">
                <a:extLst>
                  <a:ext uri="{FF2B5EF4-FFF2-40B4-BE49-F238E27FC236}">
                    <a16:creationId xmlns:a16="http://schemas.microsoft.com/office/drawing/2014/main" id="{5C4FF451-34CE-575F-F52A-5A9DD6BBE107}"/>
                  </a:ext>
                </a:extLst>
              </p:cNvPr>
              <p:cNvSpPr>
                <a:spLocks noGrp="1" noRot="1" noChangeAspect="1" noMove="1" noResize="1" noEditPoints="1" noAdjustHandles="1" noChangeArrowheads="1" noChangeShapeType="1" noTextEdit="1"/>
              </p:cNvSpPr>
              <p:nvPr>
                <p:ph sz="half" idx="1"/>
              </p:nvPr>
            </p:nvSpPr>
            <p:spPr>
              <a:blipFill>
                <a:blip r:embed="rId3"/>
                <a:stretch>
                  <a:fillRect l="-2471" t="-2241"/>
                </a:stretch>
              </a:blipFill>
            </p:spPr>
            <p:txBody>
              <a:bodyPr/>
              <a:lstStyle/>
              <a:p>
                <a:r>
                  <a:rPr lang="fr-FR">
                    <a:noFill/>
                  </a:rPr>
                  <a:t> </a:t>
                </a:r>
              </a:p>
            </p:txBody>
          </p:sp>
        </mc:Fallback>
      </mc:AlternateContent>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a:bodyPr>
          <a:lstStyle/>
          <a:p>
            <a:pPr marL="0" indent="0">
              <a:buNone/>
            </a:pPr>
            <a:r>
              <a:rPr lang="fr-FR" dirty="0" err="1"/>
              <a:t>Testing</a:t>
            </a:r>
            <a:r>
              <a:rPr lang="fr-FR" dirty="0"/>
              <a:t> on training and validation images</a:t>
            </a:r>
          </a:p>
          <a:p>
            <a:pPr marL="0" indent="0">
              <a:buNone/>
            </a:pPr>
            <a:endParaRPr lang="fr-FR" dirty="0"/>
          </a:p>
          <a:p>
            <a:pPr marL="0" indent="0">
              <a:buNone/>
            </a:pPr>
            <a:endParaRPr lang="fr-FR" dirty="0"/>
          </a:p>
          <a:p>
            <a:pPr marL="0" indent="0">
              <a:buNone/>
            </a:pPr>
            <a:endParaRPr lang="fr-FR" dirty="0"/>
          </a:p>
        </p:txBody>
      </p:sp>
      <p:sp>
        <p:nvSpPr>
          <p:cNvPr id="11" name="ZoneTexte 10">
            <a:extLst>
              <a:ext uri="{FF2B5EF4-FFF2-40B4-BE49-F238E27FC236}">
                <a16:creationId xmlns:a16="http://schemas.microsoft.com/office/drawing/2014/main" id="{EEC6DEF6-02F7-D256-92F3-2BD4AD0C6A51}"/>
              </a:ext>
            </a:extLst>
          </p:cNvPr>
          <p:cNvSpPr txBox="1"/>
          <p:nvPr/>
        </p:nvSpPr>
        <p:spPr>
          <a:xfrm>
            <a:off x="10170993" y="3549908"/>
            <a:ext cx="927049" cy="369332"/>
          </a:xfrm>
          <a:prstGeom prst="rect">
            <a:avLst/>
          </a:prstGeom>
          <a:noFill/>
        </p:spPr>
        <p:txBody>
          <a:bodyPr wrap="none" rtlCol="0">
            <a:spAutoFit/>
          </a:bodyPr>
          <a:lstStyle/>
          <a:p>
            <a:r>
              <a:rPr lang="fr-FR" dirty="0"/>
              <a:t>Training</a:t>
            </a:r>
          </a:p>
        </p:txBody>
      </p:sp>
      <p:sp>
        <p:nvSpPr>
          <p:cNvPr id="12" name="ZoneTexte 11">
            <a:extLst>
              <a:ext uri="{FF2B5EF4-FFF2-40B4-BE49-F238E27FC236}">
                <a16:creationId xmlns:a16="http://schemas.microsoft.com/office/drawing/2014/main" id="{9D560D3F-0287-3293-2817-CB06F6AF77BA}"/>
              </a:ext>
            </a:extLst>
          </p:cNvPr>
          <p:cNvSpPr txBox="1"/>
          <p:nvPr/>
        </p:nvSpPr>
        <p:spPr>
          <a:xfrm>
            <a:off x="10170993" y="5458857"/>
            <a:ext cx="1123513" cy="369332"/>
          </a:xfrm>
          <a:prstGeom prst="rect">
            <a:avLst/>
          </a:prstGeom>
          <a:noFill/>
        </p:spPr>
        <p:txBody>
          <a:bodyPr wrap="none" rtlCol="0">
            <a:spAutoFit/>
          </a:bodyPr>
          <a:lstStyle/>
          <a:p>
            <a:r>
              <a:rPr lang="fr-FR" dirty="0"/>
              <a:t>Validation</a:t>
            </a:r>
          </a:p>
        </p:txBody>
      </p:sp>
      <p:pic>
        <p:nvPicPr>
          <p:cNvPr id="13" name="Image 12">
            <a:extLst>
              <a:ext uri="{FF2B5EF4-FFF2-40B4-BE49-F238E27FC236}">
                <a16:creationId xmlns:a16="http://schemas.microsoft.com/office/drawing/2014/main" id="{1742E647-1881-3380-8D49-A3B0FFB2BE1A}"/>
              </a:ext>
            </a:extLst>
          </p:cNvPr>
          <p:cNvPicPr>
            <a:picLocks noChangeAspect="1"/>
          </p:cNvPicPr>
          <p:nvPr/>
        </p:nvPicPr>
        <p:blipFill>
          <a:blip r:embed="rId4"/>
          <a:stretch>
            <a:fillRect/>
          </a:stretch>
        </p:blipFill>
        <p:spPr>
          <a:xfrm>
            <a:off x="6172200" y="2643188"/>
            <a:ext cx="3743036" cy="1857375"/>
          </a:xfrm>
          <a:prstGeom prst="rect">
            <a:avLst/>
          </a:prstGeom>
        </p:spPr>
      </p:pic>
      <p:pic>
        <p:nvPicPr>
          <p:cNvPr id="15" name="Image 14">
            <a:extLst>
              <a:ext uri="{FF2B5EF4-FFF2-40B4-BE49-F238E27FC236}">
                <a16:creationId xmlns:a16="http://schemas.microsoft.com/office/drawing/2014/main" id="{EEB79106-52C7-B6E5-80D4-BB5594285646}"/>
              </a:ext>
            </a:extLst>
          </p:cNvPr>
          <p:cNvPicPr>
            <a:picLocks noChangeAspect="1"/>
          </p:cNvPicPr>
          <p:nvPr/>
        </p:nvPicPr>
        <p:blipFill>
          <a:blip r:embed="rId5"/>
          <a:stretch>
            <a:fillRect/>
          </a:stretch>
        </p:blipFill>
        <p:spPr>
          <a:xfrm>
            <a:off x="6172200" y="4635499"/>
            <a:ext cx="3743036" cy="1857376"/>
          </a:xfrm>
          <a:prstGeom prst="rect">
            <a:avLst/>
          </a:prstGeom>
        </p:spPr>
      </p:pic>
      <p:sp>
        <p:nvSpPr>
          <p:cNvPr id="3" name="Espace réservé du numéro de diapositive 2">
            <a:extLst>
              <a:ext uri="{FF2B5EF4-FFF2-40B4-BE49-F238E27FC236}">
                <a16:creationId xmlns:a16="http://schemas.microsoft.com/office/drawing/2014/main" id="{07E6D9FF-3A58-5732-F083-CF2A14AE8A8B}"/>
              </a:ext>
            </a:extLst>
          </p:cNvPr>
          <p:cNvSpPr>
            <a:spLocks noGrp="1"/>
          </p:cNvSpPr>
          <p:nvPr>
            <p:ph type="sldNum" sz="quarter" idx="12"/>
          </p:nvPr>
        </p:nvSpPr>
        <p:spPr/>
        <p:txBody>
          <a:bodyPr/>
          <a:lstStyle/>
          <a:p>
            <a:fld id="{5149A38E-4A7C-4C86-B631-64CD0F93C451}" type="slidenum">
              <a:rPr lang="fr-FR" smtClean="0"/>
              <a:t>51</a:t>
            </a:fld>
            <a:endParaRPr lang="fr-FR"/>
          </a:p>
        </p:txBody>
      </p:sp>
      <p:pic>
        <p:nvPicPr>
          <p:cNvPr id="8" name="Image 7">
            <a:extLst>
              <a:ext uri="{FF2B5EF4-FFF2-40B4-BE49-F238E27FC236}">
                <a16:creationId xmlns:a16="http://schemas.microsoft.com/office/drawing/2014/main" id="{D47F7965-4155-97DB-416A-27E06CAC3401}"/>
              </a:ext>
            </a:extLst>
          </p:cNvPr>
          <p:cNvPicPr>
            <a:picLocks noChangeAspect="1"/>
          </p:cNvPicPr>
          <p:nvPr/>
        </p:nvPicPr>
        <p:blipFill>
          <a:blip r:embed="rId6"/>
          <a:stretch>
            <a:fillRect/>
          </a:stretch>
        </p:blipFill>
        <p:spPr>
          <a:xfrm>
            <a:off x="838200" y="3128833"/>
            <a:ext cx="4617770" cy="3364042"/>
          </a:xfrm>
          <a:prstGeom prst="rect">
            <a:avLst/>
          </a:prstGeom>
        </p:spPr>
      </p:pic>
    </p:spTree>
    <p:extLst>
      <p:ext uri="{BB962C8B-B14F-4D97-AF65-F5344CB8AC3E}">
        <p14:creationId xmlns:p14="http://schemas.microsoft.com/office/powerpoint/2010/main" val="39419700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5DB92A-314C-D3A0-634A-D99EC9E29BAC}"/>
              </a:ext>
            </a:extLst>
          </p:cNvPr>
          <p:cNvSpPr>
            <a:spLocks noGrp="1"/>
          </p:cNvSpPr>
          <p:nvPr>
            <p:ph type="title"/>
          </p:nvPr>
        </p:nvSpPr>
        <p:spPr/>
        <p:txBody>
          <a:bodyPr/>
          <a:lstStyle/>
          <a:p>
            <a:r>
              <a:rPr lang="fr-FR" dirty="0"/>
              <a:t>Sparsity </a:t>
            </a:r>
            <a:r>
              <a:rPr lang="fr-FR" dirty="0" err="1"/>
              <a:t>favours</a:t>
            </a:r>
            <a:r>
              <a:rPr lang="fr-FR" dirty="0"/>
              <a:t> </a:t>
            </a:r>
            <a:r>
              <a:rPr lang="fr-FR" dirty="0" err="1"/>
              <a:t>memorization</a:t>
            </a:r>
            <a:r>
              <a:rPr lang="fr-FR" dirty="0"/>
              <a:t> at the </a:t>
            </a:r>
            <a:r>
              <a:rPr lang="fr-FR" dirty="0" err="1"/>
              <a:t>expense</a:t>
            </a:r>
            <a:r>
              <a:rPr lang="fr-FR" dirty="0"/>
              <a:t> of </a:t>
            </a:r>
            <a:r>
              <a:rPr lang="fr-FR" dirty="0" err="1"/>
              <a:t>generalization</a:t>
            </a:r>
            <a:endParaRPr lang="fr-FR" dirty="0"/>
          </a:p>
        </p:txBody>
      </p:sp>
      <p:pic>
        <p:nvPicPr>
          <p:cNvPr id="6" name="Espace réservé du contenu 5">
            <a:extLst>
              <a:ext uri="{FF2B5EF4-FFF2-40B4-BE49-F238E27FC236}">
                <a16:creationId xmlns:a16="http://schemas.microsoft.com/office/drawing/2014/main" id="{313D72DB-70DC-9261-79F2-25691DD8E524}"/>
              </a:ext>
            </a:extLst>
          </p:cNvPr>
          <p:cNvPicPr>
            <a:picLocks noGrp="1" noChangeAspect="1"/>
          </p:cNvPicPr>
          <p:nvPr>
            <p:ph sz="half" idx="1"/>
          </p:nvPr>
        </p:nvPicPr>
        <p:blipFill>
          <a:blip r:embed="rId3"/>
          <a:stretch>
            <a:fillRect/>
          </a:stretch>
        </p:blipFill>
        <p:spPr>
          <a:xfrm>
            <a:off x="838200" y="1861886"/>
            <a:ext cx="5181600" cy="4278816"/>
          </a:xfrm>
        </p:spPr>
      </p:pic>
      <p:pic>
        <p:nvPicPr>
          <p:cNvPr id="8" name="Espace réservé du contenu 7">
            <a:extLst>
              <a:ext uri="{FF2B5EF4-FFF2-40B4-BE49-F238E27FC236}">
                <a16:creationId xmlns:a16="http://schemas.microsoft.com/office/drawing/2014/main" id="{21C5C15E-C514-446D-BBFB-8DD851BAEE32}"/>
              </a:ext>
            </a:extLst>
          </p:cNvPr>
          <p:cNvPicPr>
            <a:picLocks noGrp="1" noChangeAspect="1"/>
          </p:cNvPicPr>
          <p:nvPr>
            <p:ph sz="half" idx="2"/>
          </p:nvPr>
        </p:nvPicPr>
        <p:blipFill>
          <a:blip r:embed="rId4"/>
          <a:stretch>
            <a:fillRect/>
          </a:stretch>
        </p:blipFill>
        <p:spPr>
          <a:xfrm>
            <a:off x="6172200" y="1929565"/>
            <a:ext cx="5181600" cy="4143458"/>
          </a:xfrm>
        </p:spPr>
      </p:pic>
      <p:sp>
        <p:nvSpPr>
          <p:cNvPr id="3" name="Espace réservé du numéro de diapositive 2">
            <a:extLst>
              <a:ext uri="{FF2B5EF4-FFF2-40B4-BE49-F238E27FC236}">
                <a16:creationId xmlns:a16="http://schemas.microsoft.com/office/drawing/2014/main" id="{A5FF4EA0-50DB-0F06-C5A1-E341DE5A93CF}"/>
              </a:ext>
            </a:extLst>
          </p:cNvPr>
          <p:cNvSpPr>
            <a:spLocks noGrp="1"/>
          </p:cNvSpPr>
          <p:nvPr>
            <p:ph type="sldNum" sz="quarter" idx="12"/>
          </p:nvPr>
        </p:nvSpPr>
        <p:spPr/>
        <p:txBody>
          <a:bodyPr/>
          <a:lstStyle/>
          <a:p>
            <a:fld id="{5149A38E-4A7C-4C86-B631-64CD0F93C451}" type="slidenum">
              <a:rPr lang="fr-FR" smtClean="0"/>
              <a:t>52</a:t>
            </a:fld>
            <a:endParaRPr lang="fr-FR"/>
          </a:p>
        </p:txBody>
      </p:sp>
    </p:spTree>
    <p:extLst>
      <p:ext uri="{BB962C8B-B14F-4D97-AF65-F5344CB8AC3E}">
        <p14:creationId xmlns:p14="http://schemas.microsoft.com/office/powerpoint/2010/main" val="16083881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Monosynaptic</a:t>
            </a:r>
            <a:r>
              <a:rPr lang="fr-FR" dirty="0"/>
              <a:t> </a:t>
            </a:r>
            <a:r>
              <a:rPr lang="fr-FR" dirty="0" err="1"/>
              <a:t>pathway</a:t>
            </a:r>
            <a:r>
              <a:rPr lang="fr-FR" dirty="0"/>
              <a:t> to CA1</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lstStyle/>
          <a:p>
            <a:pPr marL="0" indent="0">
              <a:buNone/>
            </a:pPr>
            <a:endParaRPr lang="fr-FR" dirty="0"/>
          </a:p>
        </p:txBody>
      </p:sp>
      <p:grpSp>
        <p:nvGrpSpPr>
          <p:cNvPr id="15" name="Groupe 14">
            <a:extLst>
              <a:ext uri="{FF2B5EF4-FFF2-40B4-BE49-F238E27FC236}">
                <a16:creationId xmlns:a16="http://schemas.microsoft.com/office/drawing/2014/main" id="{634E3E86-58BB-2014-50DE-BCE910802E62}"/>
              </a:ext>
            </a:extLst>
          </p:cNvPr>
          <p:cNvGrpSpPr/>
          <p:nvPr/>
        </p:nvGrpSpPr>
        <p:grpSpPr>
          <a:xfrm>
            <a:off x="2380983" y="2094146"/>
            <a:ext cx="3374118" cy="3732871"/>
            <a:chOff x="2380983" y="2094146"/>
            <a:chExt cx="3374118" cy="3732871"/>
          </a:xfrm>
        </p:grpSpPr>
        <p:sp>
          <p:nvSpPr>
            <p:cNvPr id="3" name="Rectangle 2">
              <a:extLst>
                <a:ext uri="{FF2B5EF4-FFF2-40B4-BE49-F238E27FC236}">
                  <a16:creationId xmlns:a16="http://schemas.microsoft.com/office/drawing/2014/main" id="{BE1173F9-8505-E5C0-6846-828C40AA7784}"/>
                </a:ext>
              </a:extLst>
            </p:cNvPr>
            <p:cNvSpPr/>
            <p:nvPr/>
          </p:nvSpPr>
          <p:spPr>
            <a:xfrm>
              <a:off x="3563566" y="2094146"/>
              <a:ext cx="1299292"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14" name="Groupe 13">
              <a:extLst>
                <a:ext uri="{FF2B5EF4-FFF2-40B4-BE49-F238E27FC236}">
                  <a16:creationId xmlns:a16="http://schemas.microsoft.com/office/drawing/2014/main" id="{3CCF3462-8E08-FD8D-E115-AC53B5C249C8}"/>
                </a:ext>
              </a:extLst>
            </p:cNvPr>
            <p:cNvGrpSpPr/>
            <p:nvPr/>
          </p:nvGrpSpPr>
          <p:grpSpPr>
            <a:xfrm>
              <a:off x="2380983" y="2205716"/>
              <a:ext cx="3374118" cy="3621301"/>
              <a:chOff x="2380983" y="2205716"/>
              <a:chExt cx="3374118" cy="3621301"/>
            </a:xfrm>
          </p:grpSpPr>
          <p:grpSp>
            <p:nvGrpSpPr>
              <p:cNvPr id="69" name="Groupe 68">
                <a:extLst>
                  <a:ext uri="{FF2B5EF4-FFF2-40B4-BE49-F238E27FC236}">
                    <a16:creationId xmlns:a16="http://schemas.microsoft.com/office/drawing/2014/main" id="{8815DBDD-5AA7-06EB-75CC-5260C6ED5706}"/>
                  </a:ext>
                </a:extLst>
              </p:cNvPr>
              <p:cNvGrpSpPr/>
              <p:nvPr/>
            </p:nvGrpSpPr>
            <p:grpSpPr>
              <a:xfrm>
                <a:off x="2380983" y="2205716"/>
                <a:ext cx="2017735" cy="3591156"/>
                <a:chOff x="8748102" y="2382395"/>
                <a:chExt cx="2017735" cy="3591156"/>
              </a:xfrm>
            </p:grpSpPr>
            <p:grpSp>
              <p:nvGrpSpPr>
                <p:cNvPr id="70" name="Groupe 69">
                  <a:extLst>
                    <a:ext uri="{FF2B5EF4-FFF2-40B4-BE49-F238E27FC236}">
                      <a16:creationId xmlns:a16="http://schemas.microsoft.com/office/drawing/2014/main" id="{02BA23B9-ACE3-BB29-6760-149BF39747EB}"/>
                    </a:ext>
                  </a:extLst>
                </p:cNvPr>
                <p:cNvGrpSpPr/>
                <p:nvPr/>
              </p:nvGrpSpPr>
              <p:grpSpPr>
                <a:xfrm>
                  <a:off x="8748102" y="2382395"/>
                  <a:ext cx="2017735" cy="3591156"/>
                  <a:chOff x="2943959" y="2264576"/>
                  <a:chExt cx="2017735" cy="3591156"/>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2943959" y="2426625"/>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3" name="Connecteur droit 72">
                    <a:extLst>
                      <a:ext uri="{FF2B5EF4-FFF2-40B4-BE49-F238E27FC236}">
                        <a16:creationId xmlns:a16="http://schemas.microsoft.com/office/drawing/2014/main" id="{4506BD31-6CDE-981A-8D09-733B0A1EE7AF}"/>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4" name="Connecteur : en angle 73">
                    <a:extLst>
                      <a:ext uri="{FF2B5EF4-FFF2-40B4-BE49-F238E27FC236}">
                        <a16:creationId xmlns:a16="http://schemas.microsoft.com/office/drawing/2014/main" id="{72BB4197-BF8B-EF4B-FBAF-0368FA21D626}"/>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7" name="Connecteur droit 6">
                <a:extLst>
                  <a:ext uri="{FF2B5EF4-FFF2-40B4-BE49-F238E27FC236}">
                    <a16:creationId xmlns:a16="http://schemas.microsoft.com/office/drawing/2014/main" id="{9BD5FCFE-F4FE-005E-1FAE-EF513B2EC289}"/>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F825E8D6-8719-AC2D-97A9-0E0F0220B26B}"/>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9" name="Connecteur droit 8">
                <a:extLst>
                  <a:ext uri="{FF2B5EF4-FFF2-40B4-BE49-F238E27FC236}">
                    <a16:creationId xmlns:a16="http://schemas.microsoft.com/office/drawing/2014/main" id="{2D107BE1-8721-318E-E387-5CCE3CC7CED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0BC87CCB-061D-1EC2-D5F0-DB75AAAC2134}"/>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1" name="Connecteur droit 10">
                <a:extLst>
                  <a:ext uri="{FF2B5EF4-FFF2-40B4-BE49-F238E27FC236}">
                    <a16:creationId xmlns:a16="http://schemas.microsoft.com/office/drawing/2014/main" id="{86E34551-36A8-C0F3-22AE-D6702DD536F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grpSp>
      <p:sp>
        <p:nvSpPr>
          <p:cNvPr id="12" name="ZoneTexte 11">
            <a:extLst>
              <a:ext uri="{FF2B5EF4-FFF2-40B4-BE49-F238E27FC236}">
                <a16:creationId xmlns:a16="http://schemas.microsoft.com/office/drawing/2014/main" id="{F5E5C54B-6FCC-E8A3-B090-4F23A889149F}"/>
              </a:ext>
            </a:extLst>
          </p:cNvPr>
          <p:cNvSpPr txBox="1"/>
          <p:nvPr/>
        </p:nvSpPr>
        <p:spPr>
          <a:xfrm>
            <a:off x="3619657" y="4110897"/>
            <a:ext cx="1147750" cy="369332"/>
          </a:xfrm>
          <a:prstGeom prst="rect">
            <a:avLst/>
          </a:prstGeom>
          <a:noFill/>
        </p:spPr>
        <p:txBody>
          <a:bodyPr wrap="none" rtlCol="0">
            <a:spAutoFit/>
          </a:bodyPr>
          <a:lstStyle/>
          <a:p>
            <a:r>
              <a:rPr lang="fr-FR" dirty="0">
                <a:solidFill>
                  <a:srgbClr val="0070C0"/>
                </a:solidFill>
              </a:rPr>
              <a:t>5 </a:t>
            </a:r>
            <a:r>
              <a:rPr lang="fr-FR" dirty="0" err="1">
                <a:solidFill>
                  <a:srgbClr val="0070C0"/>
                </a:solidFill>
              </a:rPr>
              <a:t>Decoder</a:t>
            </a:r>
            <a:endParaRPr lang="fr-FR" dirty="0">
              <a:solidFill>
                <a:srgbClr val="0070C0"/>
              </a:solidFill>
            </a:endParaRPr>
          </a:p>
        </p:txBody>
      </p:sp>
      <p:cxnSp>
        <p:nvCxnSpPr>
          <p:cNvPr id="6" name="Connecteur droit avec flèche 5">
            <a:extLst>
              <a:ext uri="{FF2B5EF4-FFF2-40B4-BE49-F238E27FC236}">
                <a16:creationId xmlns:a16="http://schemas.microsoft.com/office/drawing/2014/main" id="{B05EA1DF-CC81-8CE4-482A-7080521B846C}"/>
              </a:ext>
            </a:extLst>
          </p:cNvPr>
          <p:cNvCxnSpPr>
            <a:cxnSpLocks/>
          </p:cNvCxnSpPr>
          <p:nvPr/>
        </p:nvCxnSpPr>
        <p:spPr>
          <a:xfrm flipV="1">
            <a:off x="3566608" y="3503048"/>
            <a:ext cx="690070" cy="634229"/>
          </a:xfrm>
          <a:prstGeom prst="straightConnector1">
            <a:avLst/>
          </a:pr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9" name="Espace réservé du contenu 18">
            <a:extLst>
              <a:ext uri="{FF2B5EF4-FFF2-40B4-BE49-F238E27FC236}">
                <a16:creationId xmlns:a16="http://schemas.microsoft.com/office/drawing/2014/main" id="{BCFA0C8B-9E5E-D234-5399-70C3239365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2200" y="2020869"/>
            <a:ext cx="5181600" cy="3960850"/>
          </a:xfrm>
          <a:prstGeom prst="rect">
            <a:avLst/>
          </a:prstGeom>
          <a:ln>
            <a:noFill/>
          </a:ln>
        </p:spPr>
      </p:pic>
      <p:sp>
        <p:nvSpPr>
          <p:cNvPr id="20" name="ZoneTexte 19">
            <a:extLst>
              <a:ext uri="{FF2B5EF4-FFF2-40B4-BE49-F238E27FC236}">
                <a16:creationId xmlns:a16="http://schemas.microsoft.com/office/drawing/2014/main" id="{48DEE86D-BF97-3EF1-342F-39D172A1A600}"/>
              </a:ext>
            </a:extLst>
          </p:cNvPr>
          <p:cNvSpPr txBox="1"/>
          <p:nvPr/>
        </p:nvSpPr>
        <p:spPr>
          <a:xfrm>
            <a:off x="6612673" y="6038463"/>
            <a:ext cx="3440109" cy="276999"/>
          </a:xfrm>
          <a:prstGeom prst="rect">
            <a:avLst/>
          </a:prstGeom>
          <a:noFill/>
        </p:spPr>
        <p:txBody>
          <a:bodyPr wrap="none" rtlCol="0">
            <a:spAutoFit/>
          </a:bodyPr>
          <a:lstStyle/>
          <a:p>
            <a:r>
              <a:rPr lang="fr-FR" sz="1200" dirty="0"/>
              <a:t>From </a:t>
            </a:r>
            <a:r>
              <a:rPr lang="fr-FR" sz="1200" dirty="0" err="1"/>
              <a:t>Ketz</a:t>
            </a:r>
            <a:r>
              <a:rPr lang="fr-FR" sz="1200" dirty="0"/>
              <a:t> et al. (2013), </a:t>
            </a:r>
            <a:r>
              <a:rPr lang="en-US" sz="1200" dirty="0" err="1"/>
              <a:t>PLoS</a:t>
            </a:r>
            <a:r>
              <a:rPr lang="en-US" sz="1200" dirty="0"/>
              <a:t> computational biology</a:t>
            </a:r>
            <a:r>
              <a:rPr lang="fr-FR" sz="1200" dirty="0"/>
              <a:t> </a:t>
            </a:r>
          </a:p>
        </p:txBody>
      </p:sp>
      <p:sp>
        <p:nvSpPr>
          <p:cNvPr id="13" name="Espace réservé du numéro de diapositive 12">
            <a:extLst>
              <a:ext uri="{FF2B5EF4-FFF2-40B4-BE49-F238E27FC236}">
                <a16:creationId xmlns:a16="http://schemas.microsoft.com/office/drawing/2014/main" id="{A65D506F-DCC8-CC0F-B820-B62927A65221}"/>
              </a:ext>
            </a:extLst>
          </p:cNvPr>
          <p:cNvSpPr>
            <a:spLocks noGrp="1"/>
          </p:cNvSpPr>
          <p:nvPr>
            <p:ph type="sldNum" sz="quarter" idx="12"/>
          </p:nvPr>
        </p:nvSpPr>
        <p:spPr/>
        <p:txBody>
          <a:bodyPr/>
          <a:lstStyle/>
          <a:p>
            <a:fld id="{5149A38E-4A7C-4C86-B631-64CD0F93C451}" type="slidenum">
              <a:rPr lang="fr-FR" smtClean="0"/>
              <a:t>53</a:t>
            </a:fld>
            <a:endParaRPr lang="fr-FR"/>
          </a:p>
        </p:txBody>
      </p:sp>
    </p:spTree>
    <p:extLst>
      <p:ext uri="{BB962C8B-B14F-4D97-AF65-F5344CB8AC3E}">
        <p14:creationId xmlns:p14="http://schemas.microsoft.com/office/powerpoint/2010/main" val="35101057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Monosynaptic</a:t>
            </a:r>
            <a:r>
              <a:rPr lang="fr-FR" dirty="0"/>
              <a:t> </a:t>
            </a:r>
            <a:r>
              <a:rPr lang="fr-FR" dirty="0" err="1"/>
              <a:t>pathway</a:t>
            </a:r>
            <a:r>
              <a:rPr lang="fr-FR" dirty="0"/>
              <a:t> to CA1</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a:bodyPr>
          <a:lstStyle/>
          <a:p>
            <a:pPr marL="0" indent="0" algn="ctr">
              <a:buNone/>
            </a:pPr>
            <a:r>
              <a:rPr lang="fr-FR" sz="2400" b="1" dirty="0"/>
              <a:t>k-</a:t>
            </a:r>
            <a:r>
              <a:rPr lang="fr-FR" sz="2400" b="1" dirty="0" err="1"/>
              <a:t>sparse</a:t>
            </a:r>
            <a:r>
              <a:rPr lang="fr-FR" sz="2400" b="1" dirty="0"/>
              <a:t> </a:t>
            </a:r>
            <a:r>
              <a:rPr lang="fr-FR" sz="2400" b="1" dirty="0" err="1"/>
              <a:t>Autoencoder</a:t>
            </a: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r>
              <a:rPr lang="fr-FR" sz="1800" dirty="0" err="1"/>
              <a:t>Backpropagation</a:t>
            </a:r>
            <a:endParaRPr lang="fr-FR" sz="1800" dirty="0"/>
          </a:p>
        </p:txBody>
      </p:sp>
      <p:grpSp>
        <p:nvGrpSpPr>
          <p:cNvPr id="15" name="Groupe 14">
            <a:extLst>
              <a:ext uri="{FF2B5EF4-FFF2-40B4-BE49-F238E27FC236}">
                <a16:creationId xmlns:a16="http://schemas.microsoft.com/office/drawing/2014/main" id="{634E3E86-58BB-2014-50DE-BCE910802E62}"/>
              </a:ext>
            </a:extLst>
          </p:cNvPr>
          <p:cNvGrpSpPr/>
          <p:nvPr/>
        </p:nvGrpSpPr>
        <p:grpSpPr>
          <a:xfrm>
            <a:off x="2380983" y="2205716"/>
            <a:ext cx="3374118" cy="3621301"/>
            <a:chOff x="2380983" y="2205716"/>
            <a:chExt cx="3374118" cy="3621301"/>
          </a:xfrm>
        </p:grpSpPr>
        <p:sp>
          <p:nvSpPr>
            <p:cNvPr id="3" name="Rectangle 2">
              <a:extLst>
                <a:ext uri="{FF2B5EF4-FFF2-40B4-BE49-F238E27FC236}">
                  <a16:creationId xmlns:a16="http://schemas.microsoft.com/office/drawing/2014/main" id="{BE1173F9-8505-E5C0-6846-828C40AA7784}"/>
                </a:ext>
              </a:extLst>
            </p:cNvPr>
            <p:cNvSpPr/>
            <p:nvPr/>
          </p:nvSpPr>
          <p:spPr>
            <a:xfrm>
              <a:off x="3563565" y="3018086"/>
              <a:ext cx="1732917" cy="143576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rgbClr val="0070C0"/>
                </a:solidFill>
              </a:endParaRPr>
            </a:p>
          </p:txBody>
        </p:sp>
        <p:grpSp>
          <p:nvGrpSpPr>
            <p:cNvPr id="14" name="Groupe 13">
              <a:extLst>
                <a:ext uri="{FF2B5EF4-FFF2-40B4-BE49-F238E27FC236}">
                  <a16:creationId xmlns:a16="http://schemas.microsoft.com/office/drawing/2014/main" id="{3CCF3462-8E08-FD8D-E115-AC53B5C249C8}"/>
                </a:ext>
              </a:extLst>
            </p:cNvPr>
            <p:cNvGrpSpPr/>
            <p:nvPr/>
          </p:nvGrpSpPr>
          <p:grpSpPr>
            <a:xfrm>
              <a:off x="2380983" y="2205716"/>
              <a:ext cx="3374118" cy="3621301"/>
              <a:chOff x="2380983" y="2205716"/>
              <a:chExt cx="3374118" cy="3621301"/>
            </a:xfrm>
          </p:grpSpPr>
          <p:grpSp>
            <p:nvGrpSpPr>
              <p:cNvPr id="69" name="Groupe 68">
                <a:extLst>
                  <a:ext uri="{FF2B5EF4-FFF2-40B4-BE49-F238E27FC236}">
                    <a16:creationId xmlns:a16="http://schemas.microsoft.com/office/drawing/2014/main" id="{8815DBDD-5AA7-06EB-75CC-5260C6ED5706}"/>
                  </a:ext>
                </a:extLst>
              </p:cNvPr>
              <p:cNvGrpSpPr/>
              <p:nvPr/>
            </p:nvGrpSpPr>
            <p:grpSpPr>
              <a:xfrm>
                <a:off x="2380983" y="2205716"/>
                <a:ext cx="2017735" cy="3591156"/>
                <a:chOff x="8748102" y="2382395"/>
                <a:chExt cx="2017735" cy="3591156"/>
              </a:xfrm>
            </p:grpSpPr>
            <p:grpSp>
              <p:nvGrpSpPr>
                <p:cNvPr id="70" name="Groupe 69">
                  <a:extLst>
                    <a:ext uri="{FF2B5EF4-FFF2-40B4-BE49-F238E27FC236}">
                      <a16:creationId xmlns:a16="http://schemas.microsoft.com/office/drawing/2014/main" id="{02BA23B9-ACE3-BB29-6760-149BF39747EB}"/>
                    </a:ext>
                  </a:extLst>
                </p:cNvPr>
                <p:cNvGrpSpPr/>
                <p:nvPr/>
              </p:nvGrpSpPr>
              <p:grpSpPr>
                <a:xfrm>
                  <a:off x="8748102" y="2382395"/>
                  <a:ext cx="2017735" cy="3591156"/>
                  <a:chOff x="2943959" y="2264576"/>
                  <a:chExt cx="2017735" cy="3591156"/>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2943959" y="2426625"/>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3" name="Connecteur droit 72">
                    <a:extLst>
                      <a:ext uri="{FF2B5EF4-FFF2-40B4-BE49-F238E27FC236}">
                        <a16:creationId xmlns:a16="http://schemas.microsoft.com/office/drawing/2014/main" id="{4506BD31-6CDE-981A-8D09-733B0A1EE7AF}"/>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4" name="Connecteur : en angle 73">
                    <a:extLst>
                      <a:ext uri="{FF2B5EF4-FFF2-40B4-BE49-F238E27FC236}">
                        <a16:creationId xmlns:a16="http://schemas.microsoft.com/office/drawing/2014/main" id="{72BB4197-BF8B-EF4B-FBAF-0368FA21D626}"/>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7" name="Connecteur droit 6">
                <a:extLst>
                  <a:ext uri="{FF2B5EF4-FFF2-40B4-BE49-F238E27FC236}">
                    <a16:creationId xmlns:a16="http://schemas.microsoft.com/office/drawing/2014/main" id="{9BD5FCFE-F4FE-005E-1FAE-EF513B2EC289}"/>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F825E8D6-8719-AC2D-97A9-0E0F0220B26B}"/>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9" name="Connecteur droit 8">
                <a:extLst>
                  <a:ext uri="{FF2B5EF4-FFF2-40B4-BE49-F238E27FC236}">
                    <a16:creationId xmlns:a16="http://schemas.microsoft.com/office/drawing/2014/main" id="{2D107BE1-8721-318E-E387-5CCE3CC7CED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0BC87CCB-061D-1EC2-D5F0-DB75AAAC2134}"/>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1" name="Connecteur droit 10">
                <a:extLst>
                  <a:ext uri="{FF2B5EF4-FFF2-40B4-BE49-F238E27FC236}">
                    <a16:creationId xmlns:a16="http://schemas.microsoft.com/office/drawing/2014/main" id="{86E34551-36A8-C0F3-22AE-D6702DD536F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grpSp>
      <p:sp>
        <p:nvSpPr>
          <p:cNvPr id="12" name="ZoneTexte 11">
            <a:extLst>
              <a:ext uri="{FF2B5EF4-FFF2-40B4-BE49-F238E27FC236}">
                <a16:creationId xmlns:a16="http://schemas.microsoft.com/office/drawing/2014/main" id="{F5E5C54B-6FCC-E8A3-B090-4F23A889149F}"/>
              </a:ext>
            </a:extLst>
          </p:cNvPr>
          <p:cNvSpPr txBox="1"/>
          <p:nvPr/>
        </p:nvSpPr>
        <p:spPr>
          <a:xfrm>
            <a:off x="3619657" y="4110897"/>
            <a:ext cx="1688924" cy="369332"/>
          </a:xfrm>
          <a:prstGeom prst="rect">
            <a:avLst/>
          </a:prstGeom>
          <a:noFill/>
        </p:spPr>
        <p:txBody>
          <a:bodyPr wrap="none" rtlCol="0">
            <a:spAutoFit/>
          </a:bodyPr>
          <a:lstStyle/>
          <a:p>
            <a:r>
              <a:rPr lang="fr-FR" dirty="0">
                <a:solidFill>
                  <a:srgbClr val="0070C0"/>
                </a:solidFill>
              </a:rPr>
              <a:t>5a </a:t>
            </a:r>
            <a:r>
              <a:rPr lang="fr-FR" dirty="0" err="1">
                <a:solidFill>
                  <a:srgbClr val="0070C0"/>
                </a:solidFill>
              </a:rPr>
              <a:t>Autoencoder</a:t>
            </a:r>
            <a:endParaRPr lang="fr-FR" dirty="0">
              <a:solidFill>
                <a:srgbClr val="0070C0"/>
              </a:solidFill>
            </a:endParaRPr>
          </a:p>
        </p:txBody>
      </p:sp>
      <p:cxnSp>
        <p:nvCxnSpPr>
          <p:cNvPr id="6" name="Connecteur droit avec flèche 5">
            <a:extLst>
              <a:ext uri="{FF2B5EF4-FFF2-40B4-BE49-F238E27FC236}">
                <a16:creationId xmlns:a16="http://schemas.microsoft.com/office/drawing/2014/main" id="{B05EA1DF-CC81-8CE4-482A-7080521B846C}"/>
              </a:ext>
            </a:extLst>
          </p:cNvPr>
          <p:cNvCxnSpPr>
            <a:cxnSpLocks/>
          </p:cNvCxnSpPr>
          <p:nvPr/>
        </p:nvCxnSpPr>
        <p:spPr>
          <a:xfrm flipV="1">
            <a:off x="3566608" y="3503048"/>
            <a:ext cx="690070" cy="634229"/>
          </a:xfrm>
          <a:prstGeom prst="straightConnector1">
            <a:avLst/>
          </a:prstGeom>
          <a:ln w="127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nvGrpSpPr>
          <p:cNvPr id="13" name="Groupe 12">
            <a:extLst>
              <a:ext uri="{FF2B5EF4-FFF2-40B4-BE49-F238E27FC236}">
                <a16:creationId xmlns:a16="http://schemas.microsoft.com/office/drawing/2014/main" id="{6447F07B-FDE6-847E-F0B4-F76562851663}"/>
              </a:ext>
            </a:extLst>
          </p:cNvPr>
          <p:cNvGrpSpPr/>
          <p:nvPr/>
        </p:nvGrpSpPr>
        <p:grpSpPr>
          <a:xfrm>
            <a:off x="6499894" y="2552431"/>
            <a:ext cx="3091495" cy="2264582"/>
            <a:chOff x="1297806" y="2723114"/>
            <a:chExt cx="3091495" cy="2264582"/>
          </a:xfrm>
        </p:grpSpPr>
        <p:grpSp>
          <p:nvGrpSpPr>
            <p:cNvPr id="16" name="Groupe 15">
              <a:extLst>
                <a:ext uri="{FF2B5EF4-FFF2-40B4-BE49-F238E27FC236}">
                  <a16:creationId xmlns:a16="http://schemas.microsoft.com/office/drawing/2014/main" id="{89B70BBB-A889-8262-8681-BCED12228984}"/>
                </a:ext>
              </a:extLst>
            </p:cNvPr>
            <p:cNvGrpSpPr/>
            <p:nvPr/>
          </p:nvGrpSpPr>
          <p:grpSpPr>
            <a:xfrm>
              <a:off x="2470014" y="2737097"/>
              <a:ext cx="1919287" cy="2231501"/>
              <a:chOff x="2667687" y="3506411"/>
              <a:chExt cx="1919287" cy="2231501"/>
            </a:xfrm>
          </p:grpSpPr>
          <p:grpSp>
            <p:nvGrpSpPr>
              <p:cNvPr id="24" name="Groupe 23">
                <a:extLst>
                  <a:ext uri="{FF2B5EF4-FFF2-40B4-BE49-F238E27FC236}">
                    <a16:creationId xmlns:a16="http://schemas.microsoft.com/office/drawing/2014/main" id="{91CCB6E3-7D4A-E42E-5598-EB983A0314F5}"/>
                  </a:ext>
                </a:extLst>
              </p:cNvPr>
              <p:cNvGrpSpPr/>
              <p:nvPr/>
            </p:nvGrpSpPr>
            <p:grpSpPr>
              <a:xfrm>
                <a:off x="2667687" y="4458337"/>
                <a:ext cx="1919287" cy="1279575"/>
                <a:chOff x="6748605" y="2540587"/>
                <a:chExt cx="1919287" cy="1279575"/>
              </a:xfrm>
            </p:grpSpPr>
            <p:sp>
              <p:nvSpPr>
                <p:cNvPr id="35" name="Ellipse 34">
                  <a:extLst>
                    <a:ext uri="{FF2B5EF4-FFF2-40B4-BE49-F238E27FC236}">
                      <a16:creationId xmlns:a16="http://schemas.microsoft.com/office/drawing/2014/main" id="{8DF8910F-DC79-5CA6-D3A5-265758641380}"/>
                    </a:ext>
                  </a:extLst>
                </p:cNvPr>
                <p:cNvSpPr/>
                <p:nvPr/>
              </p:nvSpPr>
              <p:spPr>
                <a:xfrm>
                  <a:off x="6748605"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Ellipse 35">
                  <a:extLst>
                    <a:ext uri="{FF2B5EF4-FFF2-40B4-BE49-F238E27FC236}">
                      <a16:creationId xmlns:a16="http://schemas.microsoft.com/office/drawing/2014/main" id="{7765236E-7370-3DD4-7339-6585ADD59CB7}"/>
                    </a:ext>
                  </a:extLst>
                </p:cNvPr>
                <p:cNvSpPr/>
                <p:nvPr/>
              </p:nvSpPr>
              <p:spPr>
                <a:xfrm>
                  <a:off x="7263581"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llipse 36">
                  <a:extLst>
                    <a:ext uri="{FF2B5EF4-FFF2-40B4-BE49-F238E27FC236}">
                      <a16:creationId xmlns:a16="http://schemas.microsoft.com/office/drawing/2014/main" id="{7EEEF64C-8CE5-35EA-6719-4C5CAB3367C5}"/>
                    </a:ext>
                  </a:extLst>
                </p:cNvPr>
                <p:cNvSpPr/>
                <p:nvPr/>
              </p:nvSpPr>
              <p:spPr>
                <a:xfrm>
                  <a:off x="7803655"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llipse 37">
                  <a:extLst>
                    <a:ext uri="{FF2B5EF4-FFF2-40B4-BE49-F238E27FC236}">
                      <a16:creationId xmlns:a16="http://schemas.microsoft.com/office/drawing/2014/main" id="{0C109FD0-5592-1649-F32A-36C61A557B4D}"/>
                    </a:ext>
                  </a:extLst>
                </p:cNvPr>
                <p:cNvSpPr/>
                <p:nvPr/>
              </p:nvSpPr>
              <p:spPr>
                <a:xfrm>
                  <a:off x="8343729"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v</a:t>
                  </a:r>
                </a:p>
              </p:txBody>
            </p:sp>
            <p:sp>
              <p:nvSpPr>
                <p:cNvPr id="39" name="Ellipse 38">
                  <a:extLst>
                    <a:ext uri="{FF2B5EF4-FFF2-40B4-BE49-F238E27FC236}">
                      <a16:creationId xmlns:a16="http://schemas.microsoft.com/office/drawing/2014/main" id="{22D44528-D7EF-0432-46F7-9922C19A2F91}"/>
                    </a:ext>
                  </a:extLst>
                </p:cNvPr>
                <p:cNvSpPr/>
                <p:nvPr/>
              </p:nvSpPr>
              <p:spPr>
                <a:xfrm>
                  <a:off x="7272258" y="3495999"/>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0" name="Ellipse 39">
                  <a:extLst>
                    <a:ext uri="{FF2B5EF4-FFF2-40B4-BE49-F238E27FC236}">
                      <a16:creationId xmlns:a16="http://schemas.microsoft.com/office/drawing/2014/main" id="{2D64B548-EB06-D05A-92C5-1C5C90C451D7}"/>
                    </a:ext>
                  </a:extLst>
                </p:cNvPr>
                <p:cNvSpPr/>
                <p:nvPr/>
              </p:nvSpPr>
              <p:spPr>
                <a:xfrm>
                  <a:off x="7803655" y="3492513"/>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1" name="Connecteur droit avec flèche 40">
                  <a:extLst>
                    <a:ext uri="{FF2B5EF4-FFF2-40B4-BE49-F238E27FC236}">
                      <a16:creationId xmlns:a16="http://schemas.microsoft.com/office/drawing/2014/main" id="{2C02CAF6-4F28-9F24-67D0-84FD1DC07071}"/>
                    </a:ext>
                  </a:extLst>
                </p:cNvPr>
                <p:cNvCxnSpPr>
                  <a:stCxn id="39" idx="0"/>
                  <a:endCxn id="36" idx="4"/>
                </p:cNvCxnSpPr>
                <p:nvPr/>
              </p:nvCxnSpPr>
              <p:spPr>
                <a:xfrm flipV="1">
                  <a:off x="7434340" y="2864750"/>
                  <a:ext cx="9857" cy="631249"/>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Connecteur droit avec flèche 41">
                  <a:extLst>
                    <a:ext uri="{FF2B5EF4-FFF2-40B4-BE49-F238E27FC236}">
                      <a16:creationId xmlns:a16="http://schemas.microsoft.com/office/drawing/2014/main" id="{99EF2B6C-D196-5AFB-F2A0-A2C83B2D069D}"/>
                    </a:ext>
                  </a:extLst>
                </p:cNvPr>
                <p:cNvCxnSpPr>
                  <a:cxnSpLocks/>
                  <a:stCxn id="40" idx="0"/>
                </p:cNvCxnSpPr>
                <p:nvPr/>
              </p:nvCxnSpPr>
              <p:spPr>
                <a:xfrm flipH="1" flipV="1">
                  <a:off x="7444197" y="2864750"/>
                  <a:ext cx="521540" cy="627763"/>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3" name="Connecteur droit avec flèche 42">
                  <a:extLst>
                    <a:ext uri="{FF2B5EF4-FFF2-40B4-BE49-F238E27FC236}">
                      <a16:creationId xmlns:a16="http://schemas.microsoft.com/office/drawing/2014/main" id="{FE911332-B8CA-05FC-A71B-9414112922CE}"/>
                    </a:ext>
                  </a:extLst>
                </p:cNvPr>
                <p:cNvCxnSpPr>
                  <a:cxnSpLocks/>
                  <a:stCxn id="40" idx="0"/>
                  <a:endCxn id="37" idx="4"/>
                </p:cNvCxnSpPr>
                <p:nvPr/>
              </p:nvCxnSpPr>
              <p:spPr>
                <a:xfrm flipV="1">
                  <a:off x="7965737" y="2864750"/>
                  <a:ext cx="0" cy="627763"/>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3C03A2CF-AF39-135E-E7FF-9C5C8877E81C}"/>
                    </a:ext>
                  </a:extLst>
                </p:cNvPr>
                <p:cNvCxnSpPr>
                  <a:cxnSpLocks/>
                  <a:stCxn id="40" idx="0"/>
                  <a:endCxn id="38" idx="4"/>
                </p:cNvCxnSpPr>
                <p:nvPr/>
              </p:nvCxnSpPr>
              <p:spPr>
                <a:xfrm flipV="1">
                  <a:off x="7965737" y="2864750"/>
                  <a:ext cx="540074" cy="627763"/>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5" name="Connecteur droit avec flèche 44">
                  <a:extLst>
                    <a:ext uri="{FF2B5EF4-FFF2-40B4-BE49-F238E27FC236}">
                      <a16:creationId xmlns:a16="http://schemas.microsoft.com/office/drawing/2014/main" id="{5136B78C-DF6A-39F0-4CD7-242447F64D92}"/>
                    </a:ext>
                  </a:extLst>
                </p:cNvPr>
                <p:cNvCxnSpPr>
                  <a:cxnSpLocks/>
                  <a:stCxn id="40" idx="0"/>
                  <a:endCxn id="35" idx="4"/>
                </p:cNvCxnSpPr>
                <p:nvPr/>
              </p:nvCxnSpPr>
              <p:spPr>
                <a:xfrm flipH="1" flipV="1">
                  <a:off x="6910687" y="2864751"/>
                  <a:ext cx="1055050" cy="627762"/>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882B6118-C2DC-3DEA-069C-CA2773D5143B}"/>
                    </a:ext>
                  </a:extLst>
                </p:cNvPr>
                <p:cNvCxnSpPr>
                  <a:stCxn id="39" idx="0"/>
                  <a:endCxn id="35" idx="4"/>
                </p:cNvCxnSpPr>
                <p:nvPr/>
              </p:nvCxnSpPr>
              <p:spPr>
                <a:xfrm flipH="1" flipV="1">
                  <a:off x="6910687" y="2864751"/>
                  <a:ext cx="523653" cy="631248"/>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7" name="Connecteur droit avec flèche 46">
                  <a:extLst>
                    <a:ext uri="{FF2B5EF4-FFF2-40B4-BE49-F238E27FC236}">
                      <a16:creationId xmlns:a16="http://schemas.microsoft.com/office/drawing/2014/main" id="{76D97DA5-DBBB-C9E8-0834-E8872EFEFDDC}"/>
                    </a:ext>
                  </a:extLst>
                </p:cNvPr>
                <p:cNvCxnSpPr>
                  <a:stCxn id="39" idx="0"/>
                  <a:endCxn id="37" idx="4"/>
                </p:cNvCxnSpPr>
                <p:nvPr/>
              </p:nvCxnSpPr>
              <p:spPr>
                <a:xfrm flipV="1">
                  <a:off x="7434340" y="2864750"/>
                  <a:ext cx="531397" cy="631249"/>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4225E837-0EA5-73B1-E1C4-B43F12E61382}"/>
                    </a:ext>
                  </a:extLst>
                </p:cNvPr>
                <p:cNvCxnSpPr>
                  <a:stCxn id="39" idx="0"/>
                  <a:endCxn id="38" idx="4"/>
                </p:cNvCxnSpPr>
                <p:nvPr/>
              </p:nvCxnSpPr>
              <p:spPr>
                <a:xfrm flipV="1">
                  <a:off x="7434340" y="2864750"/>
                  <a:ext cx="1071471" cy="631249"/>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5" name="Ellipse 24">
                <a:extLst>
                  <a:ext uri="{FF2B5EF4-FFF2-40B4-BE49-F238E27FC236}">
                    <a16:creationId xmlns:a16="http://schemas.microsoft.com/office/drawing/2014/main" id="{3FB43E28-870C-CED6-2A64-5C5CD593FAE9}"/>
                  </a:ext>
                </a:extLst>
              </p:cNvPr>
              <p:cNvSpPr/>
              <p:nvPr/>
            </p:nvSpPr>
            <p:spPr>
              <a:xfrm>
                <a:off x="3181438" y="350989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Ellipse 25">
                <a:extLst>
                  <a:ext uri="{FF2B5EF4-FFF2-40B4-BE49-F238E27FC236}">
                    <a16:creationId xmlns:a16="http://schemas.microsoft.com/office/drawing/2014/main" id="{BDD56138-6D43-D50C-5682-D1BD06B0FC48}"/>
                  </a:ext>
                </a:extLst>
              </p:cNvPr>
              <p:cNvSpPr/>
              <p:nvPr/>
            </p:nvSpPr>
            <p:spPr>
              <a:xfrm>
                <a:off x="3712835" y="3506411"/>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7" name="Connecteur droit avec flèche 26">
                <a:extLst>
                  <a:ext uri="{FF2B5EF4-FFF2-40B4-BE49-F238E27FC236}">
                    <a16:creationId xmlns:a16="http://schemas.microsoft.com/office/drawing/2014/main" id="{D1108C45-3EC1-6A34-A8CE-524F197619DE}"/>
                  </a:ext>
                </a:extLst>
              </p:cNvPr>
              <p:cNvCxnSpPr>
                <a:stCxn id="25" idx="4"/>
                <a:endCxn id="35" idx="0"/>
              </p:cNvCxnSpPr>
              <p:nvPr/>
            </p:nvCxnSpPr>
            <p:spPr>
              <a:xfrm flipH="1">
                <a:off x="2829769" y="3834060"/>
                <a:ext cx="513751" cy="62427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Connecteur droit avec flèche 27">
                <a:extLst>
                  <a:ext uri="{FF2B5EF4-FFF2-40B4-BE49-F238E27FC236}">
                    <a16:creationId xmlns:a16="http://schemas.microsoft.com/office/drawing/2014/main" id="{38984D60-2AA4-F941-D65A-A8F8B217432A}"/>
                  </a:ext>
                </a:extLst>
              </p:cNvPr>
              <p:cNvCxnSpPr>
                <a:stCxn id="25" idx="4"/>
                <a:endCxn id="36" idx="0"/>
              </p:cNvCxnSpPr>
              <p:nvPr/>
            </p:nvCxnSpPr>
            <p:spPr>
              <a:xfrm>
                <a:off x="3343520" y="3834060"/>
                <a:ext cx="1225" cy="6242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D1094522-B335-0474-6007-40B586EAD1F8}"/>
                  </a:ext>
                </a:extLst>
              </p:cNvPr>
              <p:cNvCxnSpPr>
                <a:endCxn id="37" idx="0"/>
              </p:cNvCxnSpPr>
              <p:nvPr/>
            </p:nvCxnSpPr>
            <p:spPr>
              <a:xfrm>
                <a:off x="3353422" y="3837546"/>
                <a:ext cx="531397" cy="62079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38F62075-0701-BF02-B806-E5E0C3389D33}"/>
                  </a:ext>
                </a:extLst>
              </p:cNvPr>
              <p:cNvCxnSpPr>
                <a:stCxn id="25" idx="4"/>
                <a:endCxn id="38" idx="0"/>
              </p:cNvCxnSpPr>
              <p:nvPr/>
            </p:nvCxnSpPr>
            <p:spPr>
              <a:xfrm>
                <a:off x="3343520" y="3834060"/>
                <a:ext cx="1081373" cy="6242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2E5FE19E-89C8-67B0-3376-B6E7A87FA264}"/>
                  </a:ext>
                </a:extLst>
              </p:cNvPr>
              <p:cNvCxnSpPr>
                <a:stCxn id="26" idx="4"/>
                <a:endCxn id="35" idx="0"/>
              </p:cNvCxnSpPr>
              <p:nvPr/>
            </p:nvCxnSpPr>
            <p:spPr>
              <a:xfrm flipH="1">
                <a:off x="2829769" y="3830574"/>
                <a:ext cx="1045148" cy="627764"/>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EE60DB91-91A2-9967-86A3-6A8EF54299D5}"/>
                  </a:ext>
                </a:extLst>
              </p:cNvPr>
              <p:cNvCxnSpPr>
                <a:endCxn id="36" idx="0"/>
              </p:cNvCxnSpPr>
              <p:nvPr/>
            </p:nvCxnSpPr>
            <p:spPr>
              <a:xfrm flipH="1">
                <a:off x="3344745" y="3837546"/>
                <a:ext cx="540074" cy="6207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eur droit avec flèche 32">
                <a:extLst>
                  <a:ext uri="{FF2B5EF4-FFF2-40B4-BE49-F238E27FC236}">
                    <a16:creationId xmlns:a16="http://schemas.microsoft.com/office/drawing/2014/main" id="{74B44395-5411-ACB5-F57A-0B9A6C71F9CF}"/>
                  </a:ext>
                </a:extLst>
              </p:cNvPr>
              <p:cNvCxnSpPr>
                <a:stCxn id="26" idx="4"/>
                <a:endCxn id="37" idx="0"/>
              </p:cNvCxnSpPr>
              <p:nvPr/>
            </p:nvCxnSpPr>
            <p:spPr>
              <a:xfrm>
                <a:off x="3874917" y="3830574"/>
                <a:ext cx="9902" cy="62776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4" name="Connecteur droit avec flèche 33">
                <a:extLst>
                  <a:ext uri="{FF2B5EF4-FFF2-40B4-BE49-F238E27FC236}">
                    <a16:creationId xmlns:a16="http://schemas.microsoft.com/office/drawing/2014/main" id="{A5723BEA-1521-55DF-AC6F-D782D856F1B3}"/>
                  </a:ext>
                </a:extLst>
              </p:cNvPr>
              <p:cNvCxnSpPr>
                <a:stCxn id="26" idx="4"/>
                <a:endCxn id="38" idx="0"/>
              </p:cNvCxnSpPr>
              <p:nvPr/>
            </p:nvCxnSpPr>
            <p:spPr>
              <a:xfrm>
                <a:off x="3874917" y="3830574"/>
                <a:ext cx="549976" cy="62776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17" name="ZoneTexte 16">
              <a:extLst>
                <a:ext uri="{FF2B5EF4-FFF2-40B4-BE49-F238E27FC236}">
                  <a16:creationId xmlns:a16="http://schemas.microsoft.com/office/drawing/2014/main" id="{8BAAABA8-F034-5DD8-9FD6-78CFE3215623}"/>
                </a:ext>
              </a:extLst>
            </p:cNvPr>
            <p:cNvSpPr txBox="1"/>
            <p:nvPr/>
          </p:nvSpPr>
          <p:spPr>
            <a:xfrm>
              <a:off x="1373026" y="4618364"/>
              <a:ext cx="417615" cy="369332"/>
            </a:xfrm>
            <a:prstGeom prst="rect">
              <a:avLst/>
            </a:prstGeom>
            <a:noFill/>
            <a:ln w="9525">
              <a:noFill/>
            </a:ln>
          </p:spPr>
          <p:txBody>
            <a:bodyPr wrap="none" rtlCol="0">
              <a:spAutoFit/>
            </a:bodyPr>
            <a:lstStyle/>
            <a:p>
              <a:r>
                <a:rPr lang="fr-FR" dirty="0"/>
                <a:t>EC</a:t>
              </a:r>
            </a:p>
          </p:txBody>
        </p:sp>
        <p:sp>
          <p:nvSpPr>
            <p:cNvPr id="18" name="ZoneTexte 17">
              <a:extLst>
                <a:ext uri="{FF2B5EF4-FFF2-40B4-BE49-F238E27FC236}">
                  <a16:creationId xmlns:a16="http://schemas.microsoft.com/office/drawing/2014/main" id="{FC599E4A-7C69-5EF9-A3FD-1331AE8DB223}"/>
                </a:ext>
              </a:extLst>
            </p:cNvPr>
            <p:cNvSpPr txBox="1"/>
            <p:nvPr/>
          </p:nvSpPr>
          <p:spPr>
            <a:xfrm>
              <a:off x="1312135" y="2723114"/>
              <a:ext cx="417615" cy="369332"/>
            </a:xfrm>
            <a:prstGeom prst="rect">
              <a:avLst/>
            </a:prstGeom>
            <a:noFill/>
            <a:ln>
              <a:noFill/>
            </a:ln>
          </p:spPr>
          <p:txBody>
            <a:bodyPr wrap="none" rtlCol="0">
              <a:spAutoFit/>
            </a:bodyPr>
            <a:lstStyle/>
            <a:p>
              <a:r>
                <a:rPr lang="fr-FR" dirty="0"/>
                <a:t>EC</a:t>
              </a:r>
            </a:p>
          </p:txBody>
        </p:sp>
        <p:sp>
          <p:nvSpPr>
            <p:cNvPr id="21" name="ZoneTexte 20">
              <a:extLst>
                <a:ext uri="{FF2B5EF4-FFF2-40B4-BE49-F238E27FC236}">
                  <a16:creationId xmlns:a16="http://schemas.microsoft.com/office/drawing/2014/main" id="{B89B7616-8985-5B9C-2FFC-F7CB4F2E7770}"/>
                </a:ext>
              </a:extLst>
            </p:cNvPr>
            <p:cNvSpPr txBox="1"/>
            <p:nvPr/>
          </p:nvSpPr>
          <p:spPr>
            <a:xfrm>
              <a:off x="1297806" y="3666438"/>
              <a:ext cx="558166" cy="369332"/>
            </a:xfrm>
            <a:prstGeom prst="rect">
              <a:avLst/>
            </a:prstGeom>
            <a:noFill/>
            <a:ln>
              <a:noFill/>
            </a:ln>
          </p:spPr>
          <p:txBody>
            <a:bodyPr wrap="none" rtlCol="0">
              <a:spAutoFit/>
            </a:bodyPr>
            <a:lstStyle/>
            <a:p>
              <a:r>
                <a:rPr lang="fr-FR" dirty="0"/>
                <a:t>CA1</a:t>
              </a:r>
            </a:p>
          </p:txBody>
        </p:sp>
      </p:grpSp>
      <p:sp>
        <p:nvSpPr>
          <p:cNvPr id="19" name="Espace réservé du numéro de diapositive 18">
            <a:extLst>
              <a:ext uri="{FF2B5EF4-FFF2-40B4-BE49-F238E27FC236}">
                <a16:creationId xmlns:a16="http://schemas.microsoft.com/office/drawing/2014/main" id="{569CD69A-3E8D-BCFA-CDAA-67E3F3DBA5D6}"/>
              </a:ext>
            </a:extLst>
          </p:cNvPr>
          <p:cNvSpPr>
            <a:spLocks noGrp="1"/>
          </p:cNvSpPr>
          <p:nvPr>
            <p:ph type="sldNum" sz="quarter" idx="12"/>
          </p:nvPr>
        </p:nvSpPr>
        <p:spPr/>
        <p:txBody>
          <a:bodyPr/>
          <a:lstStyle/>
          <a:p>
            <a:fld id="{5149A38E-4A7C-4C86-B631-64CD0F93C451}" type="slidenum">
              <a:rPr lang="fr-FR" smtClean="0"/>
              <a:t>54</a:t>
            </a:fld>
            <a:endParaRPr lang="fr-FR"/>
          </a:p>
        </p:txBody>
      </p:sp>
    </p:spTree>
    <p:extLst>
      <p:ext uri="{BB962C8B-B14F-4D97-AF65-F5344CB8AC3E}">
        <p14:creationId xmlns:p14="http://schemas.microsoft.com/office/powerpoint/2010/main" val="13357477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Monosynaptic</a:t>
            </a:r>
            <a:r>
              <a:rPr lang="fr-FR" dirty="0"/>
              <a:t> </a:t>
            </a:r>
            <a:r>
              <a:rPr lang="fr-FR" dirty="0" err="1"/>
              <a:t>pathway</a:t>
            </a:r>
            <a:r>
              <a:rPr lang="fr-FR" dirty="0"/>
              <a:t> to CA1</a:t>
            </a:r>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a:bodyPr>
          <a:lstStyle/>
          <a:p>
            <a:pPr marL="0" indent="0" algn="ctr">
              <a:buNone/>
            </a:pPr>
            <a:r>
              <a:rPr lang="fr-FR" sz="2400" b="1" dirty="0"/>
              <a:t>k-</a:t>
            </a:r>
            <a:r>
              <a:rPr lang="fr-FR" sz="2400" b="1" dirty="0" err="1"/>
              <a:t>sparse</a:t>
            </a:r>
            <a:r>
              <a:rPr lang="fr-FR" sz="2400" b="1" dirty="0"/>
              <a:t> </a:t>
            </a:r>
            <a:r>
              <a:rPr lang="fr-FR" sz="2400" b="1" dirty="0" err="1"/>
              <a:t>Autoencoder</a:t>
            </a:r>
            <a:endParaRPr lang="fr-FR" sz="2400" b="1" dirty="0"/>
          </a:p>
        </p:txBody>
      </p:sp>
      <p:grpSp>
        <p:nvGrpSpPr>
          <p:cNvPr id="13" name="Groupe 12">
            <a:extLst>
              <a:ext uri="{FF2B5EF4-FFF2-40B4-BE49-F238E27FC236}">
                <a16:creationId xmlns:a16="http://schemas.microsoft.com/office/drawing/2014/main" id="{6447F07B-FDE6-847E-F0B4-F76562851663}"/>
              </a:ext>
            </a:extLst>
          </p:cNvPr>
          <p:cNvGrpSpPr/>
          <p:nvPr/>
        </p:nvGrpSpPr>
        <p:grpSpPr>
          <a:xfrm>
            <a:off x="6633708" y="2552431"/>
            <a:ext cx="3091495" cy="2264582"/>
            <a:chOff x="1297806" y="2723114"/>
            <a:chExt cx="3091495" cy="2264582"/>
          </a:xfrm>
        </p:grpSpPr>
        <p:grpSp>
          <p:nvGrpSpPr>
            <p:cNvPr id="16" name="Groupe 15">
              <a:extLst>
                <a:ext uri="{FF2B5EF4-FFF2-40B4-BE49-F238E27FC236}">
                  <a16:creationId xmlns:a16="http://schemas.microsoft.com/office/drawing/2014/main" id="{89B70BBB-A889-8262-8681-BCED12228984}"/>
                </a:ext>
              </a:extLst>
            </p:cNvPr>
            <p:cNvGrpSpPr/>
            <p:nvPr/>
          </p:nvGrpSpPr>
          <p:grpSpPr>
            <a:xfrm>
              <a:off x="2470014" y="2737097"/>
              <a:ext cx="1919287" cy="2231501"/>
              <a:chOff x="2667687" y="3506411"/>
              <a:chExt cx="1919287" cy="2231501"/>
            </a:xfrm>
          </p:grpSpPr>
          <p:grpSp>
            <p:nvGrpSpPr>
              <p:cNvPr id="24" name="Groupe 23">
                <a:extLst>
                  <a:ext uri="{FF2B5EF4-FFF2-40B4-BE49-F238E27FC236}">
                    <a16:creationId xmlns:a16="http://schemas.microsoft.com/office/drawing/2014/main" id="{91CCB6E3-7D4A-E42E-5598-EB983A0314F5}"/>
                  </a:ext>
                </a:extLst>
              </p:cNvPr>
              <p:cNvGrpSpPr/>
              <p:nvPr/>
            </p:nvGrpSpPr>
            <p:grpSpPr>
              <a:xfrm>
                <a:off x="2667687" y="4458337"/>
                <a:ext cx="1919287" cy="1279575"/>
                <a:chOff x="6748605" y="2540587"/>
                <a:chExt cx="1919287" cy="1279575"/>
              </a:xfrm>
            </p:grpSpPr>
            <p:sp>
              <p:nvSpPr>
                <p:cNvPr id="35" name="Ellipse 34">
                  <a:extLst>
                    <a:ext uri="{FF2B5EF4-FFF2-40B4-BE49-F238E27FC236}">
                      <a16:creationId xmlns:a16="http://schemas.microsoft.com/office/drawing/2014/main" id="{8DF8910F-DC79-5CA6-D3A5-265758641380}"/>
                    </a:ext>
                  </a:extLst>
                </p:cNvPr>
                <p:cNvSpPr/>
                <p:nvPr/>
              </p:nvSpPr>
              <p:spPr>
                <a:xfrm>
                  <a:off x="6748605"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 name="Ellipse 35">
                  <a:extLst>
                    <a:ext uri="{FF2B5EF4-FFF2-40B4-BE49-F238E27FC236}">
                      <a16:creationId xmlns:a16="http://schemas.microsoft.com/office/drawing/2014/main" id="{7765236E-7370-3DD4-7339-6585ADD59CB7}"/>
                    </a:ext>
                  </a:extLst>
                </p:cNvPr>
                <p:cNvSpPr/>
                <p:nvPr/>
              </p:nvSpPr>
              <p:spPr>
                <a:xfrm>
                  <a:off x="7263581" y="2540588"/>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7" name="Ellipse 36">
                  <a:extLst>
                    <a:ext uri="{FF2B5EF4-FFF2-40B4-BE49-F238E27FC236}">
                      <a16:creationId xmlns:a16="http://schemas.microsoft.com/office/drawing/2014/main" id="{7EEEF64C-8CE5-35EA-6719-4C5CAB3367C5}"/>
                    </a:ext>
                  </a:extLst>
                </p:cNvPr>
                <p:cNvSpPr/>
                <p:nvPr/>
              </p:nvSpPr>
              <p:spPr>
                <a:xfrm>
                  <a:off x="7803655"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8" name="Ellipse 37">
                  <a:extLst>
                    <a:ext uri="{FF2B5EF4-FFF2-40B4-BE49-F238E27FC236}">
                      <a16:creationId xmlns:a16="http://schemas.microsoft.com/office/drawing/2014/main" id="{0C109FD0-5592-1649-F32A-36C61A557B4D}"/>
                    </a:ext>
                  </a:extLst>
                </p:cNvPr>
                <p:cNvSpPr/>
                <p:nvPr/>
              </p:nvSpPr>
              <p:spPr>
                <a:xfrm>
                  <a:off x="8343729" y="254058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v</a:t>
                  </a:r>
                </a:p>
              </p:txBody>
            </p:sp>
            <p:sp>
              <p:nvSpPr>
                <p:cNvPr id="39" name="Ellipse 38">
                  <a:extLst>
                    <a:ext uri="{FF2B5EF4-FFF2-40B4-BE49-F238E27FC236}">
                      <a16:creationId xmlns:a16="http://schemas.microsoft.com/office/drawing/2014/main" id="{22D44528-D7EF-0432-46F7-9922C19A2F91}"/>
                    </a:ext>
                  </a:extLst>
                </p:cNvPr>
                <p:cNvSpPr/>
                <p:nvPr/>
              </p:nvSpPr>
              <p:spPr>
                <a:xfrm>
                  <a:off x="7272258" y="3495999"/>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0" name="Ellipse 39">
                  <a:extLst>
                    <a:ext uri="{FF2B5EF4-FFF2-40B4-BE49-F238E27FC236}">
                      <a16:creationId xmlns:a16="http://schemas.microsoft.com/office/drawing/2014/main" id="{2D64B548-EB06-D05A-92C5-1C5C90C451D7}"/>
                    </a:ext>
                  </a:extLst>
                </p:cNvPr>
                <p:cNvSpPr/>
                <p:nvPr/>
              </p:nvSpPr>
              <p:spPr>
                <a:xfrm>
                  <a:off x="7803655" y="3492513"/>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1" name="Connecteur droit avec flèche 40">
                  <a:extLst>
                    <a:ext uri="{FF2B5EF4-FFF2-40B4-BE49-F238E27FC236}">
                      <a16:creationId xmlns:a16="http://schemas.microsoft.com/office/drawing/2014/main" id="{2C02CAF6-4F28-9F24-67D0-84FD1DC07071}"/>
                    </a:ext>
                  </a:extLst>
                </p:cNvPr>
                <p:cNvCxnSpPr>
                  <a:stCxn id="39" idx="0"/>
                  <a:endCxn id="36" idx="4"/>
                </p:cNvCxnSpPr>
                <p:nvPr/>
              </p:nvCxnSpPr>
              <p:spPr>
                <a:xfrm flipV="1">
                  <a:off x="7434340" y="2864750"/>
                  <a:ext cx="9857" cy="631249"/>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2" name="Connecteur droit avec flèche 41">
                  <a:extLst>
                    <a:ext uri="{FF2B5EF4-FFF2-40B4-BE49-F238E27FC236}">
                      <a16:creationId xmlns:a16="http://schemas.microsoft.com/office/drawing/2014/main" id="{99EF2B6C-D196-5AFB-F2A0-A2C83B2D069D}"/>
                    </a:ext>
                  </a:extLst>
                </p:cNvPr>
                <p:cNvCxnSpPr>
                  <a:cxnSpLocks/>
                  <a:stCxn id="40" idx="0"/>
                </p:cNvCxnSpPr>
                <p:nvPr/>
              </p:nvCxnSpPr>
              <p:spPr>
                <a:xfrm flipH="1" flipV="1">
                  <a:off x="7444197" y="2864750"/>
                  <a:ext cx="521540" cy="627763"/>
                </a:xfrm>
                <a:prstGeom prst="straightConnector1">
                  <a:avLst/>
                </a:prstGeom>
                <a:ln>
                  <a:solidFill>
                    <a:schemeClr val="tx1"/>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3" name="Connecteur droit avec flèche 42">
                  <a:extLst>
                    <a:ext uri="{FF2B5EF4-FFF2-40B4-BE49-F238E27FC236}">
                      <a16:creationId xmlns:a16="http://schemas.microsoft.com/office/drawing/2014/main" id="{FE911332-B8CA-05FC-A71B-9414112922CE}"/>
                    </a:ext>
                  </a:extLst>
                </p:cNvPr>
                <p:cNvCxnSpPr>
                  <a:cxnSpLocks/>
                  <a:stCxn id="40" idx="0"/>
                  <a:endCxn id="37" idx="4"/>
                </p:cNvCxnSpPr>
                <p:nvPr/>
              </p:nvCxnSpPr>
              <p:spPr>
                <a:xfrm flipV="1">
                  <a:off x="7965737" y="2864750"/>
                  <a:ext cx="0" cy="627763"/>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4" name="Connecteur droit avec flèche 43">
                  <a:extLst>
                    <a:ext uri="{FF2B5EF4-FFF2-40B4-BE49-F238E27FC236}">
                      <a16:creationId xmlns:a16="http://schemas.microsoft.com/office/drawing/2014/main" id="{3C03A2CF-AF39-135E-E7FF-9C5C8877E81C}"/>
                    </a:ext>
                  </a:extLst>
                </p:cNvPr>
                <p:cNvCxnSpPr>
                  <a:cxnSpLocks/>
                  <a:stCxn id="40" idx="0"/>
                  <a:endCxn id="38" idx="4"/>
                </p:cNvCxnSpPr>
                <p:nvPr/>
              </p:nvCxnSpPr>
              <p:spPr>
                <a:xfrm flipV="1">
                  <a:off x="7965737" y="2864750"/>
                  <a:ext cx="540074" cy="627763"/>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5" name="Connecteur droit avec flèche 44">
                  <a:extLst>
                    <a:ext uri="{FF2B5EF4-FFF2-40B4-BE49-F238E27FC236}">
                      <a16:creationId xmlns:a16="http://schemas.microsoft.com/office/drawing/2014/main" id="{5136B78C-DF6A-39F0-4CD7-242447F64D92}"/>
                    </a:ext>
                  </a:extLst>
                </p:cNvPr>
                <p:cNvCxnSpPr>
                  <a:cxnSpLocks/>
                  <a:stCxn id="40" idx="0"/>
                  <a:endCxn id="35" idx="4"/>
                </p:cNvCxnSpPr>
                <p:nvPr/>
              </p:nvCxnSpPr>
              <p:spPr>
                <a:xfrm flipH="1" flipV="1">
                  <a:off x="6910687" y="2864751"/>
                  <a:ext cx="1055050" cy="627762"/>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6" name="Connecteur droit avec flèche 45">
                  <a:extLst>
                    <a:ext uri="{FF2B5EF4-FFF2-40B4-BE49-F238E27FC236}">
                      <a16:creationId xmlns:a16="http://schemas.microsoft.com/office/drawing/2014/main" id="{882B6118-C2DC-3DEA-069C-CA2773D5143B}"/>
                    </a:ext>
                  </a:extLst>
                </p:cNvPr>
                <p:cNvCxnSpPr>
                  <a:stCxn id="39" idx="0"/>
                  <a:endCxn id="35" idx="4"/>
                </p:cNvCxnSpPr>
                <p:nvPr/>
              </p:nvCxnSpPr>
              <p:spPr>
                <a:xfrm flipH="1" flipV="1">
                  <a:off x="6910687" y="2864751"/>
                  <a:ext cx="523653" cy="631248"/>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7" name="Connecteur droit avec flèche 46">
                  <a:extLst>
                    <a:ext uri="{FF2B5EF4-FFF2-40B4-BE49-F238E27FC236}">
                      <a16:creationId xmlns:a16="http://schemas.microsoft.com/office/drawing/2014/main" id="{76D97DA5-DBBB-C9E8-0834-E8872EFEFDDC}"/>
                    </a:ext>
                  </a:extLst>
                </p:cNvPr>
                <p:cNvCxnSpPr>
                  <a:stCxn id="39" idx="0"/>
                  <a:endCxn id="37" idx="4"/>
                </p:cNvCxnSpPr>
                <p:nvPr/>
              </p:nvCxnSpPr>
              <p:spPr>
                <a:xfrm flipV="1">
                  <a:off x="7434340" y="2864750"/>
                  <a:ext cx="531397" cy="631249"/>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8" name="Connecteur droit avec flèche 47">
                  <a:extLst>
                    <a:ext uri="{FF2B5EF4-FFF2-40B4-BE49-F238E27FC236}">
                      <a16:creationId xmlns:a16="http://schemas.microsoft.com/office/drawing/2014/main" id="{4225E837-0EA5-73B1-E1C4-B43F12E61382}"/>
                    </a:ext>
                  </a:extLst>
                </p:cNvPr>
                <p:cNvCxnSpPr>
                  <a:stCxn id="39" idx="0"/>
                  <a:endCxn id="38" idx="4"/>
                </p:cNvCxnSpPr>
                <p:nvPr/>
              </p:nvCxnSpPr>
              <p:spPr>
                <a:xfrm flipV="1">
                  <a:off x="7434340" y="2864750"/>
                  <a:ext cx="1071471" cy="631249"/>
                </a:xfrm>
                <a:prstGeom prst="straightConnector1">
                  <a:avLst/>
                </a:prstGeom>
                <a:ln>
                  <a:solidFill>
                    <a:schemeClr val="tx2"/>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grpSp>
          <p:sp>
            <p:nvSpPr>
              <p:cNvPr id="25" name="Ellipse 24">
                <a:extLst>
                  <a:ext uri="{FF2B5EF4-FFF2-40B4-BE49-F238E27FC236}">
                    <a16:creationId xmlns:a16="http://schemas.microsoft.com/office/drawing/2014/main" id="{3FB43E28-870C-CED6-2A64-5C5CD593FAE9}"/>
                  </a:ext>
                </a:extLst>
              </p:cNvPr>
              <p:cNvSpPr/>
              <p:nvPr/>
            </p:nvSpPr>
            <p:spPr>
              <a:xfrm>
                <a:off x="3181438" y="3509897"/>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6" name="Ellipse 25">
                <a:extLst>
                  <a:ext uri="{FF2B5EF4-FFF2-40B4-BE49-F238E27FC236}">
                    <a16:creationId xmlns:a16="http://schemas.microsoft.com/office/drawing/2014/main" id="{BDD56138-6D43-D50C-5682-D1BD06B0FC48}"/>
                  </a:ext>
                </a:extLst>
              </p:cNvPr>
              <p:cNvSpPr/>
              <p:nvPr/>
            </p:nvSpPr>
            <p:spPr>
              <a:xfrm>
                <a:off x="3712835" y="3506411"/>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7" name="Connecteur droit avec flèche 26">
                <a:extLst>
                  <a:ext uri="{FF2B5EF4-FFF2-40B4-BE49-F238E27FC236}">
                    <a16:creationId xmlns:a16="http://schemas.microsoft.com/office/drawing/2014/main" id="{D1108C45-3EC1-6A34-A8CE-524F197619DE}"/>
                  </a:ext>
                </a:extLst>
              </p:cNvPr>
              <p:cNvCxnSpPr>
                <a:stCxn id="25" idx="4"/>
                <a:endCxn id="35" idx="0"/>
              </p:cNvCxnSpPr>
              <p:nvPr/>
            </p:nvCxnSpPr>
            <p:spPr>
              <a:xfrm flipH="1">
                <a:off x="2829769" y="3834060"/>
                <a:ext cx="513751" cy="624278"/>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 name="Connecteur droit avec flèche 27">
                <a:extLst>
                  <a:ext uri="{FF2B5EF4-FFF2-40B4-BE49-F238E27FC236}">
                    <a16:creationId xmlns:a16="http://schemas.microsoft.com/office/drawing/2014/main" id="{38984D60-2AA4-F941-D65A-A8F8B217432A}"/>
                  </a:ext>
                </a:extLst>
              </p:cNvPr>
              <p:cNvCxnSpPr>
                <a:stCxn id="25" idx="4"/>
                <a:endCxn id="36" idx="0"/>
              </p:cNvCxnSpPr>
              <p:nvPr/>
            </p:nvCxnSpPr>
            <p:spPr>
              <a:xfrm>
                <a:off x="3343520" y="3834060"/>
                <a:ext cx="1225" cy="62427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eur droit avec flèche 28">
                <a:extLst>
                  <a:ext uri="{FF2B5EF4-FFF2-40B4-BE49-F238E27FC236}">
                    <a16:creationId xmlns:a16="http://schemas.microsoft.com/office/drawing/2014/main" id="{D1094522-B335-0474-6007-40B586EAD1F8}"/>
                  </a:ext>
                </a:extLst>
              </p:cNvPr>
              <p:cNvCxnSpPr>
                <a:endCxn id="37" idx="0"/>
              </p:cNvCxnSpPr>
              <p:nvPr/>
            </p:nvCxnSpPr>
            <p:spPr>
              <a:xfrm>
                <a:off x="3353422" y="3837546"/>
                <a:ext cx="531397" cy="620791"/>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0" name="Connecteur droit avec flèche 29">
                <a:extLst>
                  <a:ext uri="{FF2B5EF4-FFF2-40B4-BE49-F238E27FC236}">
                    <a16:creationId xmlns:a16="http://schemas.microsoft.com/office/drawing/2014/main" id="{38F62075-0701-BF02-B806-E5E0C3389D33}"/>
                  </a:ext>
                </a:extLst>
              </p:cNvPr>
              <p:cNvCxnSpPr>
                <a:stCxn id="25" idx="4"/>
                <a:endCxn id="38" idx="0"/>
              </p:cNvCxnSpPr>
              <p:nvPr/>
            </p:nvCxnSpPr>
            <p:spPr>
              <a:xfrm>
                <a:off x="3343520" y="3834060"/>
                <a:ext cx="1081373" cy="624277"/>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eur droit avec flèche 30">
                <a:extLst>
                  <a:ext uri="{FF2B5EF4-FFF2-40B4-BE49-F238E27FC236}">
                    <a16:creationId xmlns:a16="http://schemas.microsoft.com/office/drawing/2014/main" id="{2E5FE19E-89C8-67B0-3376-B6E7A87FA264}"/>
                  </a:ext>
                </a:extLst>
              </p:cNvPr>
              <p:cNvCxnSpPr>
                <a:stCxn id="26" idx="4"/>
                <a:endCxn id="35" idx="0"/>
              </p:cNvCxnSpPr>
              <p:nvPr/>
            </p:nvCxnSpPr>
            <p:spPr>
              <a:xfrm flipH="1">
                <a:off x="2829769" y="3830574"/>
                <a:ext cx="1045148" cy="627764"/>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2" name="Connecteur droit avec flèche 31">
                <a:extLst>
                  <a:ext uri="{FF2B5EF4-FFF2-40B4-BE49-F238E27FC236}">
                    <a16:creationId xmlns:a16="http://schemas.microsoft.com/office/drawing/2014/main" id="{EE60DB91-91A2-9967-86A3-6A8EF54299D5}"/>
                  </a:ext>
                </a:extLst>
              </p:cNvPr>
              <p:cNvCxnSpPr>
                <a:endCxn id="36" idx="0"/>
              </p:cNvCxnSpPr>
              <p:nvPr/>
            </p:nvCxnSpPr>
            <p:spPr>
              <a:xfrm flipH="1">
                <a:off x="3344745" y="3837546"/>
                <a:ext cx="540074" cy="62079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eur droit avec flèche 32">
                <a:extLst>
                  <a:ext uri="{FF2B5EF4-FFF2-40B4-BE49-F238E27FC236}">
                    <a16:creationId xmlns:a16="http://schemas.microsoft.com/office/drawing/2014/main" id="{74B44395-5411-ACB5-F57A-0B9A6C71F9CF}"/>
                  </a:ext>
                </a:extLst>
              </p:cNvPr>
              <p:cNvCxnSpPr>
                <a:stCxn id="26" idx="4"/>
                <a:endCxn id="37" idx="0"/>
              </p:cNvCxnSpPr>
              <p:nvPr/>
            </p:nvCxnSpPr>
            <p:spPr>
              <a:xfrm>
                <a:off x="3874917" y="3830574"/>
                <a:ext cx="9902" cy="62776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34" name="Connecteur droit avec flèche 33">
                <a:extLst>
                  <a:ext uri="{FF2B5EF4-FFF2-40B4-BE49-F238E27FC236}">
                    <a16:creationId xmlns:a16="http://schemas.microsoft.com/office/drawing/2014/main" id="{A5723BEA-1521-55DF-AC6F-D782D856F1B3}"/>
                  </a:ext>
                </a:extLst>
              </p:cNvPr>
              <p:cNvCxnSpPr>
                <a:stCxn id="26" idx="4"/>
                <a:endCxn id="38" idx="0"/>
              </p:cNvCxnSpPr>
              <p:nvPr/>
            </p:nvCxnSpPr>
            <p:spPr>
              <a:xfrm>
                <a:off x="3874917" y="3830574"/>
                <a:ext cx="549976" cy="62776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17" name="ZoneTexte 16">
              <a:extLst>
                <a:ext uri="{FF2B5EF4-FFF2-40B4-BE49-F238E27FC236}">
                  <a16:creationId xmlns:a16="http://schemas.microsoft.com/office/drawing/2014/main" id="{8BAAABA8-F034-5DD8-9FD6-78CFE3215623}"/>
                </a:ext>
              </a:extLst>
            </p:cNvPr>
            <p:cNvSpPr txBox="1"/>
            <p:nvPr/>
          </p:nvSpPr>
          <p:spPr>
            <a:xfrm>
              <a:off x="1373026" y="4618364"/>
              <a:ext cx="417615" cy="369332"/>
            </a:xfrm>
            <a:prstGeom prst="rect">
              <a:avLst/>
            </a:prstGeom>
            <a:noFill/>
            <a:ln w="9525">
              <a:noFill/>
            </a:ln>
          </p:spPr>
          <p:txBody>
            <a:bodyPr wrap="none" rtlCol="0">
              <a:spAutoFit/>
            </a:bodyPr>
            <a:lstStyle/>
            <a:p>
              <a:r>
                <a:rPr lang="fr-FR" dirty="0"/>
                <a:t>EC</a:t>
              </a:r>
            </a:p>
          </p:txBody>
        </p:sp>
        <p:sp>
          <p:nvSpPr>
            <p:cNvPr id="18" name="ZoneTexte 17">
              <a:extLst>
                <a:ext uri="{FF2B5EF4-FFF2-40B4-BE49-F238E27FC236}">
                  <a16:creationId xmlns:a16="http://schemas.microsoft.com/office/drawing/2014/main" id="{FC599E4A-7C69-5EF9-A3FD-1331AE8DB223}"/>
                </a:ext>
              </a:extLst>
            </p:cNvPr>
            <p:cNvSpPr txBox="1"/>
            <p:nvPr/>
          </p:nvSpPr>
          <p:spPr>
            <a:xfrm>
              <a:off x="1312135" y="2723114"/>
              <a:ext cx="417615" cy="369332"/>
            </a:xfrm>
            <a:prstGeom prst="rect">
              <a:avLst/>
            </a:prstGeom>
            <a:noFill/>
            <a:ln>
              <a:noFill/>
            </a:ln>
          </p:spPr>
          <p:txBody>
            <a:bodyPr wrap="none" rtlCol="0">
              <a:spAutoFit/>
            </a:bodyPr>
            <a:lstStyle/>
            <a:p>
              <a:r>
                <a:rPr lang="fr-FR" dirty="0"/>
                <a:t>EC</a:t>
              </a:r>
            </a:p>
          </p:txBody>
        </p:sp>
        <p:sp>
          <p:nvSpPr>
            <p:cNvPr id="21" name="ZoneTexte 20">
              <a:extLst>
                <a:ext uri="{FF2B5EF4-FFF2-40B4-BE49-F238E27FC236}">
                  <a16:creationId xmlns:a16="http://schemas.microsoft.com/office/drawing/2014/main" id="{B89B7616-8985-5B9C-2FFC-F7CB4F2E7770}"/>
                </a:ext>
              </a:extLst>
            </p:cNvPr>
            <p:cNvSpPr txBox="1"/>
            <p:nvPr/>
          </p:nvSpPr>
          <p:spPr>
            <a:xfrm>
              <a:off x="1297806" y="3666438"/>
              <a:ext cx="558166" cy="369332"/>
            </a:xfrm>
            <a:prstGeom prst="rect">
              <a:avLst/>
            </a:prstGeom>
            <a:noFill/>
            <a:ln>
              <a:noFill/>
            </a:ln>
          </p:spPr>
          <p:txBody>
            <a:bodyPr wrap="none" rtlCol="0">
              <a:spAutoFit/>
            </a:bodyPr>
            <a:lstStyle/>
            <a:p>
              <a:r>
                <a:rPr lang="fr-FR" dirty="0"/>
                <a:t>CA1</a:t>
              </a:r>
            </a:p>
          </p:txBody>
        </p:sp>
      </p:grpSp>
      <p:pic>
        <p:nvPicPr>
          <p:cNvPr id="19" name="Espace réservé du contenu 40">
            <a:extLst>
              <a:ext uri="{FF2B5EF4-FFF2-40B4-BE49-F238E27FC236}">
                <a16:creationId xmlns:a16="http://schemas.microsoft.com/office/drawing/2014/main" id="{6C9784A7-AF98-7AAE-07A1-F7F92CA71AB1}"/>
              </a:ext>
            </a:extLst>
          </p:cNvPr>
          <p:cNvPicPr>
            <a:picLocks noGrp="1" noChangeAspect="1"/>
          </p:cNvPicPr>
          <p:nvPr>
            <p:ph sz="half" idx="1"/>
          </p:nvPr>
        </p:nvPicPr>
        <p:blipFill>
          <a:blip r:embed="rId2"/>
          <a:srcRect l="7273" t="10323" r="8303" b="9720"/>
          <a:stretch/>
        </p:blipFill>
        <p:spPr>
          <a:xfrm>
            <a:off x="1206570" y="2172185"/>
            <a:ext cx="4325129" cy="4096274"/>
          </a:xfrm>
        </p:spPr>
      </p:pic>
      <mc:AlternateContent xmlns:mc="http://schemas.openxmlformats.org/markup-compatibility/2006" xmlns:a14="http://schemas.microsoft.com/office/drawing/2010/main">
        <mc:Choice Requires="a14">
          <p:sp>
            <p:nvSpPr>
              <p:cNvPr id="20" name="ZoneTexte 19">
                <a:extLst>
                  <a:ext uri="{FF2B5EF4-FFF2-40B4-BE49-F238E27FC236}">
                    <a16:creationId xmlns:a16="http://schemas.microsoft.com/office/drawing/2014/main" id="{E5B16A64-CE39-D98B-38A3-B1F6A2E623AC}"/>
                  </a:ext>
                </a:extLst>
              </p:cNvPr>
              <p:cNvSpPr txBox="1"/>
              <p:nvPr/>
            </p:nvSpPr>
            <p:spPr>
              <a:xfrm>
                <a:off x="1074420" y="1679893"/>
                <a:ext cx="4724114" cy="369332"/>
              </a:xfrm>
              <a:prstGeom prst="rect">
                <a:avLst/>
              </a:prstGeom>
              <a:noFill/>
            </p:spPr>
            <p:txBody>
              <a:bodyPr wrap="none" rtlCol="0">
                <a:spAutoFit/>
              </a:bodyPr>
              <a:lstStyle/>
              <a:p>
                <a:r>
                  <a:rPr lang="fr-FR" dirty="0"/>
                  <a:t>Training the </a:t>
                </a:r>
                <a:r>
                  <a:rPr lang="fr-FR" dirty="0" err="1"/>
                  <a:t>autoencoder</a:t>
                </a:r>
                <a:r>
                  <a:rPr lang="fr-FR" dirty="0"/>
                  <a:t> on </a:t>
                </a:r>
                <a14:m>
                  <m:oMath xmlns:m="http://schemas.openxmlformats.org/officeDocument/2006/math">
                    <m:r>
                      <a:rPr lang="fr-FR" i="1" dirty="0" smtClean="0">
                        <a:latin typeface="Cambria Math" panose="02040503050406030204" pitchFamily="18" charset="0"/>
                      </a:rPr>
                      <m:t>𝑁</m:t>
                    </m:r>
                    <m:r>
                      <a:rPr lang="fr-FR" b="0" i="1" dirty="0" smtClean="0">
                        <a:latin typeface="Cambria Math" panose="02040503050406030204" pitchFamily="18" charset="0"/>
                        <a:ea typeface="Cambria Math" panose="02040503050406030204" pitchFamily="18" charset="0"/>
                      </a:rPr>
                      <m:t>≈</m:t>
                    </m:r>
                    <m:r>
                      <a:rPr lang="fr-FR" b="0" i="1" dirty="0" smtClean="0">
                        <a:latin typeface="Cambria Math" panose="02040503050406030204" pitchFamily="18" charset="0"/>
                      </a:rPr>
                      <m:t>50000</m:t>
                    </m:r>
                  </m:oMath>
                </a14:m>
                <a:r>
                  <a:rPr lang="fr-FR" dirty="0"/>
                  <a:t> images</a:t>
                </a:r>
              </a:p>
            </p:txBody>
          </p:sp>
        </mc:Choice>
        <mc:Fallback xmlns="">
          <p:sp>
            <p:nvSpPr>
              <p:cNvPr id="20" name="ZoneTexte 19">
                <a:extLst>
                  <a:ext uri="{FF2B5EF4-FFF2-40B4-BE49-F238E27FC236}">
                    <a16:creationId xmlns:a16="http://schemas.microsoft.com/office/drawing/2014/main" id="{E5B16A64-CE39-D98B-38A3-B1F6A2E623AC}"/>
                  </a:ext>
                </a:extLst>
              </p:cNvPr>
              <p:cNvSpPr txBox="1">
                <a:spLocks noRot="1" noChangeAspect="1" noMove="1" noResize="1" noEditPoints="1" noAdjustHandles="1" noChangeArrowheads="1" noChangeShapeType="1" noTextEdit="1"/>
              </p:cNvSpPr>
              <p:nvPr/>
            </p:nvSpPr>
            <p:spPr>
              <a:xfrm>
                <a:off x="1074420" y="1679893"/>
                <a:ext cx="4724114" cy="369332"/>
              </a:xfrm>
              <a:prstGeom prst="rect">
                <a:avLst/>
              </a:prstGeom>
              <a:blipFill>
                <a:blip r:embed="rId3"/>
                <a:stretch>
                  <a:fillRect l="-1032" t="-10000" r="-516" b="-26667"/>
                </a:stretch>
              </a:blipFill>
            </p:spPr>
            <p:txBody>
              <a:bodyPr/>
              <a:lstStyle/>
              <a:p>
                <a:r>
                  <a:rPr lang="fr-FR">
                    <a:noFill/>
                  </a:rPr>
                  <a:t> </a:t>
                </a:r>
              </a:p>
            </p:txBody>
          </p:sp>
        </mc:Fallback>
      </mc:AlternateContent>
      <p:sp>
        <p:nvSpPr>
          <p:cNvPr id="3" name="Espace réservé du numéro de diapositive 2">
            <a:extLst>
              <a:ext uri="{FF2B5EF4-FFF2-40B4-BE49-F238E27FC236}">
                <a16:creationId xmlns:a16="http://schemas.microsoft.com/office/drawing/2014/main" id="{8CD6C364-64CC-1601-58D0-8FCB8D81AB22}"/>
              </a:ext>
            </a:extLst>
          </p:cNvPr>
          <p:cNvSpPr>
            <a:spLocks noGrp="1"/>
          </p:cNvSpPr>
          <p:nvPr>
            <p:ph type="sldNum" sz="quarter" idx="12"/>
          </p:nvPr>
        </p:nvSpPr>
        <p:spPr/>
        <p:txBody>
          <a:bodyPr/>
          <a:lstStyle/>
          <a:p>
            <a:fld id="{5149A38E-4A7C-4C86-B631-64CD0F93C451}" type="slidenum">
              <a:rPr lang="fr-FR" smtClean="0"/>
              <a:t>55</a:t>
            </a:fld>
            <a:endParaRPr lang="fr-FR"/>
          </a:p>
        </p:txBody>
      </p:sp>
    </p:spTree>
    <p:extLst>
      <p:ext uri="{BB962C8B-B14F-4D97-AF65-F5344CB8AC3E}">
        <p14:creationId xmlns:p14="http://schemas.microsoft.com/office/powerpoint/2010/main" val="28407564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Generative</a:t>
            </a:r>
            <a:r>
              <a:rPr lang="fr-FR" dirty="0"/>
              <a:t> replay in CA1</a:t>
            </a:r>
          </a:p>
        </p:txBody>
      </p:sp>
      <p:grpSp>
        <p:nvGrpSpPr>
          <p:cNvPr id="3" name="Groupe 2">
            <a:extLst>
              <a:ext uri="{FF2B5EF4-FFF2-40B4-BE49-F238E27FC236}">
                <a16:creationId xmlns:a16="http://schemas.microsoft.com/office/drawing/2014/main" id="{7449A510-9798-3178-773B-FF4EB5646F07}"/>
              </a:ext>
            </a:extLst>
          </p:cNvPr>
          <p:cNvGrpSpPr/>
          <p:nvPr/>
        </p:nvGrpSpPr>
        <p:grpSpPr>
          <a:xfrm>
            <a:off x="2380983" y="2205716"/>
            <a:ext cx="3374118" cy="3621301"/>
            <a:chOff x="2380983" y="2205716"/>
            <a:chExt cx="3374118" cy="3621301"/>
          </a:xfrm>
        </p:grpSpPr>
        <p:sp>
          <p:nvSpPr>
            <p:cNvPr id="4" name="Rectangle 3">
              <a:extLst>
                <a:ext uri="{FF2B5EF4-FFF2-40B4-BE49-F238E27FC236}">
                  <a16:creationId xmlns:a16="http://schemas.microsoft.com/office/drawing/2014/main" id="{71565C11-E06C-53C5-F892-3B55360546D7}"/>
                </a:ext>
              </a:extLst>
            </p:cNvPr>
            <p:cNvSpPr/>
            <p:nvPr/>
          </p:nvSpPr>
          <p:spPr>
            <a:xfrm>
              <a:off x="3563565" y="3018086"/>
              <a:ext cx="1732917" cy="143576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rgbClr val="0070C0"/>
                </a:solidFill>
              </a:endParaRPr>
            </a:p>
          </p:txBody>
        </p:sp>
        <p:grpSp>
          <p:nvGrpSpPr>
            <p:cNvPr id="5" name="Groupe 4">
              <a:extLst>
                <a:ext uri="{FF2B5EF4-FFF2-40B4-BE49-F238E27FC236}">
                  <a16:creationId xmlns:a16="http://schemas.microsoft.com/office/drawing/2014/main" id="{B033F40C-B192-2B63-EF9B-64A239329764}"/>
                </a:ext>
              </a:extLst>
            </p:cNvPr>
            <p:cNvGrpSpPr/>
            <p:nvPr/>
          </p:nvGrpSpPr>
          <p:grpSpPr>
            <a:xfrm>
              <a:off x="2380983" y="2205716"/>
              <a:ext cx="3374118" cy="3621301"/>
              <a:chOff x="2380983" y="2205716"/>
              <a:chExt cx="3374118" cy="3621301"/>
            </a:xfrm>
          </p:grpSpPr>
          <p:grpSp>
            <p:nvGrpSpPr>
              <p:cNvPr id="6" name="Groupe 5">
                <a:extLst>
                  <a:ext uri="{FF2B5EF4-FFF2-40B4-BE49-F238E27FC236}">
                    <a16:creationId xmlns:a16="http://schemas.microsoft.com/office/drawing/2014/main" id="{72EF9774-D41F-1FEF-4CD6-9F8E9E9B0D6B}"/>
                  </a:ext>
                </a:extLst>
              </p:cNvPr>
              <p:cNvGrpSpPr/>
              <p:nvPr/>
            </p:nvGrpSpPr>
            <p:grpSpPr>
              <a:xfrm>
                <a:off x="2380983" y="2205716"/>
                <a:ext cx="2017735" cy="3591156"/>
                <a:chOff x="8748102" y="2382395"/>
                <a:chExt cx="2017735" cy="3591156"/>
              </a:xfrm>
            </p:grpSpPr>
            <p:grpSp>
              <p:nvGrpSpPr>
                <p:cNvPr id="14" name="Groupe 13">
                  <a:extLst>
                    <a:ext uri="{FF2B5EF4-FFF2-40B4-BE49-F238E27FC236}">
                      <a16:creationId xmlns:a16="http://schemas.microsoft.com/office/drawing/2014/main" id="{A52D5CD0-6FE7-5F68-3B0D-3C4CC029F318}"/>
                    </a:ext>
                  </a:extLst>
                </p:cNvPr>
                <p:cNvGrpSpPr/>
                <p:nvPr/>
              </p:nvGrpSpPr>
              <p:grpSpPr>
                <a:xfrm>
                  <a:off x="8748102" y="2382395"/>
                  <a:ext cx="2017735" cy="3591156"/>
                  <a:chOff x="2943959" y="2264576"/>
                  <a:chExt cx="2017735" cy="3591156"/>
                </a:xfrm>
              </p:grpSpPr>
              <p:grpSp>
                <p:nvGrpSpPr>
                  <p:cNvPr id="16" name="Groupe 15">
                    <a:extLst>
                      <a:ext uri="{FF2B5EF4-FFF2-40B4-BE49-F238E27FC236}">
                        <a16:creationId xmlns:a16="http://schemas.microsoft.com/office/drawing/2014/main" id="{301B1E72-F7D3-E6D3-39C0-B8716C260C42}"/>
                      </a:ext>
                    </a:extLst>
                  </p:cNvPr>
                  <p:cNvGrpSpPr/>
                  <p:nvPr/>
                </p:nvGrpSpPr>
                <p:grpSpPr>
                  <a:xfrm>
                    <a:off x="2943959" y="2426625"/>
                    <a:ext cx="2017735" cy="3429107"/>
                    <a:chOff x="2943959" y="2426625"/>
                    <a:chExt cx="2017735" cy="3429107"/>
                  </a:xfrm>
                </p:grpSpPr>
                <p:sp>
                  <p:nvSpPr>
                    <p:cNvPr id="19" name="ZoneTexte 18">
                      <a:extLst>
                        <a:ext uri="{FF2B5EF4-FFF2-40B4-BE49-F238E27FC236}">
                          <a16:creationId xmlns:a16="http://schemas.microsoft.com/office/drawing/2014/main" id="{6A8D88E9-B45E-09ED-43DD-FFFAF64BE28F}"/>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20" name="ZoneTexte 19">
                      <a:extLst>
                        <a:ext uri="{FF2B5EF4-FFF2-40B4-BE49-F238E27FC236}">
                          <a16:creationId xmlns:a16="http://schemas.microsoft.com/office/drawing/2014/main" id="{E9F92C08-36DA-84E0-8981-75A9ACFD9C13}"/>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21" name="ZoneTexte 20">
                      <a:extLst>
                        <a:ext uri="{FF2B5EF4-FFF2-40B4-BE49-F238E27FC236}">
                          <a16:creationId xmlns:a16="http://schemas.microsoft.com/office/drawing/2014/main" id="{9A2E208D-AD16-1A2E-DA82-7276070039BE}"/>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22" name="ZoneTexte 21">
                      <a:extLst>
                        <a:ext uri="{FF2B5EF4-FFF2-40B4-BE49-F238E27FC236}">
                          <a16:creationId xmlns:a16="http://schemas.microsoft.com/office/drawing/2014/main" id="{184FC88F-2D6C-3A8F-6BE2-CBF0C033AAFA}"/>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23" name="ZoneTexte 22">
                      <a:extLst>
                        <a:ext uri="{FF2B5EF4-FFF2-40B4-BE49-F238E27FC236}">
                          <a16:creationId xmlns:a16="http://schemas.microsoft.com/office/drawing/2014/main" id="{0A944B5B-E12D-B545-9595-97F129500F10}"/>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24" name="ZoneTexte 23">
                      <a:extLst>
                        <a:ext uri="{FF2B5EF4-FFF2-40B4-BE49-F238E27FC236}">
                          <a16:creationId xmlns:a16="http://schemas.microsoft.com/office/drawing/2014/main" id="{B1D97CC2-5D24-24E6-855D-3E0895B84BA1}"/>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25" name="Connecteur droit avec flèche 24">
                      <a:extLst>
                        <a:ext uri="{FF2B5EF4-FFF2-40B4-BE49-F238E27FC236}">
                          <a16:creationId xmlns:a16="http://schemas.microsoft.com/office/drawing/2014/main" id="{B39C76CF-A4B3-A184-F0FC-F9EC3D048EF5}"/>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25F71CD2-A551-9477-DA9F-3DCD1037A7D4}"/>
                        </a:ext>
                      </a:extLst>
                    </p:cNvPr>
                    <p:cNvCxnSpPr>
                      <a:cxnSpLocks/>
                      <a:endCxn id="19"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16E1AEF2-3473-9CD1-3FFA-767D9E6BADE5}"/>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2293FDA3-308A-323E-7692-A61E317EB58F}"/>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8FCB1AC8-3983-0D54-AB1E-CF2053445962}"/>
                        </a:ext>
                      </a:extLst>
                    </p:cNvPr>
                    <p:cNvCxnSpPr>
                      <a:cxnSpLocks/>
                      <a:stCxn id="21" idx="1"/>
                      <a:endCxn id="22"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D677938B-04EE-FE89-9C3E-01CDBB623D7F}"/>
                        </a:ext>
                      </a:extLst>
                    </p:cNvPr>
                    <p:cNvCxnSpPr>
                      <a:cxnSpLocks/>
                      <a:stCxn id="22" idx="0"/>
                      <a:endCxn id="23"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5C5396AC-8D88-4EE6-8B07-6AC2BCBCBF20}"/>
                        </a:ext>
                      </a:extLst>
                    </p:cNvPr>
                    <p:cNvCxnSpPr>
                      <a:cxnSpLocks/>
                      <a:stCxn id="23" idx="3"/>
                      <a:endCxn id="24"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4D68E6B-8077-ACC9-7021-2A2C90B6CA89}"/>
                        </a:ext>
                      </a:extLst>
                    </p:cNvPr>
                    <p:cNvCxnSpPr>
                      <a:cxnSpLocks/>
                      <a:stCxn id="24" idx="2"/>
                      <a:endCxn id="21" idx="3"/>
                    </p:cNvCxnSpPr>
                    <p:nvPr/>
                  </p:nvCxnSpPr>
                  <p:spPr>
                    <a:xfrm flipH="1">
                      <a:off x="4134724" y="3562497"/>
                      <a:ext cx="547887" cy="520943"/>
                    </a:xfrm>
                    <a:prstGeom prst="straightConnector1">
                      <a:avLst/>
                    </a:prstGeom>
                    <a:ln w="12700">
                      <a:solidFill>
                        <a:schemeClr val="accent1">
                          <a:alpha val="50000"/>
                        </a:schemeClr>
                      </a:solidFill>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17" name="Connecteur droit 16">
                    <a:extLst>
                      <a:ext uri="{FF2B5EF4-FFF2-40B4-BE49-F238E27FC236}">
                        <a16:creationId xmlns:a16="http://schemas.microsoft.com/office/drawing/2014/main" id="{FDD0C04F-D378-2CE5-387B-2EDE09EDB7E6}"/>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 name="Connecteur : en angle 17">
                    <a:extLst>
                      <a:ext uri="{FF2B5EF4-FFF2-40B4-BE49-F238E27FC236}">
                        <a16:creationId xmlns:a16="http://schemas.microsoft.com/office/drawing/2014/main" id="{4F4A7578-BE9A-386E-393B-DCED42E60AE0}"/>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15" name="Connecteur droit avec flèche 14">
                  <a:extLst>
                    <a:ext uri="{FF2B5EF4-FFF2-40B4-BE49-F238E27FC236}">
                      <a16:creationId xmlns:a16="http://schemas.microsoft.com/office/drawing/2014/main" id="{D60C6C5A-26C5-EB64-2392-D596D2BA5C85}"/>
                    </a:ext>
                  </a:extLst>
                </p:cNvPr>
                <p:cNvCxnSpPr>
                  <a:cxnSpLocks/>
                  <a:stCxn id="21" idx="0"/>
                  <a:endCxn id="23"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8" name="Connecteur droit 7">
                <a:extLst>
                  <a:ext uri="{FF2B5EF4-FFF2-40B4-BE49-F238E27FC236}">
                    <a16:creationId xmlns:a16="http://schemas.microsoft.com/office/drawing/2014/main" id="{F95A738B-316D-85A7-D132-4F82268C01C7}"/>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BB6A05D4-723D-9E6C-AF75-8010A76926EC}"/>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11" name="Connecteur droit 10">
                <a:extLst>
                  <a:ext uri="{FF2B5EF4-FFF2-40B4-BE49-F238E27FC236}">
                    <a16:creationId xmlns:a16="http://schemas.microsoft.com/office/drawing/2014/main" id="{B0035621-9F2C-CF8B-2FAD-68F12C4AD9A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B9A78FC7-20E3-1453-58E9-E958234BB6F6}"/>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3" name="Connecteur droit 12">
                <a:extLst>
                  <a:ext uri="{FF2B5EF4-FFF2-40B4-BE49-F238E27FC236}">
                    <a16:creationId xmlns:a16="http://schemas.microsoft.com/office/drawing/2014/main" id="{521EF41E-3B24-FFF5-8422-D1B5B9CB152F}"/>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grpSp>
      <p:sp>
        <p:nvSpPr>
          <p:cNvPr id="33" name="ZoneTexte 32">
            <a:extLst>
              <a:ext uri="{FF2B5EF4-FFF2-40B4-BE49-F238E27FC236}">
                <a16:creationId xmlns:a16="http://schemas.microsoft.com/office/drawing/2014/main" id="{4A99B4A6-597B-1663-69E2-21BD26C475C2}"/>
              </a:ext>
            </a:extLst>
          </p:cNvPr>
          <p:cNvSpPr txBox="1"/>
          <p:nvPr/>
        </p:nvSpPr>
        <p:spPr>
          <a:xfrm>
            <a:off x="3619657" y="4110897"/>
            <a:ext cx="1688924" cy="369332"/>
          </a:xfrm>
          <a:prstGeom prst="rect">
            <a:avLst/>
          </a:prstGeom>
          <a:noFill/>
        </p:spPr>
        <p:txBody>
          <a:bodyPr wrap="none" rtlCol="0">
            <a:spAutoFit/>
          </a:bodyPr>
          <a:lstStyle/>
          <a:p>
            <a:r>
              <a:rPr lang="fr-FR" dirty="0">
                <a:solidFill>
                  <a:srgbClr val="0070C0"/>
                </a:solidFill>
              </a:rPr>
              <a:t>5a </a:t>
            </a:r>
            <a:r>
              <a:rPr lang="fr-FR" dirty="0" err="1">
                <a:solidFill>
                  <a:srgbClr val="0070C0"/>
                </a:solidFill>
              </a:rPr>
              <a:t>Autoencoder</a:t>
            </a:r>
            <a:endParaRPr lang="fr-FR" dirty="0">
              <a:solidFill>
                <a:srgbClr val="0070C0"/>
              </a:solidFill>
            </a:endParaRPr>
          </a:p>
        </p:txBody>
      </p:sp>
      <p:pic>
        <p:nvPicPr>
          <p:cNvPr id="40" name="Espace réservé du contenu 6">
            <a:extLst>
              <a:ext uri="{FF2B5EF4-FFF2-40B4-BE49-F238E27FC236}">
                <a16:creationId xmlns:a16="http://schemas.microsoft.com/office/drawing/2014/main" id="{5F83797C-6917-EA1D-6C89-365502A06355}"/>
              </a:ext>
            </a:extLst>
          </p:cNvPr>
          <p:cNvPicPr>
            <a:picLocks noGrp="1" noChangeAspect="1"/>
          </p:cNvPicPr>
          <p:nvPr>
            <p:ph sz="half" idx="2"/>
          </p:nvPr>
        </p:nvPicPr>
        <p:blipFill>
          <a:blip r:embed="rId2"/>
          <a:stretch>
            <a:fillRect/>
          </a:stretch>
        </p:blipFill>
        <p:spPr>
          <a:xfrm>
            <a:off x="6172200" y="1933408"/>
            <a:ext cx="5181600" cy="4135772"/>
          </a:xfrm>
        </p:spPr>
      </p:pic>
      <p:cxnSp>
        <p:nvCxnSpPr>
          <p:cNvPr id="41" name="Connecteur droit avec flèche 40">
            <a:extLst>
              <a:ext uri="{FF2B5EF4-FFF2-40B4-BE49-F238E27FC236}">
                <a16:creationId xmlns:a16="http://schemas.microsoft.com/office/drawing/2014/main" id="{80E777EC-43FC-5F5D-4AD4-44086A80EFFE}"/>
              </a:ext>
            </a:extLst>
          </p:cNvPr>
          <p:cNvCxnSpPr>
            <a:cxnSpLocks/>
          </p:cNvCxnSpPr>
          <p:nvPr/>
        </p:nvCxnSpPr>
        <p:spPr>
          <a:xfrm flipV="1">
            <a:off x="3566608" y="3503048"/>
            <a:ext cx="690070" cy="634229"/>
          </a:xfrm>
          <a:prstGeom prst="straightConnector1">
            <a:avLst/>
          </a:prstGeom>
          <a:ln w="127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2" name="Espace réservé du numéro de diapositive 41">
            <a:extLst>
              <a:ext uri="{FF2B5EF4-FFF2-40B4-BE49-F238E27FC236}">
                <a16:creationId xmlns:a16="http://schemas.microsoft.com/office/drawing/2014/main" id="{E1951D38-56B9-6AD4-F519-F0C89DD514FC}"/>
              </a:ext>
            </a:extLst>
          </p:cNvPr>
          <p:cNvSpPr>
            <a:spLocks noGrp="1"/>
          </p:cNvSpPr>
          <p:nvPr>
            <p:ph type="sldNum" sz="quarter" idx="12"/>
          </p:nvPr>
        </p:nvSpPr>
        <p:spPr/>
        <p:txBody>
          <a:bodyPr/>
          <a:lstStyle/>
          <a:p>
            <a:fld id="{5149A38E-4A7C-4C86-B631-64CD0F93C451}" type="slidenum">
              <a:rPr lang="fr-FR" smtClean="0"/>
              <a:t>56</a:t>
            </a:fld>
            <a:endParaRPr lang="fr-FR"/>
          </a:p>
        </p:txBody>
      </p:sp>
    </p:spTree>
    <p:extLst>
      <p:ext uri="{BB962C8B-B14F-4D97-AF65-F5344CB8AC3E}">
        <p14:creationId xmlns:p14="http://schemas.microsoft.com/office/powerpoint/2010/main" val="42518345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Generative</a:t>
            </a:r>
            <a:r>
              <a:rPr lang="fr-FR" dirty="0"/>
              <a:t> replay in CA1</a:t>
            </a:r>
          </a:p>
        </p:txBody>
      </p:sp>
      <p:pic>
        <p:nvPicPr>
          <p:cNvPr id="9" name="Espace réservé du contenu 8">
            <a:extLst>
              <a:ext uri="{FF2B5EF4-FFF2-40B4-BE49-F238E27FC236}">
                <a16:creationId xmlns:a16="http://schemas.microsoft.com/office/drawing/2014/main" id="{F0BE0CF9-8E49-D1A3-6EE6-099EFFFE23EB}"/>
              </a:ext>
            </a:extLst>
          </p:cNvPr>
          <p:cNvPicPr>
            <a:picLocks noGrp="1" noChangeAspect="1"/>
          </p:cNvPicPr>
          <p:nvPr>
            <p:ph sz="half" idx="2"/>
          </p:nvPr>
        </p:nvPicPr>
        <p:blipFill>
          <a:blip r:embed="rId2"/>
          <a:stretch>
            <a:fillRect/>
          </a:stretch>
        </p:blipFill>
        <p:spPr>
          <a:xfrm>
            <a:off x="7906890" y="1825625"/>
            <a:ext cx="1712219" cy="4351338"/>
          </a:xfrm>
        </p:spPr>
      </p:pic>
      <p:grpSp>
        <p:nvGrpSpPr>
          <p:cNvPr id="3" name="Groupe 2">
            <a:extLst>
              <a:ext uri="{FF2B5EF4-FFF2-40B4-BE49-F238E27FC236}">
                <a16:creationId xmlns:a16="http://schemas.microsoft.com/office/drawing/2014/main" id="{7449A510-9798-3178-773B-FF4EB5646F07}"/>
              </a:ext>
            </a:extLst>
          </p:cNvPr>
          <p:cNvGrpSpPr/>
          <p:nvPr/>
        </p:nvGrpSpPr>
        <p:grpSpPr>
          <a:xfrm>
            <a:off x="2380983" y="2205716"/>
            <a:ext cx="3374118" cy="3621301"/>
            <a:chOff x="2380983" y="2205716"/>
            <a:chExt cx="3374118" cy="3621301"/>
          </a:xfrm>
        </p:grpSpPr>
        <p:sp>
          <p:nvSpPr>
            <p:cNvPr id="4" name="Rectangle 3">
              <a:extLst>
                <a:ext uri="{FF2B5EF4-FFF2-40B4-BE49-F238E27FC236}">
                  <a16:creationId xmlns:a16="http://schemas.microsoft.com/office/drawing/2014/main" id="{71565C11-E06C-53C5-F892-3B55360546D7}"/>
                </a:ext>
              </a:extLst>
            </p:cNvPr>
            <p:cNvSpPr/>
            <p:nvPr/>
          </p:nvSpPr>
          <p:spPr>
            <a:xfrm>
              <a:off x="3563565" y="3018086"/>
              <a:ext cx="1732917" cy="143576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rgbClr val="0070C0"/>
                </a:solidFill>
              </a:endParaRPr>
            </a:p>
          </p:txBody>
        </p:sp>
        <p:grpSp>
          <p:nvGrpSpPr>
            <p:cNvPr id="5" name="Groupe 4">
              <a:extLst>
                <a:ext uri="{FF2B5EF4-FFF2-40B4-BE49-F238E27FC236}">
                  <a16:creationId xmlns:a16="http://schemas.microsoft.com/office/drawing/2014/main" id="{B033F40C-B192-2B63-EF9B-64A239329764}"/>
                </a:ext>
              </a:extLst>
            </p:cNvPr>
            <p:cNvGrpSpPr/>
            <p:nvPr/>
          </p:nvGrpSpPr>
          <p:grpSpPr>
            <a:xfrm>
              <a:off x="2380983" y="2205716"/>
              <a:ext cx="3374118" cy="3621301"/>
              <a:chOff x="2380983" y="2205716"/>
              <a:chExt cx="3374118" cy="3621301"/>
            </a:xfrm>
          </p:grpSpPr>
          <p:grpSp>
            <p:nvGrpSpPr>
              <p:cNvPr id="6" name="Groupe 5">
                <a:extLst>
                  <a:ext uri="{FF2B5EF4-FFF2-40B4-BE49-F238E27FC236}">
                    <a16:creationId xmlns:a16="http://schemas.microsoft.com/office/drawing/2014/main" id="{72EF9774-D41F-1FEF-4CD6-9F8E9E9B0D6B}"/>
                  </a:ext>
                </a:extLst>
              </p:cNvPr>
              <p:cNvGrpSpPr/>
              <p:nvPr/>
            </p:nvGrpSpPr>
            <p:grpSpPr>
              <a:xfrm>
                <a:off x="2380983" y="2205716"/>
                <a:ext cx="2017735" cy="3591156"/>
                <a:chOff x="8748102" y="2382395"/>
                <a:chExt cx="2017735" cy="3591156"/>
              </a:xfrm>
            </p:grpSpPr>
            <p:grpSp>
              <p:nvGrpSpPr>
                <p:cNvPr id="14" name="Groupe 13">
                  <a:extLst>
                    <a:ext uri="{FF2B5EF4-FFF2-40B4-BE49-F238E27FC236}">
                      <a16:creationId xmlns:a16="http://schemas.microsoft.com/office/drawing/2014/main" id="{A52D5CD0-6FE7-5F68-3B0D-3C4CC029F318}"/>
                    </a:ext>
                  </a:extLst>
                </p:cNvPr>
                <p:cNvGrpSpPr/>
                <p:nvPr/>
              </p:nvGrpSpPr>
              <p:grpSpPr>
                <a:xfrm>
                  <a:off x="8748102" y="2382395"/>
                  <a:ext cx="2017735" cy="3591156"/>
                  <a:chOff x="2943959" y="2264576"/>
                  <a:chExt cx="2017735" cy="3591156"/>
                </a:xfrm>
              </p:grpSpPr>
              <p:grpSp>
                <p:nvGrpSpPr>
                  <p:cNvPr id="16" name="Groupe 15">
                    <a:extLst>
                      <a:ext uri="{FF2B5EF4-FFF2-40B4-BE49-F238E27FC236}">
                        <a16:creationId xmlns:a16="http://schemas.microsoft.com/office/drawing/2014/main" id="{301B1E72-F7D3-E6D3-39C0-B8716C260C42}"/>
                      </a:ext>
                    </a:extLst>
                  </p:cNvPr>
                  <p:cNvGrpSpPr/>
                  <p:nvPr/>
                </p:nvGrpSpPr>
                <p:grpSpPr>
                  <a:xfrm>
                    <a:off x="2943959" y="2426625"/>
                    <a:ext cx="2017735" cy="3429107"/>
                    <a:chOff x="2943959" y="2426625"/>
                    <a:chExt cx="2017735" cy="3429107"/>
                  </a:xfrm>
                </p:grpSpPr>
                <p:sp>
                  <p:nvSpPr>
                    <p:cNvPr id="19" name="ZoneTexte 18">
                      <a:extLst>
                        <a:ext uri="{FF2B5EF4-FFF2-40B4-BE49-F238E27FC236}">
                          <a16:creationId xmlns:a16="http://schemas.microsoft.com/office/drawing/2014/main" id="{6A8D88E9-B45E-09ED-43DD-FFFAF64BE28F}"/>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20" name="ZoneTexte 19">
                      <a:extLst>
                        <a:ext uri="{FF2B5EF4-FFF2-40B4-BE49-F238E27FC236}">
                          <a16:creationId xmlns:a16="http://schemas.microsoft.com/office/drawing/2014/main" id="{E9F92C08-36DA-84E0-8981-75A9ACFD9C13}"/>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21" name="ZoneTexte 20">
                      <a:extLst>
                        <a:ext uri="{FF2B5EF4-FFF2-40B4-BE49-F238E27FC236}">
                          <a16:creationId xmlns:a16="http://schemas.microsoft.com/office/drawing/2014/main" id="{9A2E208D-AD16-1A2E-DA82-7276070039BE}"/>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22" name="ZoneTexte 21">
                      <a:extLst>
                        <a:ext uri="{FF2B5EF4-FFF2-40B4-BE49-F238E27FC236}">
                          <a16:creationId xmlns:a16="http://schemas.microsoft.com/office/drawing/2014/main" id="{184FC88F-2D6C-3A8F-6BE2-CBF0C033AAFA}"/>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23" name="ZoneTexte 22">
                      <a:extLst>
                        <a:ext uri="{FF2B5EF4-FFF2-40B4-BE49-F238E27FC236}">
                          <a16:creationId xmlns:a16="http://schemas.microsoft.com/office/drawing/2014/main" id="{0A944B5B-E12D-B545-9595-97F129500F10}"/>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24" name="ZoneTexte 23">
                      <a:extLst>
                        <a:ext uri="{FF2B5EF4-FFF2-40B4-BE49-F238E27FC236}">
                          <a16:creationId xmlns:a16="http://schemas.microsoft.com/office/drawing/2014/main" id="{B1D97CC2-5D24-24E6-855D-3E0895B84BA1}"/>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25" name="Connecteur droit avec flèche 24">
                      <a:extLst>
                        <a:ext uri="{FF2B5EF4-FFF2-40B4-BE49-F238E27FC236}">
                          <a16:creationId xmlns:a16="http://schemas.microsoft.com/office/drawing/2014/main" id="{B39C76CF-A4B3-A184-F0FC-F9EC3D048EF5}"/>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25F71CD2-A551-9477-DA9F-3DCD1037A7D4}"/>
                        </a:ext>
                      </a:extLst>
                    </p:cNvPr>
                    <p:cNvCxnSpPr>
                      <a:cxnSpLocks/>
                      <a:endCxn id="19"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16E1AEF2-3473-9CD1-3FFA-767D9E6BADE5}"/>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2293FDA3-308A-323E-7692-A61E317EB58F}"/>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8FCB1AC8-3983-0D54-AB1E-CF2053445962}"/>
                        </a:ext>
                      </a:extLst>
                    </p:cNvPr>
                    <p:cNvCxnSpPr>
                      <a:cxnSpLocks/>
                      <a:stCxn id="21" idx="1"/>
                      <a:endCxn id="22"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D677938B-04EE-FE89-9C3E-01CDBB623D7F}"/>
                        </a:ext>
                      </a:extLst>
                    </p:cNvPr>
                    <p:cNvCxnSpPr>
                      <a:cxnSpLocks/>
                      <a:stCxn id="22" idx="0"/>
                      <a:endCxn id="23"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5C5396AC-8D88-4EE6-8B07-6AC2BCBCBF20}"/>
                        </a:ext>
                      </a:extLst>
                    </p:cNvPr>
                    <p:cNvCxnSpPr>
                      <a:cxnSpLocks/>
                      <a:stCxn id="23" idx="3"/>
                      <a:endCxn id="24"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C4D68E6B-8077-ACC9-7021-2A2C90B6CA89}"/>
                        </a:ext>
                      </a:extLst>
                    </p:cNvPr>
                    <p:cNvCxnSpPr>
                      <a:cxnSpLocks/>
                      <a:stCxn id="24" idx="2"/>
                      <a:endCxn id="21"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17" name="Connecteur droit 16">
                    <a:extLst>
                      <a:ext uri="{FF2B5EF4-FFF2-40B4-BE49-F238E27FC236}">
                        <a16:creationId xmlns:a16="http://schemas.microsoft.com/office/drawing/2014/main" id="{FDD0C04F-D378-2CE5-387B-2EDE09EDB7E6}"/>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 name="Connecteur : en angle 17">
                    <a:extLst>
                      <a:ext uri="{FF2B5EF4-FFF2-40B4-BE49-F238E27FC236}">
                        <a16:creationId xmlns:a16="http://schemas.microsoft.com/office/drawing/2014/main" id="{4F4A7578-BE9A-386E-393B-DCED42E60AE0}"/>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15" name="Connecteur droit avec flèche 14">
                  <a:extLst>
                    <a:ext uri="{FF2B5EF4-FFF2-40B4-BE49-F238E27FC236}">
                      <a16:creationId xmlns:a16="http://schemas.microsoft.com/office/drawing/2014/main" id="{D60C6C5A-26C5-EB64-2392-D596D2BA5C85}"/>
                    </a:ext>
                  </a:extLst>
                </p:cNvPr>
                <p:cNvCxnSpPr>
                  <a:cxnSpLocks/>
                  <a:stCxn id="21" idx="0"/>
                  <a:endCxn id="23"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8" name="Connecteur droit 7">
                <a:extLst>
                  <a:ext uri="{FF2B5EF4-FFF2-40B4-BE49-F238E27FC236}">
                    <a16:creationId xmlns:a16="http://schemas.microsoft.com/office/drawing/2014/main" id="{F95A738B-316D-85A7-D132-4F82268C01C7}"/>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BB6A05D4-723D-9E6C-AF75-8010A76926EC}"/>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11" name="Connecteur droit 10">
                <a:extLst>
                  <a:ext uri="{FF2B5EF4-FFF2-40B4-BE49-F238E27FC236}">
                    <a16:creationId xmlns:a16="http://schemas.microsoft.com/office/drawing/2014/main" id="{B0035621-9F2C-CF8B-2FAD-68F12C4AD9A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B9A78FC7-20E3-1453-58E9-E958234BB6F6}"/>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3" name="Connecteur droit 12">
                <a:extLst>
                  <a:ext uri="{FF2B5EF4-FFF2-40B4-BE49-F238E27FC236}">
                    <a16:creationId xmlns:a16="http://schemas.microsoft.com/office/drawing/2014/main" id="{521EF41E-3B24-FFF5-8422-D1B5B9CB152F}"/>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grpSp>
      <p:sp>
        <p:nvSpPr>
          <p:cNvPr id="33" name="ZoneTexte 32">
            <a:extLst>
              <a:ext uri="{FF2B5EF4-FFF2-40B4-BE49-F238E27FC236}">
                <a16:creationId xmlns:a16="http://schemas.microsoft.com/office/drawing/2014/main" id="{4A99B4A6-597B-1663-69E2-21BD26C475C2}"/>
              </a:ext>
            </a:extLst>
          </p:cNvPr>
          <p:cNvSpPr txBox="1"/>
          <p:nvPr/>
        </p:nvSpPr>
        <p:spPr>
          <a:xfrm>
            <a:off x="3619657" y="4110897"/>
            <a:ext cx="1688924" cy="369332"/>
          </a:xfrm>
          <a:prstGeom prst="rect">
            <a:avLst/>
          </a:prstGeom>
          <a:noFill/>
        </p:spPr>
        <p:txBody>
          <a:bodyPr wrap="none" rtlCol="0">
            <a:spAutoFit/>
          </a:bodyPr>
          <a:lstStyle/>
          <a:p>
            <a:r>
              <a:rPr lang="fr-FR" dirty="0">
                <a:solidFill>
                  <a:srgbClr val="0070C0"/>
                </a:solidFill>
              </a:rPr>
              <a:t>5a </a:t>
            </a:r>
            <a:r>
              <a:rPr lang="fr-FR" dirty="0" err="1">
                <a:solidFill>
                  <a:srgbClr val="0070C0"/>
                </a:solidFill>
              </a:rPr>
              <a:t>Autoencoder</a:t>
            </a:r>
            <a:endParaRPr lang="fr-FR" dirty="0">
              <a:solidFill>
                <a:srgbClr val="0070C0"/>
              </a:solidFill>
            </a:endParaRPr>
          </a:p>
        </p:txBody>
      </p:sp>
      <p:sp>
        <p:nvSpPr>
          <p:cNvPr id="35" name="Espace réservé du contenu 34">
            <a:extLst>
              <a:ext uri="{FF2B5EF4-FFF2-40B4-BE49-F238E27FC236}">
                <a16:creationId xmlns:a16="http://schemas.microsoft.com/office/drawing/2014/main" id="{4B00475C-97E7-85BA-FDFE-3AA9CEEAED01}"/>
              </a:ext>
            </a:extLst>
          </p:cNvPr>
          <p:cNvSpPr>
            <a:spLocks noGrp="1"/>
          </p:cNvSpPr>
          <p:nvPr>
            <p:ph sz="half" idx="1"/>
          </p:nvPr>
        </p:nvSpPr>
        <p:spPr/>
        <p:txBody>
          <a:bodyPr/>
          <a:lstStyle/>
          <a:p>
            <a:endParaRPr lang="fr-FR"/>
          </a:p>
        </p:txBody>
      </p:sp>
      <p:cxnSp>
        <p:nvCxnSpPr>
          <p:cNvPr id="7" name="Connecteur droit avec flèche 6">
            <a:extLst>
              <a:ext uri="{FF2B5EF4-FFF2-40B4-BE49-F238E27FC236}">
                <a16:creationId xmlns:a16="http://schemas.microsoft.com/office/drawing/2014/main" id="{283BFFA7-50F4-72D4-3BE0-E9EA24EF4277}"/>
              </a:ext>
            </a:extLst>
          </p:cNvPr>
          <p:cNvCxnSpPr>
            <a:cxnSpLocks/>
          </p:cNvCxnSpPr>
          <p:nvPr/>
        </p:nvCxnSpPr>
        <p:spPr>
          <a:xfrm flipV="1">
            <a:off x="3566608" y="3503048"/>
            <a:ext cx="690070" cy="634229"/>
          </a:xfrm>
          <a:prstGeom prst="straightConnector1">
            <a:avLst/>
          </a:prstGeom>
          <a:ln w="12700" cap="flat" cmpd="sng" algn="ctr">
            <a:solidFill>
              <a:schemeClr val="accent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 name="Espace réservé du numéro de diapositive 33">
            <a:extLst>
              <a:ext uri="{FF2B5EF4-FFF2-40B4-BE49-F238E27FC236}">
                <a16:creationId xmlns:a16="http://schemas.microsoft.com/office/drawing/2014/main" id="{8E20ABC6-3498-22FC-66A9-39A0F4FD0A99}"/>
              </a:ext>
            </a:extLst>
          </p:cNvPr>
          <p:cNvSpPr>
            <a:spLocks noGrp="1"/>
          </p:cNvSpPr>
          <p:nvPr>
            <p:ph type="sldNum" sz="quarter" idx="12"/>
          </p:nvPr>
        </p:nvSpPr>
        <p:spPr/>
        <p:txBody>
          <a:bodyPr/>
          <a:lstStyle/>
          <a:p>
            <a:fld id="{5149A38E-4A7C-4C86-B631-64CD0F93C451}" type="slidenum">
              <a:rPr lang="fr-FR" smtClean="0"/>
              <a:t>57</a:t>
            </a:fld>
            <a:endParaRPr lang="fr-FR"/>
          </a:p>
        </p:txBody>
      </p:sp>
    </p:spTree>
    <p:extLst>
      <p:ext uri="{BB962C8B-B14F-4D97-AF65-F5344CB8AC3E}">
        <p14:creationId xmlns:p14="http://schemas.microsoft.com/office/powerpoint/2010/main" val="599046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a:t>Pattern </a:t>
            </a:r>
            <a:r>
              <a:rPr lang="fr-FR" dirty="0" err="1"/>
              <a:t>completion</a:t>
            </a:r>
            <a:r>
              <a:rPr lang="fr-FR" dirty="0"/>
              <a:t> via the MSP</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a:bodyPr>
          <a:lstStyle/>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p:txBody>
      </p:sp>
      <p:grpSp>
        <p:nvGrpSpPr>
          <p:cNvPr id="14" name="Groupe 13">
            <a:extLst>
              <a:ext uri="{FF2B5EF4-FFF2-40B4-BE49-F238E27FC236}">
                <a16:creationId xmlns:a16="http://schemas.microsoft.com/office/drawing/2014/main" id="{3CCF3462-8E08-FD8D-E115-AC53B5C249C8}"/>
              </a:ext>
            </a:extLst>
          </p:cNvPr>
          <p:cNvGrpSpPr/>
          <p:nvPr/>
        </p:nvGrpSpPr>
        <p:grpSpPr>
          <a:xfrm>
            <a:off x="2380983" y="2205716"/>
            <a:ext cx="3374118" cy="3621301"/>
            <a:chOff x="2380983" y="2205716"/>
            <a:chExt cx="3374118" cy="3621301"/>
          </a:xfrm>
        </p:grpSpPr>
        <p:grpSp>
          <p:nvGrpSpPr>
            <p:cNvPr id="69" name="Groupe 68">
              <a:extLst>
                <a:ext uri="{FF2B5EF4-FFF2-40B4-BE49-F238E27FC236}">
                  <a16:creationId xmlns:a16="http://schemas.microsoft.com/office/drawing/2014/main" id="{8815DBDD-5AA7-06EB-75CC-5260C6ED5706}"/>
                </a:ext>
              </a:extLst>
            </p:cNvPr>
            <p:cNvGrpSpPr/>
            <p:nvPr/>
          </p:nvGrpSpPr>
          <p:grpSpPr>
            <a:xfrm>
              <a:off x="2380983" y="2205716"/>
              <a:ext cx="2017735" cy="3591156"/>
              <a:chOff x="8748102" y="2382395"/>
              <a:chExt cx="2017735" cy="3591156"/>
            </a:xfrm>
          </p:grpSpPr>
          <p:grpSp>
            <p:nvGrpSpPr>
              <p:cNvPr id="70" name="Groupe 69">
                <a:extLst>
                  <a:ext uri="{FF2B5EF4-FFF2-40B4-BE49-F238E27FC236}">
                    <a16:creationId xmlns:a16="http://schemas.microsoft.com/office/drawing/2014/main" id="{02BA23B9-ACE3-BB29-6760-149BF39747EB}"/>
                  </a:ext>
                </a:extLst>
              </p:cNvPr>
              <p:cNvGrpSpPr/>
              <p:nvPr/>
            </p:nvGrpSpPr>
            <p:grpSpPr>
              <a:xfrm>
                <a:off x="8748102" y="2382395"/>
                <a:ext cx="2017735" cy="3591156"/>
                <a:chOff x="2943959" y="2264576"/>
                <a:chExt cx="2017735" cy="3591156"/>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2943959" y="2426625"/>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3" name="Connecteur droit 72">
                  <a:extLst>
                    <a:ext uri="{FF2B5EF4-FFF2-40B4-BE49-F238E27FC236}">
                      <a16:creationId xmlns:a16="http://schemas.microsoft.com/office/drawing/2014/main" id="{4506BD31-6CDE-981A-8D09-733B0A1EE7AF}"/>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4" name="Connecteur : en angle 73">
                  <a:extLst>
                    <a:ext uri="{FF2B5EF4-FFF2-40B4-BE49-F238E27FC236}">
                      <a16:creationId xmlns:a16="http://schemas.microsoft.com/office/drawing/2014/main" id="{72BB4197-BF8B-EF4B-FBAF-0368FA21D626}"/>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7" name="Connecteur droit 6">
              <a:extLst>
                <a:ext uri="{FF2B5EF4-FFF2-40B4-BE49-F238E27FC236}">
                  <a16:creationId xmlns:a16="http://schemas.microsoft.com/office/drawing/2014/main" id="{9BD5FCFE-F4FE-005E-1FAE-EF513B2EC289}"/>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F825E8D6-8719-AC2D-97A9-0E0F0220B26B}"/>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9" name="Connecteur droit 8">
              <a:extLst>
                <a:ext uri="{FF2B5EF4-FFF2-40B4-BE49-F238E27FC236}">
                  <a16:creationId xmlns:a16="http://schemas.microsoft.com/office/drawing/2014/main" id="{2D107BE1-8721-318E-E387-5CCE3CC7CED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0BC87CCB-061D-1EC2-D5F0-DB75AAAC2134}"/>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1" name="Connecteur droit 10">
              <a:extLst>
                <a:ext uri="{FF2B5EF4-FFF2-40B4-BE49-F238E27FC236}">
                  <a16:creationId xmlns:a16="http://schemas.microsoft.com/office/drawing/2014/main" id="{86E34551-36A8-C0F3-22AE-D6702DD536F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cxnSp>
        <p:nvCxnSpPr>
          <p:cNvPr id="6" name="Connecteur droit avec flèche 5">
            <a:extLst>
              <a:ext uri="{FF2B5EF4-FFF2-40B4-BE49-F238E27FC236}">
                <a16:creationId xmlns:a16="http://schemas.microsoft.com/office/drawing/2014/main" id="{B05EA1DF-CC81-8CE4-482A-7080521B846C}"/>
              </a:ext>
            </a:extLst>
          </p:cNvPr>
          <p:cNvCxnSpPr>
            <a:cxnSpLocks/>
          </p:cNvCxnSpPr>
          <p:nvPr/>
        </p:nvCxnSpPr>
        <p:spPr>
          <a:xfrm flipV="1">
            <a:off x="3566608" y="3503048"/>
            <a:ext cx="690070" cy="634229"/>
          </a:xfrm>
          <a:prstGeom prst="straightConnector1">
            <a:avLst/>
          </a:prstGeom>
          <a:ln w="127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ZoneTexte 21">
            <a:extLst>
              <a:ext uri="{FF2B5EF4-FFF2-40B4-BE49-F238E27FC236}">
                <a16:creationId xmlns:a16="http://schemas.microsoft.com/office/drawing/2014/main" id="{18D4ED10-9EC6-F982-CDB5-E27E9CB23B84}"/>
              </a:ext>
            </a:extLst>
          </p:cNvPr>
          <p:cNvSpPr txBox="1"/>
          <p:nvPr/>
        </p:nvSpPr>
        <p:spPr>
          <a:xfrm>
            <a:off x="6528166" y="2430242"/>
            <a:ext cx="1514389" cy="369332"/>
          </a:xfrm>
          <a:prstGeom prst="rect">
            <a:avLst/>
          </a:prstGeom>
          <a:noFill/>
        </p:spPr>
        <p:txBody>
          <a:bodyPr wrap="none" rtlCol="0">
            <a:spAutoFit/>
          </a:bodyPr>
          <a:lstStyle/>
          <a:p>
            <a:r>
              <a:rPr lang="fr-FR" dirty="0" err="1"/>
              <a:t>Stored</a:t>
            </a:r>
            <a:r>
              <a:rPr lang="fr-FR" dirty="0"/>
              <a:t> images</a:t>
            </a:r>
          </a:p>
        </p:txBody>
      </p:sp>
      <p:sp>
        <p:nvSpPr>
          <p:cNvPr id="23" name="ZoneTexte 22">
            <a:extLst>
              <a:ext uri="{FF2B5EF4-FFF2-40B4-BE49-F238E27FC236}">
                <a16:creationId xmlns:a16="http://schemas.microsoft.com/office/drawing/2014/main" id="{3809B597-E448-463D-7134-AA725D01753A}"/>
              </a:ext>
            </a:extLst>
          </p:cNvPr>
          <p:cNvSpPr txBox="1"/>
          <p:nvPr/>
        </p:nvSpPr>
        <p:spPr>
          <a:xfrm>
            <a:off x="9399699" y="2487387"/>
            <a:ext cx="1417632" cy="369332"/>
          </a:xfrm>
          <a:prstGeom prst="rect">
            <a:avLst/>
          </a:prstGeom>
          <a:noFill/>
        </p:spPr>
        <p:txBody>
          <a:bodyPr wrap="none" rtlCol="0">
            <a:spAutoFit/>
          </a:bodyPr>
          <a:lstStyle/>
          <a:p>
            <a:r>
              <a:rPr lang="fr-FR" dirty="0"/>
              <a:t>Observations</a:t>
            </a:r>
          </a:p>
        </p:txBody>
      </p:sp>
      <p:sp>
        <p:nvSpPr>
          <p:cNvPr id="50" name="ZoneTexte 49">
            <a:extLst>
              <a:ext uri="{FF2B5EF4-FFF2-40B4-BE49-F238E27FC236}">
                <a16:creationId xmlns:a16="http://schemas.microsoft.com/office/drawing/2014/main" id="{019E98D7-5788-319C-2212-7D2891102171}"/>
              </a:ext>
            </a:extLst>
          </p:cNvPr>
          <p:cNvSpPr txBox="1"/>
          <p:nvPr/>
        </p:nvSpPr>
        <p:spPr>
          <a:xfrm>
            <a:off x="3619657" y="4110897"/>
            <a:ext cx="1688924" cy="369332"/>
          </a:xfrm>
          <a:prstGeom prst="rect">
            <a:avLst/>
          </a:prstGeom>
          <a:noFill/>
        </p:spPr>
        <p:txBody>
          <a:bodyPr wrap="none" rtlCol="0">
            <a:spAutoFit/>
          </a:bodyPr>
          <a:lstStyle/>
          <a:p>
            <a:r>
              <a:rPr lang="fr-FR" dirty="0">
                <a:solidFill>
                  <a:srgbClr val="0070C0"/>
                </a:solidFill>
              </a:rPr>
              <a:t>5a </a:t>
            </a:r>
            <a:r>
              <a:rPr lang="fr-FR" dirty="0" err="1">
                <a:solidFill>
                  <a:srgbClr val="0070C0"/>
                </a:solidFill>
              </a:rPr>
              <a:t>Autoencoder</a:t>
            </a:r>
            <a:endParaRPr lang="fr-FR" dirty="0">
              <a:solidFill>
                <a:srgbClr val="0070C0"/>
              </a:solidFill>
            </a:endParaRPr>
          </a:p>
        </p:txBody>
      </p:sp>
      <p:sp>
        <p:nvSpPr>
          <p:cNvPr id="61" name="Rectangle 60">
            <a:extLst>
              <a:ext uri="{FF2B5EF4-FFF2-40B4-BE49-F238E27FC236}">
                <a16:creationId xmlns:a16="http://schemas.microsoft.com/office/drawing/2014/main" id="{1A5991AC-C7B5-B15A-FC23-874ABF058803}"/>
              </a:ext>
            </a:extLst>
          </p:cNvPr>
          <p:cNvSpPr/>
          <p:nvPr/>
        </p:nvSpPr>
        <p:spPr>
          <a:xfrm>
            <a:off x="3563565" y="3018086"/>
            <a:ext cx="1732917" cy="143576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rgbClr val="0070C0"/>
              </a:solidFill>
            </a:endParaRPr>
          </a:p>
        </p:txBody>
      </p:sp>
      <p:sp>
        <p:nvSpPr>
          <p:cNvPr id="3" name="Espace réservé du numéro de diapositive 2">
            <a:extLst>
              <a:ext uri="{FF2B5EF4-FFF2-40B4-BE49-F238E27FC236}">
                <a16:creationId xmlns:a16="http://schemas.microsoft.com/office/drawing/2014/main" id="{F77F7962-2B49-FE45-2C3F-1B6CA4C215DA}"/>
              </a:ext>
            </a:extLst>
          </p:cNvPr>
          <p:cNvSpPr>
            <a:spLocks noGrp="1"/>
          </p:cNvSpPr>
          <p:nvPr>
            <p:ph type="sldNum" sz="quarter" idx="12"/>
          </p:nvPr>
        </p:nvSpPr>
        <p:spPr/>
        <p:txBody>
          <a:bodyPr/>
          <a:lstStyle/>
          <a:p>
            <a:fld id="{5149A38E-4A7C-4C86-B631-64CD0F93C451}" type="slidenum">
              <a:rPr lang="fr-FR" smtClean="0"/>
              <a:t>58</a:t>
            </a:fld>
            <a:endParaRPr lang="fr-FR"/>
          </a:p>
        </p:txBody>
      </p:sp>
      <p:pic>
        <p:nvPicPr>
          <p:cNvPr id="13" name="Image 12">
            <a:extLst>
              <a:ext uri="{FF2B5EF4-FFF2-40B4-BE49-F238E27FC236}">
                <a16:creationId xmlns:a16="http://schemas.microsoft.com/office/drawing/2014/main" id="{7676F3D3-1F68-241A-132B-DDFA7076D96F}"/>
              </a:ext>
            </a:extLst>
          </p:cNvPr>
          <p:cNvPicPr>
            <a:picLocks noChangeAspect="1"/>
          </p:cNvPicPr>
          <p:nvPr/>
        </p:nvPicPr>
        <p:blipFill>
          <a:blip r:embed="rId2"/>
          <a:srcRect r="34856"/>
          <a:stretch/>
        </p:blipFill>
        <p:spPr>
          <a:xfrm>
            <a:off x="6155806" y="2813988"/>
            <a:ext cx="5269935" cy="2470709"/>
          </a:xfrm>
          <a:prstGeom prst="rect">
            <a:avLst/>
          </a:prstGeom>
        </p:spPr>
      </p:pic>
      <p:sp>
        <p:nvSpPr>
          <p:cNvPr id="12" name="Étoile : 5 branches 11">
            <a:extLst>
              <a:ext uri="{FF2B5EF4-FFF2-40B4-BE49-F238E27FC236}">
                <a16:creationId xmlns:a16="http://schemas.microsoft.com/office/drawing/2014/main" id="{A7144FF0-2ED7-7CAC-6DF3-4998B903E7DF}"/>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869988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a:t>Pattern </a:t>
            </a:r>
            <a:r>
              <a:rPr lang="fr-FR" dirty="0" err="1"/>
              <a:t>completion</a:t>
            </a:r>
            <a:r>
              <a:rPr lang="fr-FR" dirty="0"/>
              <a:t> via the MSP</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a:bodyPr>
          <a:lstStyle/>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a:p>
            <a:pPr marL="0" indent="0" algn="ctr">
              <a:buNone/>
            </a:pPr>
            <a:endParaRPr lang="fr-FR" sz="2400" b="1" dirty="0"/>
          </a:p>
        </p:txBody>
      </p:sp>
      <p:grpSp>
        <p:nvGrpSpPr>
          <p:cNvPr id="14" name="Groupe 13">
            <a:extLst>
              <a:ext uri="{FF2B5EF4-FFF2-40B4-BE49-F238E27FC236}">
                <a16:creationId xmlns:a16="http://schemas.microsoft.com/office/drawing/2014/main" id="{3CCF3462-8E08-FD8D-E115-AC53B5C249C8}"/>
              </a:ext>
            </a:extLst>
          </p:cNvPr>
          <p:cNvGrpSpPr/>
          <p:nvPr/>
        </p:nvGrpSpPr>
        <p:grpSpPr>
          <a:xfrm>
            <a:off x="2380983" y="2205716"/>
            <a:ext cx="3374118" cy="3621301"/>
            <a:chOff x="2380983" y="2205716"/>
            <a:chExt cx="3374118" cy="3621301"/>
          </a:xfrm>
        </p:grpSpPr>
        <p:grpSp>
          <p:nvGrpSpPr>
            <p:cNvPr id="69" name="Groupe 68">
              <a:extLst>
                <a:ext uri="{FF2B5EF4-FFF2-40B4-BE49-F238E27FC236}">
                  <a16:creationId xmlns:a16="http://schemas.microsoft.com/office/drawing/2014/main" id="{8815DBDD-5AA7-06EB-75CC-5260C6ED5706}"/>
                </a:ext>
              </a:extLst>
            </p:cNvPr>
            <p:cNvGrpSpPr/>
            <p:nvPr/>
          </p:nvGrpSpPr>
          <p:grpSpPr>
            <a:xfrm>
              <a:off x="2380983" y="2205716"/>
              <a:ext cx="2017735" cy="3591156"/>
              <a:chOff x="8748102" y="2382395"/>
              <a:chExt cx="2017735" cy="3591156"/>
            </a:xfrm>
          </p:grpSpPr>
          <p:grpSp>
            <p:nvGrpSpPr>
              <p:cNvPr id="70" name="Groupe 69">
                <a:extLst>
                  <a:ext uri="{FF2B5EF4-FFF2-40B4-BE49-F238E27FC236}">
                    <a16:creationId xmlns:a16="http://schemas.microsoft.com/office/drawing/2014/main" id="{02BA23B9-ACE3-BB29-6760-149BF39747EB}"/>
                  </a:ext>
                </a:extLst>
              </p:cNvPr>
              <p:cNvGrpSpPr/>
              <p:nvPr/>
            </p:nvGrpSpPr>
            <p:grpSpPr>
              <a:xfrm>
                <a:off x="8748102" y="2382395"/>
                <a:ext cx="2017735" cy="3591156"/>
                <a:chOff x="2943959" y="2264576"/>
                <a:chExt cx="2017735" cy="3591156"/>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2943959" y="2426625"/>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3" name="Connecteur droit 72">
                  <a:extLst>
                    <a:ext uri="{FF2B5EF4-FFF2-40B4-BE49-F238E27FC236}">
                      <a16:creationId xmlns:a16="http://schemas.microsoft.com/office/drawing/2014/main" id="{4506BD31-6CDE-981A-8D09-733B0A1EE7AF}"/>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4" name="Connecteur : en angle 73">
                  <a:extLst>
                    <a:ext uri="{FF2B5EF4-FFF2-40B4-BE49-F238E27FC236}">
                      <a16:creationId xmlns:a16="http://schemas.microsoft.com/office/drawing/2014/main" id="{72BB4197-BF8B-EF4B-FBAF-0368FA21D626}"/>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7" name="Connecteur droit 6">
              <a:extLst>
                <a:ext uri="{FF2B5EF4-FFF2-40B4-BE49-F238E27FC236}">
                  <a16:creationId xmlns:a16="http://schemas.microsoft.com/office/drawing/2014/main" id="{9BD5FCFE-F4FE-005E-1FAE-EF513B2EC289}"/>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F825E8D6-8719-AC2D-97A9-0E0F0220B26B}"/>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9" name="Connecteur droit 8">
              <a:extLst>
                <a:ext uri="{FF2B5EF4-FFF2-40B4-BE49-F238E27FC236}">
                  <a16:creationId xmlns:a16="http://schemas.microsoft.com/office/drawing/2014/main" id="{2D107BE1-8721-318E-E387-5CCE3CC7CED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0BC87CCB-061D-1EC2-D5F0-DB75AAAC2134}"/>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1" name="Connecteur droit 10">
              <a:extLst>
                <a:ext uri="{FF2B5EF4-FFF2-40B4-BE49-F238E27FC236}">
                  <a16:creationId xmlns:a16="http://schemas.microsoft.com/office/drawing/2014/main" id="{86E34551-36A8-C0F3-22AE-D6702DD536F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cxnSp>
        <p:nvCxnSpPr>
          <p:cNvPr id="6" name="Connecteur droit avec flèche 5">
            <a:extLst>
              <a:ext uri="{FF2B5EF4-FFF2-40B4-BE49-F238E27FC236}">
                <a16:creationId xmlns:a16="http://schemas.microsoft.com/office/drawing/2014/main" id="{B05EA1DF-CC81-8CE4-482A-7080521B846C}"/>
              </a:ext>
            </a:extLst>
          </p:cNvPr>
          <p:cNvCxnSpPr>
            <a:cxnSpLocks/>
          </p:cNvCxnSpPr>
          <p:nvPr/>
        </p:nvCxnSpPr>
        <p:spPr>
          <a:xfrm flipV="1">
            <a:off x="3566608" y="3503048"/>
            <a:ext cx="690070" cy="634229"/>
          </a:xfrm>
          <a:prstGeom prst="straightConnector1">
            <a:avLst/>
          </a:prstGeom>
          <a:ln w="127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ZoneTexte 21">
            <a:extLst>
              <a:ext uri="{FF2B5EF4-FFF2-40B4-BE49-F238E27FC236}">
                <a16:creationId xmlns:a16="http://schemas.microsoft.com/office/drawing/2014/main" id="{18D4ED10-9EC6-F982-CDB5-E27E9CB23B84}"/>
              </a:ext>
            </a:extLst>
          </p:cNvPr>
          <p:cNvSpPr txBox="1"/>
          <p:nvPr/>
        </p:nvSpPr>
        <p:spPr>
          <a:xfrm>
            <a:off x="6528166" y="2430242"/>
            <a:ext cx="1514389" cy="369332"/>
          </a:xfrm>
          <a:prstGeom prst="rect">
            <a:avLst/>
          </a:prstGeom>
          <a:noFill/>
        </p:spPr>
        <p:txBody>
          <a:bodyPr wrap="none" rtlCol="0">
            <a:spAutoFit/>
          </a:bodyPr>
          <a:lstStyle/>
          <a:p>
            <a:r>
              <a:rPr lang="fr-FR" dirty="0" err="1"/>
              <a:t>Stored</a:t>
            </a:r>
            <a:r>
              <a:rPr lang="fr-FR" dirty="0"/>
              <a:t> images</a:t>
            </a:r>
          </a:p>
        </p:txBody>
      </p:sp>
      <p:sp>
        <p:nvSpPr>
          <p:cNvPr id="23" name="ZoneTexte 22">
            <a:extLst>
              <a:ext uri="{FF2B5EF4-FFF2-40B4-BE49-F238E27FC236}">
                <a16:creationId xmlns:a16="http://schemas.microsoft.com/office/drawing/2014/main" id="{3809B597-E448-463D-7134-AA725D01753A}"/>
              </a:ext>
            </a:extLst>
          </p:cNvPr>
          <p:cNvSpPr txBox="1"/>
          <p:nvPr/>
        </p:nvSpPr>
        <p:spPr>
          <a:xfrm>
            <a:off x="9239086" y="2443018"/>
            <a:ext cx="1683602" cy="369332"/>
          </a:xfrm>
          <a:prstGeom prst="rect">
            <a:avLst/>
          </a:prstGeom>
          <a:noFill/>
        </p:spPr>
        <p:txBody>
          <a:bodyPr wrap="none" rtlCol="0">
            <a:spAutoFit/>
          </a:bodyPr>
          <a:lstStyle/>
          <a:p>
            <a:r>
              <a:rPr lang="fr-FR" dirty="0" err="1"/>
              <a:t>Recalled</a:t>
            </a:r>
            <a:r>
              <a:rPr lang="fr-FR" dirty="0"/>
              <a:t> images</a:t>
            </a:r>
          </a:p>
        </p:txBody>
      </p:sp>
      <p:sp>
        <p:nvSpPr>
          <p:cNvPr id="50" name="ZoneTexte 49">
            <a:extLst>
              <a:ext uri="{FF2B5EF4-FFF2-40B4-BE49-F238E27FC236}">
                <a16:creationId xmlns:a16="http://schemas.microsoft.com/office/drawing/2014/main" id="{019E98D7-5788-319C-2212-7D2891102171}"/>
              </a:ext>
            </a:extLst>
          </p:cNvPr>
          <p:cNvSpPr txBox="1"/>
          <p:nvPr/>
        </p:nvSpPr>
        <p:spPr>
          <a:xfrm>
            <a:off x="3619657" y="4110897"/>
            <a:ext cx="1688924" cy="369332"/>
          </a:xfrm>
          <a:prstGeom prst="rect">
            <a:avLst/>
          </a:prstGeom>
          <a:noFill/>
        </p:spPr>
        <p:txBody>
          <a:bodyPr wrap="none" rtlCol="0">
            <a:spAutoFit/>
          </a:bodyPr>
          <a:lstStyle/>
          <a:p>
            <a:r>
              <a:rPr lang="fr-FR" dirty="0">
                <a:solidFill>
                  <a:srgbClr val="0070C0"/>
                </a:solidFill>
              </a:rPr>
              <a:t>5a </a:t>
            </a:r>
            <a:r>
              <a:rPr lang="fr-FR" dirty="0" err="1">
                <a:solidFill>
                  <a:srgbClr val="0070C0"/>
                </a:solidFill>
              </a:rPr>
              <a:t>Autoencoder</a:t>
            </a:r>
            <a:endParaRPr lang="fr-FR" dirty="0">
              <a:solidFill>
                <a:srgbClr val="0070C0"/>
              </a:solidFill>
            </a:endParaRPr>
          </a:p>
        </p:txBody>
      </p:sp>
      <p:sp>
        <p:nvSpPr>
          <p:cNvPr id="61" name="Rectangle 60">
            <a:extLst>
              <a:ext uri="{FF2B5EF4-FFF2-40B4-BE49-F238E27FC236}">
                <a16:creationId xmlns:a16="http://schemas.microsoft.com/office/drawing/2014/main" id="{1A5991AC-C7B5-B15A-FC23-874ABF058803}"/>
              </a:ext>
            </a:extLst>
          </p:cNvPr>
          <p:cNvSpPr/>
          <p:nvPr/>
        </p:nvSpPr>
        <p:spPr>
          <a:xfrm>
            <a:off x="3563565" y="3018086"/>
            <a:ext cx="1732917" cy="143576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rgbClr val="0070C0"/>
              </a:solidFill>
            </a:endParaRPr>
          </a:p>
        </p:txBody>
      </p:sp>
      <p:sp>
        <p:nvSpPr>
          <p:cNvPr id="12" name="Espace réservé du numéro de diapositive 11">
            <a:extLst>
              <a:ext uri="{FF2B5EF4-FFF2-40B4-BE49-F238E27FC236}">
                <a16:creationId xmlns:a16="http://schemas.microsoft.com/office/drawing/2014/main" id="{FC15BFCF-62AC-CFB8-321A-7689CE83C6D1}"/>
              </a:ext>
            </a:extLst>
          </p:cNvPr>
          <p:cNvSpPr>
            <a:spLocks noGrp="1"/>
          </p:cNvSpPr>
          <p:nvPr>
            <p:ph type="sldNum" sz="quarter" idx="12"/>
          </p:nvPr>
        </p:nvSpPr>
        <p:spPr/>
        <p:txBody>
          <a:bodyPr/>
          <a:lstStyle/>
          <a:p>
            <a:fld id="{5149A38E-4A7C-4C86-B631-64CD0F93C451}" type="slidenum">
              <a:rPr lang="fr-FR" smtClean="0"/>
              <a:t>59</a:t>
            </a:fld>
            <a:endParaRPr lang="fr-FR"/>
          </a:p>
        </p:txBody>
      </p:sp>
      <p:pic>
        <p:nvPicPr>
          <p:cNvPr id="16" name="Image 15">
            <a:extLst>
              <a:ext uri="{FF2B5EF4-FFF2-40B4-BE49-F238E27FC236}">
                <a16:creationId xmlns:a16="http://schemas.microsoft.com/office/drawing/2014/main" id="{D54D0270-7FCF-CF8A-DC2C-3CEE152F37F9}"/>
              </a:ext>
            </a:extLst>
          </p:cNvPr>
          <p:cNvPicPr>
            <a:picLocks noChangeAspect="1"/>
          </p:cNvPicPr>
          <p:nvPr/>
        </p:nvPicPr>
        <p:blipFill>
          <a:blip r:embed="rId2"/>
          <a:srcRect l="69864"/>
          <a:stretch/>
        </p:blipFill>
        <p:spPr>
          <a:xfrm>
            <a:off x="8892082" y="2804477"/>
            <a:ext cx="2454794" cy="2487797"/>
          </a:xfrm>
          <a:prstGeom prst="rect">
            <a:avLst/>
          </a:prstGeom>
        </p:spPr>
      </p:pic>
      <p:pic>
        <p:nvPicPr>
          <p:cNvPr id="18" name="Image 17">
            <a:extLst>
              <a:ext uri="{FF2B5EF4-FFF2-40B4-BE49-F238E27FC236}">
                <a16:creationId xmlns:a16="http://schemas.microsoft.com/office/drawing/2014/main" id="{99B5D155-18B3-64C4-50FD-BD6302C15D95}"/>
              </a:ext>
            </a:extLst>
          </p:cNvPr>
          <p:cNvPicPr>
            <a:picLocks noChangeAspect="1"/>
          </p:cNvPicPr>
          <p:nvPr/>
        </p:nvPicPr>
        <p:blipFill>
          <a:blip r:embed="rId2"/>
          <a:srcRect r="69655"/>
          <a:stretch/>
        </p:blipFill>
        <p:spPr>
          <a:xfrm>
            <a:off x="6155807" y="2813988"/>
            <a:ext cx="2454794" cy="2470709"/>
          </a:xfrm>
          <a:prstGeom prst="rect">
            <a:avLst/>
          </a:prstGeom>
        </p:spPr>
      </p:pic>
      <p:sp>
        <p:nvSpPr>
          <p:cNvPr id="3" name="Étoile : 5 branches 2">
            <a:extLst>
              <a:ext uri="{FF2B5EF4-FFF2-40B4-BE49-F238E27FC236}">
                <a16:creationId xmlns:a16="http://schemas.microsoft.com/office/drawing/2014/main" id="{9038D416-36C2-0794-F872-0A13173293E7}"/>
              </a:ext>
            </a:extLst>
          </p:cNvPr>
          <p:cNvSpPr/>
          <p:nvPr/>
        </p:nvSpPr>
        <p:spPr>
          <a:xfrm>
            <a:off x="11138338" y="365125"/>
            <a:ext cx="662152" cy="630620"/>
          </a:xfrm>
          <a:prstGeom prst="star5">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14549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Heteroassociation</a:t>
            </a:r>
            <a:r>
              <a:rPr lang="fr-FR" dirty="0"/>
              <a:t> in CA3-CA1 </a:t>
            </a:r>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a:bodyPr>
          <a:lstStyle/>
          <a:p>
            <a:pPr marL="0" indent="0" algn="ctr">
              <a:buNone/>
            </a:pPr>
            <a:endParaRPr lang="fr-FR" sz="1800" dirty="0"/>
          </a:p>
        </p:txBody>
      </p:sp>
      <p:grpSp>
        <p:nvGrpSpPr>
          <p:cNvPr id="62" name="Groupe 61">
            <a:extLst>
              <a:ext uri="{FF2B5EF4-FFF2-40B4-BE49-F238E27FC236}">
                <a16:creationId xmlns:a16="http://schemas.microsoft.com/office/drawing/2014/main" id="{CEFAABEF-6466-7BBE-3DC5-B84713894890}"/>
              </a:ext>
            </a:extLst>
          </p:cNvPr>
          <p:cNvGrpSpPr/>
          <p:nvPr/>
        </p:nvGrpSpPr>
        <p:grpSpPr>
          <a:xfrm>
            <a:off x="6612570" y="2270014"/>
            <a:ext cx="4143594" cy="3448182"/>
            <a:chOff x="872566" y="2372207"/>
            <a:chExt cx="4143594" cy="3448182"/>
          </a:xfrm>
        </p:grpSpPr>
        <p:cxnSp>
          <p:nvCxnSpPr>
            <p:cNvPr id="63" name="Connecteur droit avec flèche 62">
              <a:extLst>
                <a:ext uri="{FF2B5EF4-FFF2-40B4-BE49-F238E27FC236}">
                  <a16:creationId xmlns:a16="http://schemas.microsoft.com/office/drawing/2014/main" id="{74520EAF-93A0-D8BE-4433-0B76F29A6645}"/>
                </a:ext>
              </a:extLst>
            </p:cNvPr>
            <p:cNvCxnSpPr>
              <a:cxnSpLocks/>
              <a:stCxn id="89" idx="0"/>
              <a:endCxn id="66" idx="2"/>
            </p:cNvCxnSpPr>
            <p:nvPr/>
          </p:nvCxnSpPr>
          <p:spPr>
            <a:xfrm flipH="1" flipV="1">
              <a:off x="1861567" y="4265194"/>
              <a:ext cx="1603" cy="9444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64" name="Groupe 63">
              <a:extLst>
                <a:ext uri="{FF2B5EF4-FFF2-40B4-BE49-F238E27FC236}">
                  <a16:creationId xmlns:a16="http://schemas.microsoft.com/office/drawing/2014/main" id="{B9A889E1-7672-6F99-BF3A-5EA91FDA789A}"/>
                </a:ext>
              </a:extLst>
            </p:cNvPr>
            <p:cNvGrpSpPr/>
            <p:nvPr/>
          </p:nvGrpSpPr>
          <p:grpSpPr>
            <a:xfrm>
              <a:off x="872566" y="2372207"/>
              <a:ext cx="4143594" cy="3448182"/>
              <a:chOff x="872496" y="2667482"/>
              <a:chExt cx="4143594" cy="3448182"/>
            </a:xfrm>
          </p:grpSpPr>
          <p:grpSp>
            <p:nvGrpSpPr>
              <p:cNvPr id="65" name="Groupe 64">
                <a:extLst>
                  <a:ext uri="{FF2B5EF4-FFF2-40B4-BE49-F238E27FC236}">
                    <a16:creationId xmlns:a16="http://schemas.microsoft.com/office/drawing/2014/main" id="{40B14DA3-04D2-9F2A-66D6-F1003C0B6C56}"/>
                  </a:ext>
                </a:extLst>
              </p:cNvPr>
              <p:cNvGrpSpPr/>
              <p:nvPr/>
            </p:nvGrpSpPr>
            <p:grpSpPr>
              <a:xfrm>
                <a:off x="872496" y="2667482"/>
                <a:ext cx="4143594" cy="3448182"/>
                <a:chOff x="6762842" y="2123924"/>
                <a:chExt cx="4143594" cy="3448182"/>
              </a:xfrm>
            </p:grpSpPr>
            <p:pic>
              <p:nvPicPr>
                <p:cNvPr id="89" name="Image 88">
                  <a:extLst>
                    <a:ext uri="{FF2B5EF4-FFF2-40B4-BE49-F238E27FC236}">
                      <a16:creationId xmlns:a16="http://schemas.microsoft.com/office/drawing/2014/main" id="{D3632FD8-7195-D8AF-CF5A-7F271E468282}"/>
                    </a:ext>
                  </a:extLst>
                </p:cNvPr>
                <p:cNvPicPr>
                  <a:picLocks noChangeAspect="1"/>
                </p:cNvPicPr>
                <p:nvPr/>
              </p:nvPicPr>
              <p:blipFill>
                <a:blip r:embed="rId2"/>
                <a:stretch>
                  <a:fillRect/>
                </a:stretch>
              </p:blipFill>
              <p:spPr>
                <a:xfrm>
                  <a:off x="7435149" y="4961321"/>
                  <a:ext cx="636593" cy="610785"/>
                </a:xfrm>
                <a:prstGeom prst="rect">
                  <a:avLst/>
                </a:prstGeom>
              </p:spPr>
            </p:pic>
            <p:pic>
              <p:nvPicPr>
                <p:cNvPr id="90" name="Image 89">
                  <a:extLst>
                    <a:ext uri="{FF2B5EF4-FFF2-40B4-BE49-F238E27FC236}">
                      <a16:creationId xmlns:a16="http://schemas.microsoft.com/office/drawing/2014/main" id="{1548D4BA-128D-A8A9-F87B-96267854E972}"/>
                    </a:ext>
                  </a:extLst>
                </p:cNvPr>
                <p:cNvPicPr>
                  <a:picLocks noChangeAspect="1"/>
                </p:cNvPicPr>
                <p:nvPr/>
              </p:nvPicPr>
              <p:blipFill>
                <a:blip r:embed="rId3"/>
                <a:srcRect b="8032"/>
                <a:stretch/>
              </p:blipFill>
              <p:spPr>
                <a:xfrm>
                  <a:off x="7313146" y="2123924"/>
                  <a:ext cx="877394" cy="636442"/>
                </a:xfrm>
                <a:prstGeom prst="rect">
                  <a:avLst/>
                </a:prstGeom>
              </p:spPr>
            </p:pic>
            <p:cxnSp>
              <p:nvCxnSpPr>
                <p:cNvPr id="91" name="Connecteur droit avec flèche 90">
                  <a:extLst>
                    <a:ext uri="{FF2B5EF4-FFF2-40B4-BE49-F238E27FC236}">
                      <a16:creationId xmlns:a16="http://schemas.microsoft.com/office/drawing/2014/main" id="{30F634ED-CA1E-4C2E-FF64-8D68CE01C24C}"/>
                    </a:ext>
                  </a:extLst>
                </p:cNvPr>
                <p:cNvCxnSpPr>
                  <a:cxnSpLocks/>
                  <a:stCxn id="66" idx="0"/>
                  <a:endCxn id="90" idx="2"/>
                </p:cNvCxnSpPr>
                <p:nvPr/>
              </p:nvCxnSpPr>
              <p:spPr>
                <a:xfrm flipV="1">
                  <a:off x="7751843" y="2760366"/>
                  <a:ext cx="0" cy="8872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2" name="Connecteur droit avec flèche 91">
                  <a:extLst>
                    <a:ext uri="{FF2B5EF4-FFF2-40B4-BE49-F238E27FC236}">
                      <a16:creationId xmlns:a16="http://schemas.microsoft.com/office/drawing/2014/main" id="{E9EA7A98-4EDF-64EC-469B-49AA0C86E1BB}"/>
                    </a:ext>
                  </a:extLst>
                </p:cNvPr>
                <p:cNvCxnSpPr>
                  <a:cxnSpLocks/>
                  <a:stCxn id="90" idx="2"/>
                  <a:endCxn id="67" idx="1"/>
                </p:cNvCxnSpPr>
                <p:nvPr/>
              </p:nvCxnSpPr>
              <p:spPr>
                <a:xfrm>
                  <a:off x="7751843" y="2760366"/>
                  <a:ext cx="1269731" cy="5395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3" name="ZoneTexte 92">
                  <a:extLst>
                    <a:ext uri="{FF2B5EF4-FFF2-40B4-BE49-F238E27FC236}">
                      <a16:creationId xmlns:a16="http://schemas.microsoft.com/office/drawing/2014/main" id="{D6E68049-C382-D954-2A7B-A269B54A404D}"/>
                    </a:ext>
                  </a:extLst>
                </p:cNvPr>
                <p:cNvSpPr txBox="1"/>
                <p:nvPr/>
              </p:nvSpPr>
              <p:spPr>
                <a:xfrm>
                  <a:off x="6762842" y="3098244"/>
                  <a:ext cx="953787" cy="369332"/>
                </a:xfrm>
                <a:prstGeom prst="rect">
                  <a:avLst/>
                </a:prstGeom>
                <a:noFill/>
              </p:spPr>
              <p:txBody>
                <a:bodyPr wrap="none" rtlCol="0">
                  <a:spAutoFit/>
                </a:bodyPr>
                <a:lstStyle/>
                <a:p>
                  <a:r>
                    <a:rPr lang="fr-FR" dirty="0"/>
                    <a:t>Encoder</a:t>
                  </a:r>
                </a:p>
              </p:txBody>
            </p:sp>
            <p:sp>
              <p:nvSpPr>
                <p:cNvPr id="95" name="ZoneTexte 94">
                  <a:extLst>
                    <a:ext uri="{FF2B5EF4-FFF2-40B4-BE49-F238E27FC236}">
                      <a16:creationId xmlns:a16="http://schemas.microsoft.com/office/drawing/2014/main" id="{DA02D4B0-8E73-8599-6626-C07DD522DB10}"/>
                    </a:ext>
                  </a:extLst>
                </p:cNvPr>
                <p:cNvSpPr txBox="1"/>
                <p:nvPr/>
              </p:nvSpPr>
              <p:spPr>
                <a:xfrm>
                  <a:off x="10334356" y="5094169"/>
                  <a:ext cx="572080" cy="369332"/>
                </a:xfrm>
                <a:prstGeom prst="rect">
                  <a:avLst/>
                </a:prstGeom>
                <a:noFill/>
              </p:spPr>
              <p:txBody>
                <a:bodyPr wrap="none" rtlCol="0">
                  <a:spAutoFit/>
                </a:bodyPr>
                <a:lstStyle/>
                <a:p>
                  <a:r>
                    <a:rPr lang="fr-FR" dirty="0"/>
                    <a:t>LGN</a:t>
                  </a:r>
                </a:p>
              </p:txBody>
            </p:sp>
            <p:sp>
              <p:nvSpPr>
                <p:cNvPr id="96" name="ZoneTexte 95">
                  <a:extLst>
                    <a:ext uri="{FF2B5EF4-FFF2-40B4-BE49-F238E27FC236}">
                      <a16:creationId xmlns:a16="http://schemas.microsoft.com/office/drawing/2014/main" id="{B5C1921F-DC11-DDBD-707B-D127F253663C}"/>
                    </a:ext>
                  </a:extLst>
                </p:cNvPr>
                <p:cNvSpPr txBox="1"/>
                <p:nvPr/>
              </p:nvSpPr>
              <p:spPr>
                <a:xfrm>
                  <a:off x="10334356" y="2325406"/>
                  <a:ext cx="558166" cy="369332"/>
                </a:xfrm>
                <a:prstGeom prst="rect">
                  <a:avLst/>
                </a:prstGeom>
                <a:noFill/>
              </p:spPr>
              <p:txBody>
                <a:bodyPr wrap="none" rtlCol="0">
                  <a:spAutoFit/>
                </a:bodyPr>
                <a:lstStyle/>
                <a:p>
                  <a:r>
                    <a:rPr lang="fr-FR" dirty="0"/>
                    <a:t>CA3</a:t>
                  </a:r>
                </a:p>
              </p:txBody>
            </p:sp>
          </p:grpSp>
          <mc:AlternateContent xmlns:mc="http://schemas.openxmlformats.org/markup-compatibility/2006" xmlns:a14="http://schemas.microsoft.com/office/drawing/2010/main">
            <mc:Choice Requires="a14">
              <p:sp>
                <p:nvSpPr>
                  <p:cNvPr id="66" name="ZoneTexte 65">
                    <a:extLst>
                      <a:ext uri="{FF2B5EF4-FFF2-40B4-BE49-F238E27FC236}">
                        <a16:creationId xmlns:a16="http://schemas.microsoft.com/office/drawing/2014/main" id="{2DC8D992-0341-7163-57C2-7AD3752C2EA7}"/>
                      </a:ext>
                    </a:extLst>
                  </p:cNvPr>
                  <p:cNvSpPr txBox="1"/>
                  <p:nvPr/>
                </p:nvSpPr>
                <p:spPr>
                  <a:xfrm>
                    <a:off x="1572026" y="4191137"/>
                    <a:ext cx="5789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1" i="1" smtClean="0">
                                  <a:latin typeface="Cambria Math" panose="02040503050406030204" pitchFamily="18" charset="0"/>
                                </a:rPr>
                                <m:t>𝒛</m:t>
                              </m:r>
                            </m:e>
                            <m:sub>
                              <m:r>
                                <m:rPr>
                                  <m:sty m:val="p"/>
                                </m:rPr>
                                <a:rPr lang="fr-FR" b="0" i="0" smtClean="0">
                                  <a:latin typeface="Cambria Math" panose="02040503050406030204" pitchFamily="18" charset="0"/>
                                </a:rPr>
                                <m:t>EC</m:t>
                              </m:r>
                            </m:sub>
                          </m:sSub>
                        </m:oMath>
                      </m:oMathPara>
                    </a14:m>
                    <a:endParaRPr lang="fr-FR" dirty="0"/>
                  </a:p>
                </p:txBody>
              </p:sp>
            </mc:Choice>
            <mc:Fallback xmlns="">
              <p:sp>
                <p:nvSpPr>
                  <p:cNvPr id="66" name="ZoneTexte 65">
                    <a:extLst>
                      <a:ext uri="{FF2B5EF4-FFF2-40B4-BE49-F238E27FC236}">
                        <a16:creationId xmlns:a16="http://schemas.microsoft.com/office/drawing/2014/main" id="{2DC8D992-0341-7163-57C2-7AD3752C2EA7}"/>
                      </a:ext>
                    </a:extLst>
                  </p:cNvPr>
                  <p:cNvSpPr txBox="1">
                    <a:spLocks noRot="1" noChangeAspect="1" noMove="1" noResize="1" noEditPoints="1" noAdjustHandles="1" noChangeArrowheads="1" noChangeShapeType="1" noTextEdit="1"/>
                  </p:cNvSpPr>
                  <p:nvPr/>
                </p:nvSpPr>
                <p:spPr>
                  <a:xfrm>
                    <a:off x="1572026" y="4191137"/>
                    <a:ext cx="578941" cy="369332"/>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10B83897-F2CD-A164-EC82-46D8D0FF2EF7}"/>
                      </a:ext>
                    </a:extLst>
                  </p:cNvPr>
                  <p:cNvSpPr txBox="1"/>
                  <p:nvPr/>
                </p:nvSpPr>
                <p:spPr>
                  <a:xfrm>
                    <a:off x="3131228" y="3658814"/>
                    <a:ext cx="68634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1" i="1" smtClean="0">
                                  <a:latin typeface="Cambria Math" panose="02040503050406030204" pitchFamily="18" charset="0"/>
                                </a:rPr>
                                <m:t>𝒛</m:t>
                              </m:r>
                            </m:e>
                            <m:sub>
                              <m:r>
                                <m:rPr>
                                  <m:sty m:val="p"/>
                                </m:rPr>
                                <a:rPr lang="fr-FR" b="0" i="0" smtClean="0">
                                  <a:latin typeface="Cambria Math" panose="02040503050406030204" pitchFamily="18" charset="0"/>
                                </a:rPr>
                                <m:t>CA</m:t>
                              </m:r>
                              <m:r>
                                <a:rPr lang="fr-FR" b="0" i="0" smtClean="0">
                                  <a:latin typeface="Cambria Math" panose="02040503050406030204" pitchFamily="18" charset="0"/>
                                </a:rPr>
                                <m:t>1</m:t>
                              </m:r>
                            </m:sub>
                          </m:sSub>
                        </m:oMath>
                      </m:oMathPara>
                    </a14:m>
                    <a:endParaRPr lang="fr-FR" dirty="0"/>
                  </a:p>
                </p:txBody>
              </p:sp>
            </mc:Choice>
            <mc:Fallback xmlns="">
              <p:sp>
                <p:nvSpPr>
                  <p:cNvPr id="67" name="ZoneTexte 66">
                    <a:extLst>
                      <a:ext uri="{FF2B5EF4-FFF2-40B4-BE49-F238E27FC236}">
                        <a16:creationId xmlns:a16="http://schemas.microsoft.com/office/drawing/2014/main" id="{10B83897-F2CD-A164-EC82-46D8D0FF2EF7}"/>
                      </a:ext>
                    </a:extLst>
                  </p:cNvPr>
                  <p:cNvSpPr txBox="1">
                    <a:spLocks noRot="1" noChangeAspect="1" noMove="1" noResize="1" noEditPoints="1" noAdjustHandles="1" noChangeArrowheads="1" noChangeShapeType="1" noTextEdit="1"/>
                  </p:cNvSpPr>
                  <p:nvPr/>
                </p:nvSpPr>
                <p:spPr>
                  <a:xfrm>
                    <a:off x="3131228" y="3658814"/>
                    <a:ext cx="686342" cy="369332"/>
                  </a:xfrm>
                  <a:prstGeom prst="rect">
                    <a:avLst/>
                  </a:prstGeom>
                  <a:blipFill>
                    <a:blip r:embed="rId5"/>
                    <a:stretch>
                      <a:fillRect/>
                    </a:stretch>
                  </a:blipFill>
                </p:spPr>
                <p:txBody>
                  <a:bodyPr/>
                  <a:lstStyle/>
                  <a:p>
                    <a:r>
                      <a:rPr lang="fr-FR">
                        <a:noFill/>
                      </a:rPr>
                      <a:t> </a:t>
                    </a:r>
                  </a:p>
                </p:txBody>
              </p:sp>
            </mc:Fallback>
          </mc:AlternateContent>
          <p:sp>
            <p:nvSpPr>
              <p:cNvPr id="68" name="ZoneTexte 67">
                <a:extLst>
                  <a:ext uri="{FF2B5EF4-FFF2-40B4-BE49-F238E27FC236}">
                    <a16:creationId xmlns:a16="http://schemas.microsoft.com/office/drawing/2014/main" id="{6AFD58FD-375F-4A1E-3A5C-5059C809B31D}"/>
                  </a:ext>
                </a:extLst>
              </p:cNvPr>
              <p:cNvSpPr txBox="1"/>
              <p:nvPr/>
            </p:nvSpPr>
            <p:spPr>
              <a:xfrm>
                <a:off x="4503089" y="4350079"/>
                <a:ext cx="417615" cy="369332"/>
              </a:xfrm>
              <a:prstGeom prst="rect">
                <a:avLst/>
              </a:prstGeom>
              <a:noFill/>
            </p:spPr>
            <p:txBody>
              <a:bodyPr wrap="none" rtlCol="0">
                <a:spAutoFit/>
              </a:bodyPr>
              <a:lstStyle/>
              <a:p>
                <a:r>
                  <a:rPr lang="fr-FR" dirty="0"/>
                  <a:t>EC</a:t>
                </a:r>
              </a:p>
            </p:txBody>
          </p:sp>
        </p:grpSp>
      </p:grpSp>
      <p:cxnSp>
        <p:nvCxnSpPr>
          <p:cNvPr id="98" name="Connecteur droit avec flèche 97">
            <a:extLst>
              <a:ext uri="{FF2B5EF4-FFF2-40B4-BE49-F238E27FC236}">
                <a16:creationId xmlns:a16="http://schemas.microsoft.com/office/drawing/2014/main" id="{5C1288D5-9656-F36E-D736-6575BC894FB1}"/>
              </a:ext>
            </a:extLst>
          </p:cNvPr>
          <p:cNvCxnSpPr>
            <a:cxnSpLocks/>
            <a:stCxn id="66" idx="3"/>
            <a:endCxn id="67" idx="1"/>
          </p:cNvCxnSpPr>
          <p:nvPr/>
        </p:nvCxnSpPr>
        <p:spPr>
          <a:xfrm flipV="1">
            <a:off x="7891041" y="3446012"/>
            <a:ext cx="980261" cy="53232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6" name="ZoneTexte 115">
            <a:extLst>
              <a:ext uri="{FF2B5EF4-FFF2-40B4-BE49-F238E27FC236}">
                <a16:creationId xmlns:a16="http://schemas.microsoft.com/office/drawing/2014/main" id="{AD223C81-BF9D-5B3B-6503-C96D20E147D2}"/>
              </a:ext>
            </a:extLst>
          </p:cNvPr>
          <p:cNvSpPr txBox="1"/>
          <p:nvPr/>
        </p:nvSpPr>
        <p:spPr>
          <a:xfrm>
            <a:off x="10183694" y="3302121"/>
            <a:ext cx="558166" cy="369332"/>
          </a:xfrm>
          <a:prstGeom prst="rect">
            <a:avLst/>
          </a:prstGeom>
          <a:noFill/>
        </p:spPr>
        <p:txBody>
          <a:bodyPr wrap="none" rtlCol="0">
            <a:spAutoFit/>
          </a:bodyPr>
          <a:lstStyle/>
          <a:p>
            <a:r>
              <a:rPr lang="fr-FR" dirty="0"/>
              <a:t>CA1</a:t>
            </a:r>
          </a:p>
        </p:txBody>
      </p:sp>
      <p:sp>
        <p:nvSpPr>
          <p:cNvPr id="117" name="Espace réservé du contenu 34">
            <a:extLst>
              <a:ext uri="{FF2B5EF4-FFF2-40B4-BE49-F238E27FC236}">
                <a16:creationId xmlns:a16="http://schemas.microsoft.com/office/drawing/2014/main" id="{AEB017AB-6F93-BB54-1042-D9064FBE6DF7}"/>
              </a:ext>
            </a:extLst>
          </p:cNvPr>
          <p:cNvSpPr txBox="1">
            <a:spLocks/>
          </p:cNvSpPr>
          <p:nvPr/>
        </p:nvSpPr>
        <p:spPr>
          <a:xfrm>
            <a:off x="943451" y="1830387"/>
            <a:ext cx="5181600" cy="43418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p:txBody>
      </p:sp>
      <p:grpSp>
        <p:nvGrpSpPr>
          <p:cNvPr id="173" name="Groupe 172">
            <a:extLst>
              <a:ext uri="{FF2B5EF4-FFF2-40B4-BE49-F238E27FC236}">
                <a16:creationId xmlns:a16="http://schemas.microsoft.com/office/drawing/2014/main" id="{EE2D8C9A-98DA-9E0C-6782-5B8A6ED2F523}"/>
              </a:ext>
            </a:extLst>
          </p:cNvPr>
          <p:cNvGrpSpPr/>
          <p:nvPr/>
        </p:nvGrpSpPr>
        <p:grpSpPr>
          <a:xfrm>
            <a:off x="2380983" y="2205716"/>
            <a:ext cx="3374118" cy="3621301"/>
            <a:chOff x="2380983" y="2205716"/>
            <a:chExt cx="3374118" cy="3621301"/>
          </a:xfrm>
        </p:grpSpPr>
        <p:grpSp>
          <p:nvGrpSpPr>
            <p:cNvPr id="174" name="Groupe 173">
              <a:extLst>
                <a:ext uri="{FF2B5EF4-FFF2-40B4-BE49-F238E27FC236}">
                  <a16:creationId xmlns:a16="http://schemas.microsoft.com/office/drawing/2014/main" id="{052509B7-80E5-28B6-C120-24D0E69B27C7}"/>
                </a:ext>
              </a:extLst>
            </p:cNvPr>
            <p:cNvGrpSpPr/>
            <p:nvPr/>
          </p:nvGrpSpPr>
          <p:grpSpPr>
            <a:xfrm>
              <a:off x="2380983" y="2205716"/>
              <a:ext cx="2017735" cy="3591156"/>
              <a:chOff x="8748102" y="2382395"/>
              <a:chExt cx="2017735" cy="3591156"/>
            </a:xfrm>
          </p:grpSpPr>
          <p:grpSp>
            <p:nvGrpSpPr>
              <p:cNvPr id="180" name="Groupe 179">
                <a:extLst>
                  <a:ext uri="{FF2B5EF4-FFF2-40B4-BE49-F238E27FC236}">
                    <a16:creationId xmlns:a16="http://schemas.microsoft.com/office/drawing/2014/main" id="{B5756041-2436-0F64-AB74-8130838AFF4D}"/>
                  </a:ext>
                </a:extLst>
              </p:cNvPr>
              <p:cNvGrpSpPr/>
              <p:nvPr/>
            </p:nvGrpSpPr>
            <p:grpSpPr>
              <a:xfrm>
                <a:off x="8748102" y="2382395"/>
                <a:ext cx="2017735" cy="3591156"/>
                <a:chOff x="2943959" y="2264576"/>
                <a:chExt cx="2017735" cy="3591156"/>
              </a:xfrm>
            </p:grpSpPr>
            <p:grpSp>
              <p:nvGrpSpPr>
                <p:cNvPr id="182" name="Groupe 181">
                  <a:extLst>
                    <a:ext uri="{FF2B5EF4-FFF2-40B4-BE49-F238E27FC236}">
                      <a16:creationId xmlns:a16="http://schemas.microsoft.com/office/drawing/2014/main" id="{1B6B9F86-DE88-F22E-7942-7889F63D454C}"/>
                    </a:ext>
                  </a:extLst>
                </p:cNvPr>
                <p:cNvGrpSpPr/>
                <p:nvPr/>
              </p:nvGrpSpPr>
              <p:grpSpPr>
                <a:xfrm>
                  <a:off x="2943959" y="2426625"/>
                  <a:ext cx="2017735" cy="3429107"/>
                  <a:chOff x="2943959" y="2426625"/>
                  <a:chExt cx="2017735" cy="3429107"/>
                </a:xfrm>
              </p:grpSpPr>
              <p:sp>
                <p:nvSpPr>
                  <p:cNvPr id="185" name="ZoneTexte 184">
                    <a:extLst>
                      <a:ext uri="{FF2B5EF4-FFF2-40B4-BE49-F238E27FC236}">
                        <a16:creationId xmlns:a16="http://schemas.microsoft.com/office/drawing/2014/main" id="{58BED175-3D33-973D-989E-7D008BD3622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186" name="ZoneTexte 185">
                    <a:extLst>
                      <a:ext uri="{FF2B5EF4-FFF2-40B4-BE49-F238E27FC236}">
                        <a16:creationId xmlns:a16="http://schemas.microsoft.com/office/drawing/2014/main" id="{AE71FF4D-5695-CF93-EE19-14817DDBA960}"/>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187" name="ZoneTexte 186">
                    <a:extLst>
                      <a:ext uri="{FF2B5EF4-FFF2-40B4-BE49-F238E27FC236}">
                        <a16:creationId xmlns:a16="http://schemas.microsoft.com/office/drawing/2014/main" id="{DC5F6554-3F9C-F5A5-212B-15B91694F77F}"/>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188" name="ZoneTexte 187">
                    <a:extLst>
                      <a:ext uri="{FF2B5EF4-FFF2-40B4-BE49-F238E27FC236}">
                        <a16:creationId xmlns:a16="http://schemas.microsoft.com/office/drawing/2014/main" id="{601790CA-5E93-AB96-22CD-9832AC47490A}"/>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189" name="ZoneTexte 188">
                    <a:extLst>
                      <a:ext uri="{FF2B5EF4-FFF2-40B4-BE49-F238E27FC236}">
                        <a16:creationId xmlns:a16="http://schemas.microsoft.com/office/drawing/2014/main" id="{A4AECFB3-3EC9-AA35-6466-B41F8DC1DED3}"/>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190" name="ZoneTexte 189">
                    <a:extLst>
                      <a:ext uri="{FF2B5EF4-FFF2-40B4-BE49-F238E27FC236}">
                        <a16:creationId xmlns:a16="http://schemas.microsoft.com/office/drawing/2014/main" id="{8E873CD7-7472-DBC2-B860-DD8F66D18897}"/>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191" name="Connecteur droit avec flèche 190">
                    <a:extLst>
                      <a:ext uri="{FF2B5EF4-FFF2-40B4-BE49-F238E27FC236}">
                        <a16:creationId xmlns:a16="http://schemas.microsoft.com/office/drawing/2014/main" id="{45599C6D-5B3E-47A5-B59B-4C59C048207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192" name="Connecteur droit avec flèche 191">
                    <a:extLst>
                      <a:ext uri="{FF2B5EF4-FFF2-40B4-BE49-F238E27FC236}">
                        <a16:creationId xmlns:a16="http://schemas.microsoft.com/office/drawing/2014/main" id="{AA47350B-DF6C-CAA7-B449-A9159E91E692}"/>
                      </a:ext>
                    </a:extLst>
                  </p:cNvPr>
                  <p:cNvCxnSpPr>
                    <a:cxnSpLocks/>
                    <a:endCxn id="18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193" name="Connecteur droit avec flèche 192">
                    <a:extLst>
                      <a:ext uri="{FF2B5EF4-FFF2-40B4-BE49-F238E27FC236}">
                        <a16:creationId xmlns:a16="http://schemas.microsoft.com/office/drawing/2014/main" id="{05F80522-99F3-B0A7-5D91-F95ADC5A1D1F}"/>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194" name="Connecteur droit avec flèche 193">
                    <a:extLst>
                      <a:ext uri="{FF2B5EF4-FFF2-40B4-BE49-F238E27FC236}">
                        <a16:creationId xmlns:a16="http://schemas.microsoft.com/office/drawing/2014/main" id="{038E52F5-F8BD-2D5A-71FC-D3F37859A1B4}"/>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195" name="Connecteur droit avec flèche 194">
                    <a:extLst>
                      <a:ext uri="{FF2B5EF4-FFF2-40B4-BE49-F238E27FC236}">
                        <a16:creationId xmlns:a16="http://schemas.microsoft.com/office/drawing/2014/main" id="{F630F206-EF08-4834-CEEB-2A93E1DB2B61}"/>
                      </a:ext>
                    </a:extLst>
                  </p:cNvPr>
                  <p:cNvCxnSpPr>
                    <a:cxnSpLocks/>
                    <a:stCxn id="187" idx="1"/>
                    <a:endCxn id="18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196" name="Connecteur droit avec flèche 195">
                    <a:extLst>
                      <a:ext uri="{FF2B5EF4-FFF2-40B4-BE49-F238E27FC236}">
                        <a16:creationId xmlns:a16="http://schemas.microsoft.com/office/drawing/2014/main" id="{BFC5A111-6763-0018-3B5B-E6764637B0B9}"/>
                      </a:ext>
                    </a:extLst>
                  </p:cNvPr>
                  <p:cNvCxnSpPr>
                    <a:cxnSpLocks/>
                    <a:stCxn id="188" idx="0"/>
                    <a:endCxn id="18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197" name="Connecteur droit avec flèche 196">
                    <a:extLst>
                      <a:ext uri="{FF2B5EF4-FFF2-40B4-BE49-F238E27FC236}">
                        <a16:creationId xmlns:a16="http://schemas.microsoft.com/office/drawing/2014/main" id="{43B87EE6-2C72-E43C-6C23-A48A6C10766A}"/>
                      </a:ext>
                    </a:extLst>
                  </p:cNvPr>
                  <p:cNvCxnSpPr>
                    <a:cxnSpLocks/>
                    <a:stCxn id="189" idx="3"/>
                    <a:endCxn id="19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198" name="Connecteur droit avec flèche 197">
                    <a:extLst>
                      <a:ext uri="{FF2B5EF4-FFF2-40B4-BE49-F238E27FC236}">
                        <a16:creationId xmlns:a16="http://schemas.microsoft.com/office/drawing/2014/main" id="{A867AB7A-FBB5-4875-C0C7-71048F66394E}"/>
                      </a:ext>
                    </a:extLst>
                  </p:cNvPr>
                  <p:cNvCxnSpPr>
                    <a:cxnSpLocks/>
                    <a:stCxn id="190" idx="2"/>
                    <a:endCxn id="18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183" name="Connecteur droit 182">
                  <a:extLst>
                    <a:ext uri="{FF2B5EF4-FFF2-40B4-BE49-F238E27FC236}">
                      <a16:creationId xmlns:a16="http://schemas.microsoft.com/office/drawing/2014/main" id="{71A32813-8262-B816-8822-5083C2ECDD18}"/>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4" name="Connecteur : en angle 183">
                  <a:extLst>
                    <a:ext uri="{FF2B5EF4-FFF2-40B4-BE49-F238E27FC236}">
                      <a16:creationId xmlns:a16="http://schemas.microsoft.com/office/drawing/2014/main" id="{00BA2CB0-993B-9E55-D8A6-EFF692E0F2F9}"/>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181" name="Connecteur droit avec flèche 180">
                <a:extLst>
                  <a:ext uri="{FF2B5EF4-FFF2-40B4-BE49-F238E27FC236}">
                    <a16:creationId xmlns:a16="http://schemas.microsoft.com/office/drawing/2014/main" id="{1398505A-DB05-A14D-F084-A51896951B07}"/>
                  </a:ext>
                </a:extLst>
              </p:cNvPr>
              <p:cNvCxnSpPr>
                <a:cxnSpLocks/>
                <a:stCxn id="187" idx="0"/>
                <a:endCxn id="18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175" name="Connecteur droit 174">
              <a:extLst>
                <a:ext uri="{FF2B5EF4-FFF2-40B4-BE49-F238E27FC236}">
                  <a16:creationId xmlns:a16="http://schemas.microsoft.com/office/drawing/2014/main" id="{EA6C98EB-B6D0-5956-516F-9B0A3EDBDEC8}"/>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76" name="ZoneTexte 175">
              <a:extLst>
                <a:ext uri="{FF2B5EF4-FFF2-40B4-BE49-F238E27FC236}">
                  <a16:creationId xmlns:a16="http://schemas.microsoft.com/office/drawing/2014/main" id="{75D3A0C2-6CA1-8661-198D-A250CF892716}"/>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177" name="Connecteur droit 176">
              <a:extLst>
                <a:ext uri="{FF2B5EF4-FFF2-40B4-BE49-F238E27FC236}">
                  <a16:creationId xmlns:a16="http://schemas.microsoft.com/office/drawing/2014/main" id="{ADB1BE31-BF04-95FB-46AE-E1718356463E}"/>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8" name="ZoneTexte 177">
              <a:extLst>
                <a:ext uri="{FF2B5EF4-FFF2-40B4-BE49-F238E27FC236}">
                  <a16:creationId xmlns:a16="http://schemas.microsoft.com/office/drawing/2014/main" id="{850D3408-6F96-57D4-F95D-DBD397C5655E}"/>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79" name="Connecteur droit 178">
              <a:extLst>
                <a:ext uri="{FF2B5EF4-FFF2-40B4-BE49-F238E27FC236}">
                  <a16:creationId xmlns:a16="http://schemas.microsoft.com/office/drawing/2014/main" id="{209B0131-5F2D-CE52-AAF1-D1187C91148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sp>
        <p:nvSpPr>
          <p:cNvPr id="199" name="Rectangle 198">
            <a:extLst>
              <a:ext uri="{FF2B5EF4-FFF2-40B4-BE49-F238E27FC236}">
                <a16:creationId xmlns:a16="http://schemas.microsoft.com/office/drawing/2014/main" id="{0FAE9322-12F4-05A5-DA61-8C6290CB186B}"/>
              </a:ext>
            </a:extLst>
          </p:cNvPr>
          <p:cNvSpPr/>
          <p:nvPr/>
        </p:nvSpPr>
        <p:spPr>
          <a:xfrm>
            <a:off x="3563565" y="2264512"/>
            <a:ext cx="964373" cy="131954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rgbClr val="0070C0"/>
              </a:solidFill>
            </a:endParaRPr>
          </a:p>
        </p:txBody>
      </p:sp>
      <p:sp>
        <p:nvSpPr>
          <p:cNvPr id="200" name="ZoneTexte 199">
            <a:extLst>
              <a:ext uri="{FF2B5EF4-FFF2-40B4-BE49-F238E27FC236}">
                <a16:creationId xmlns:a16="http://schemas.microsoft.com/office/drawing/2014/main" id="{777E4732-96D9-3D29-5680-27E4D17135E7}"/>
              </a:ext>
            </a:extLst>
          </p:cNvPr>
          <p:cNvSpPr txBox="1"/>
          <p:nvPr/>
        </p:nvSpPr>
        <p:spPr>
          <a:xfrm>
            <a:off x="4110312" y="2262695"/>
            <a:ext cx="423514" cy="369332"/>
          </a:xfrm>
          <a:prstGeom prst="rect">
            <a:avLst/>
          </a:prstGeom>
          <a:noFill/>
        </p:spPr>
        <p:txBody>
          <a:bodyPr wrap="none" rtlCol="0">
            <a:spAutoFit/>
          </a:bodyPr>
          <a:lstStyle/>
          <a:p>
            <a:r>
              <a:rPr lang="fr-FR" dirty="0">
                <a:solidFill>
                  <a:srgbClr val="0070C0"/>
                </a:solidFill>
              </a:rPr>
              <a:t>5b</a:t>
            </a:r>
          </a:p>
        </p:txBody>
      </p:sp>
      <p:cxnSp>
        <p:nvCxnSpPr>
          <p:cNvPr id="3" name="Connecteur droit avec flèche 2">
            <a:extLst>
              <a:ext uri="{FF2B5EF4-FFF2-40B4-BE49-F238E27FC236}">
                <a16:creationId xmlns:a16="http://schemas.microsoft.com/office/drawing/2014/main" id="{8E7FD925-446F-4E64-831F-44883ADD4F69}"/>
              </a:ext>
            </a:extLst>
          </p:cNvPr>
          <p:cNvCxnSpPr>
            <a:cxnSpLocks/>
          </p:cNvCxnSpPr>
          <p:nvPr/>
        </p:nvCxnSpPr>
        <p:spPr>
          <a:xfrm flipV="1">
            <a:off x="3566608" y="3503048"/>
            <a:ext cx="690070" cy="634229"/>
          </a:xfrm>
          <a:prstGeom prst="straightConnector1">
            <a:avLst/>
          </a:prstGeom>
          <a:ln w="1270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 name="Espace réservé du numéro de diapositive 3">
            <a:extLst>
              <a:ext uri="{FF2B5EF4-FFF2-40B4-BE49-F238E27FC236}">
                <a16:creationId xmlns:a16="http://schemas.microsoft.com/office/drawing/2014/main" id="{EEED22A8-23E3-0B0C-E93E-669A94EAE11C}"/>
              </a:ext>
            </a:extLst>
          </p:cNvPr>
          <p:cNvSpPr>
            <a:spLocks noGrp="1"/>
          </p:cNvSpPr>
          <p:nvPr>
            <p:ph type="sldNum" sz="quarter" idx="12"/>
          </p:nvPr>
        </p:nvSpPr>
        <p:spPr/>
        <p:txBody>
          <a:bodyPr/>
          <a:lstStyle/>
          <a:p>
            <a:fld id="{5149A38E-4A7C-4C86-B631-64CD0F93C451}" type="slidenum">
              <a:rPr lang="fr-FR" smtClean="0"/>
              <a:t>60</a:t>
            </a:fld>
            <a:endParaRPr lang="fr-FR"/>
          </a:p>
        </p:txBody>
      </p:sp>
    </p:spTree>
    <p:extLst>
      <p:ext uri="{BB962C8B-B14F-4D97-AF65-F5344CB8AC3E}">
        <p14:creationId xmlns:p14="http://schemas.microsoft.com/office/powerpoint/2010/main" val="12453189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Heteroassociation</a:t>
            </a:r>
            <a:r>
              <a:rPr lang="fr-FR" dirty="0"/>
              <a:t> in CA3-CA1 </a:t>
            </a:r>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normAutofit/>
          </a:bodyPr>
          <a:lstStyle/>
          <a:p>
            <a:pPr marL="0" indent="0" algn="ctr">
              <a:buNone/>
            </a:pPr>
            <a:endParaRPr lang="fr-FR" sz="1800" dirty="0"/>
          </a:p>
        </p:txBody>
      </p:sp>
      <p:grpSp>
        <p:nvGrpSpPr>
          <p:cNvPr id="62" name="Groupe 61">
            <a:extLst>
              <a:ext uri="{FF2B5EF4-FFF2-40B4-BE49-F238E27FC236}">
                <a16:creationId xmlns:a16="http://schemas.microsoft.com/office/drawing/2014/main" id="{CEFAABEF-6466-7BBE-3DC5-B84713894890}"/>
              </a:ext>
            </a:extLst>
          </p:cNvPr>
          <p:cNvGrpSpPr/>
          <p:nvPr/>
        </p:nvGrpSpPr>
        <p:grpSpPr>
          <a:xfrm>
            <a:off x="6612570" y="2471496"/>
            <a:ext cx="4143594" cy="3138095"/>
            <a:chOff x="872566" y="2573689"/>
            <a:chExt cx="4143594" cy="3138095"/>
          </a:xfrm>
        </p:grpSpPr>
        <p:cxnSp>
          <p:nvCxnSpPr>
            <p:cNvPr id="63" name="Connecteur droit avec flèche 62">
              <a:extLst>
                <a:ext uri="{FF2B5EF4-FFF2-40B4-BE49-F238E27FC236}">
                  <a16:creationId xmlns:a16="http://schemas.microsoft.com/office/drawing/2014/main" id="{74520EAF-93A0-D8BE-4433-0B76F29A6645}"/>
                </a:ext>
              </a:extLst>
            </p:cNvPr>
            <p:cNvCxnSpPr>
              <a:cxnSpLocks/>
              <a:stCxn id="4" idx="0"/>
              <a:endCxn id="66" idx="2"/>
            </p:cNvCxnSpPr>
            <p:nvPr/>
          </p:nvCxnSpPr>
          <p:spPr>
            <a:xfrm flipV="1">
              <a:off x="1861566" y="4265194"/>
              <a:ext cx="1" cy="94441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64" name="Groupe 63">
              <a:extLst>
                <a:ext uri="{FF2B5EF4-FFF2-40B4-BE49-F238E27FC236}">
                  <a16:creationId xmlns:a16="http://schemas.microsoft.com/office/drawing/2014/main" id="{B9A889E1-7672-6F99-BF3A-5EA91FDA789A}"/>
                </a:ext>
              </a:extLst>
            </p:cNvPr>
            <p:cNvGrpSpPr/>
            <p:nvPr/>
          </p:nvGrpSpPr>
          <p:grpSpPr>
            <a:xfrm>
              <a:off x="872566" y="2573689"/>
              <a:ext cx="4143594" cy="3138095"/>
              <a:chOff x="872496" y="2868964"/>
              <a:chExt cx="4143594" cy="3138095"/>
            </a:xfrm>
          </p:grpSpPr>
          <p:grpSp>
            <p:nvGrpSpPr>
              <p:cNvPr id="65" name="Groupe 64">
                <a:extLst>
                  <a:ext uri="{FF2B5EF4-FFF2-40B4-BE49-F238E27FC236}">
                    <a16:creationId xmlns:a16="http://schemas.microsoft.com/office/drawing/2014/main" id="{40B14DA3-04D2-9F2A-66D6-F1003C0B6C56}"/>
                  </a:ext>
                </a:extLst>
              </p:cNvPr>
              <p:cNvGrpSpPr/>
              <p:nvPr/>
            </p:nvGrpSpPr>
            <p:grpSpPr>
              <a:xfrm>
                <a:off x="872496" y="2868964"/>
                <a:ext cx="4143594" cy="3138095"/>
                <a:chOff x="6762842" y="2325406"/>
                <a:chExt cx="4143594" cy="3138095"/>
              </a:xfrm>
            </p:grpSpPr>
            <p:cxnSp>
              <p:nvCxnSpPr>
                <p:cNvPr id="91" name="Connecteur droit avec flèche 90">
                  <a:extLst>
                    <a:ext uri="{FF2B5EF4-FFF2-40B4-BE49-F238E27FC236}">
                      <a16:creationId xmlns:a16="http://schemas.microsoft.com/office/drawing/2014/main" id="{30F634ED-CA1E-4C2E-FF64-8D68CE01C24C}"/>
                    </a:ext>
                  </a:extLst>
                </p:cNvPr>
                <p:cNvCxnSpPr>
                  <a:cxnSpLocks/>
                  <a:stCxn id="66" idx="0"/>
                  <a:endCxn id="6" idx="2"/>
                </p:cNvCxnSpPr>
                <p:nvPr/>
              </p:nvCxnSpPr>
              <p:spPr>
                <a:xfrm flipH="1" flipV="1">
                  <a:off x="7751841" y="2734284"/>
                  <a:ext cx="2" cy="913295"/>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2" name="Connecteur droit avec flèche 91">
                  <a:extLst>
                    <a:ext uri="{FF2B5EF4-FFF2-40B4-BE49-F238E27FC236}">
                      <a16:creationId xmlns:a16="http://schemas.microsoft.com/office/drawing/2014/main" id="{E9EA7A98-4EDF-64EC-469B-49AA0C86E1BB}"/>
                    </a:ext>
                  </a:extLst>
                </p:cNvPr>
                <p:cNvCxnSpPr>
                  <a:cxnSpLocks/>
                  <a:stCxn id="6" idx="2"/>
                  <a:endCxn id="67" idx="1"/>
                </p:cNvCxnSpPr>
                <p:nvPr/>
              </p:nvCxnSpPr>
              <p:spPr>
                <a:xfrm>
                  <a:off x="7751841" y="2734284"/>
                  <a:ext cx="1269733" cy="5656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3" name="ZoneTexte 92">
                  <a:extLst>
                    <a:ext uri="{FF2B5EF4-FFF2-40B4-BE49-F238E27FC236}">
                      <a16:creationId xmlns:a16="http://schemas.microsoft.com/office/drawing/2014/main" id="{D6E68049-C382-D954-2A7B-A269B54A404D}"/>
                    </a:ext>
                  </a:extLst>
                </p:cNvPr>
                <p:cNvSpPr txBox="1"/>
                <p:nvPr/>
              </p:nvSpPr>
              <p:spPr>
                <a:xfrm>
                  <a:off x="6762842" y="3098244"/>
                  <a:ext cx="953787" cy="369332"/>
                </a:xfrm>
                <a:prstGeom prst="rect">
                  <a:avLst/>
                </a:prstGeom>
                <a:noFill/>
              </p:spPr>
              <p:txBody>
                <a:bodyPr wrap="none" rtlCol="0">
                  <a:spAutoFit/>
                </a:bodyPr>
                <a:lstStyle/>
                <a:p>
                  <a:r>
                    <a:rPr lang="fr-FR" dirty="0"/>
                    <a:t>Encoder</a:t>
                  </a:r>
                </a:p>
              </p:txBody>
            </p:sp>
            <p:sp>
              <p:nvSpPr>
                <p:cNvPr id="95" name="ZoneTexte 94">
                  <a:extLst>
                    <a:ext uri="{FF2B5EF4-FFF2-40B4-BE49-F238E27FC236}">
                      <a16:creationId xmlns:a16="http://schemas.microsoft.com/office/drawing/2014/main" id="{DA02D4B0-8E73-8599-6626-C07DD522DB10}"/>
                    </a:ext>
                  </a:extLst>
                </p:cNvPr>
                <p:cNvSpPr txBox="1"/>
                <p:nvPr/>
              </p:nvSpPr>
              <p:spPr>
                <a:xfrm>
                  <a:off x="10334356" y="5094169"/>
                  <a:ext cx="572080" cy="369332"/>
                </a:xfrm>
                <a:prstGeom prst="rect">
                  <a:avLst/>
                </a:prstGeom>
                <a:noFill/>
              </p:spPr>
              <p:txBody>
                <a:bodyPr wrap="none" rtlCol="0">
                  <a:spAutoFit/>
                </a:bodyPr>
                <a:lstStyle/>
                <a:p>
                  <a:r>
                    <a:rPr lang="fr-FR" dirty="0"/>
                    <a:t>LGN</a:t>
                  </a:r>
                </a:p>
              </p:txBody>
            </p:sp>
            <p:sp>
              <p:nvSpPr>
                <p:cNvPr id="96" name="ZoneTexte 95">
                  <a:extLst>
                    <a:ext uri="{FF2B5EF4-FFF2-40B4-BE49-F238E27FC236}">
                      <a16:creationId xmlns:a16="http://schemas.microsoft.com/office/drawing/2014/main" id="{B5C1921F-DC11-DDBD-707B-D127F253663C}"/>
                    </a:ext>
                  </a:extLst>
                </p:cNvPr>
                <p:cNvSpPr txBox="1"/>
                <p:nvPr/>
              </p:nvSpPr>
              <p:spPr>
                <a:xfrm>
                  <a:off x="10334356" y="2325406"/>
                  <a:ext cx="558166" cy="369332"/>
                </a:xfrm>
                <a:prstGeom prst="rect">
                  <a:avLst/>
                </a:prstGeom>
                <a:noFill/>
              </p:spPr>
              <p:txBody>
                <a:bodyPr wrap="none" rtlCol="0">
                  <a:spAutoFit/>
                </a:bodyPr>
                <a:lstStyle/>
                <a:p>
                  <a:r>
                    <a:rPr lang="fr-FR" dirty="0"/>
                    <a:t>CA3</a:t>
                  </a:r>
                </a:p>
              </p:txBody>
            </p:sp>
          </p:grpSp>
          <mc:AlternateContent xmlns:mc="http://schemas.openxmlformats.org/markup-compatibility/2006" xmlns:a14="http://schemas.microsoft.com/office/drawing/2010/main">
            <mc:Choice Requires="a14">
              <p:sp>
                <p:nvSpPr>
                  <p:cNvPr id="66" name="ZoneTexte 65">
                    <a:extLst>
                      <a:ext uri="{FF2B5EF4-FFF2-40B4-BE49-F238E27FC236}">
                        <a16:creationId xmlns:a16="http://schemas.microsoft.com/office/drawing/2014/main" id="{2DC8D992-0341-7163-57C2-7AD3752C2EA7}"/>
                      </a:ext>
                    </a:extLst>
                  </p:cNvPr>
                  <p:cNvSpPr txBox="1"/>
                  <p:nvPr/>
                </p:nvSpPr>
                <p:spPr>
                  <a:xfrm>
                    <a:off x="1572026" y="4191137"/>
                    <a:ext cx="57894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1" i="1" smtClean="0">
                                  <a:latin typeface="Cambria Math" panose="02040503050406030204" pitchFamily="18" charset="0"/>
                                </a:rPr>
                                <m:t>𝒛</m:t>
                              </m:r>
                            </m:e>
                            <m:sub>
                              <m:r>
                                <m:rPr>
                                  <m:sty m:val="p"/>
                                </m:rPr>
                                <a:rPr lang="fr-FR" b="0" i="0" smtClean="0">
                                  <a:latin typeface="Cambria Math" panose="02040503050406030204" pitchFamily="18" charset="0"/>
                                </a:rPr>
                                <m:t>EC</m:t>
                              </m:r>
                            </m:sub>
                          </m:sSub>
                        </m:oMath>
                      </m:oMathPara>
                    </a14:m>
                    <a:endParaRPr lang="fr-FR" dirty="0"/>
                  </a:p>
                </p:txBody>
              </p:sp>
            </mc:Choice>
            <mc:Fallback xmlns="">
              <p:sp>
                <p:nvSpPr>
                  <p:cNvPr id="66" name="ZoneTexte 65">
                    <a:extLst>
                      <a:ext uri="{FF2B5EF4-FFF2-40B4-BE49-F238E27FC236}">
                        <a16:creationId xmlns:a16="http://schemas.microsoft.com/office/drawing/2014/main" id="{2DC8D992-0341-7163-57C2-7AD3752C2EA7}"/>
                      </a:ext>
                    </a:extLst>
                  </p:cNvPr>
                  <p:cNvSpPr txBox="1">
                    <a:spLocks noRot="1" noChangeAspect="1" noMove="1" noResize="1" noEditPoints="1" noAdjustHandles="1" noChangeArrowheads="1" noChangeShapeType="1" noTextEdit="1"/>
                  </p:cNvSpPr>
                  <p:nvPr/>
                </p:nvSpPr>
                <p:spPr>
                  <a:xfrm>
                    <a:off x="1572026" y="4191137"/>
                    <a:ext cx="578941" cy="369332"/>
                  </a:xfrm>
                  <a:prstGeom prst="rect">
                    <a:avLst/>
                  </a:prstGeom>
                  <a:blipFill>
                    <a:blip r:embed="rId4"/>
                    <a:stretch>
                      <a:fillRect/>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67" name="ZoneTexte 66">
                    <a:extLst>
                      <a:ext uri="{FF2B5EF4-FFF2-40B4-BE49-F238E27FC236}">
                        <a16:creationId xmlns:a16="http://schemas.microsoft.com/office/drawing/2014/main" id="{10B83897-F2CD-A164-EC82-46D8D0FF2EF7}"/>
                      </a:ext>
                    </a:extLst>
                  </p:cNvPr>
                  <p:cNvSpPr txBox="1"/>
                  <p:nvPr/>
                </p:nvSpPr>
                <p:spPr>
                  <a:xfrm>
                    <a:off x="3131228" y="3658814"/>
                    <a:ext cx="68634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1" i="1" smtClean="0">
                                  <a:latin typeface="Cambria Math" panose="02040503050406030204" pitchFamily="18" charset="0"/>
                                </a:rPr>
                                <m:t>𝒛</m:t>
                              </m:r>
                            </m:e>
                            <m:sub>
                              <m:r>
                                <m:rPr>
                                  <m:sty m:val="p"/>
                                </m:rPr>
                                <a:rPr lang="fr-FR" b="0" i="0" smtClean="0">
                                  <a:latin typeface="Cambria Math" panose="02040503050406030204" pitchFamily="18" charset="0"/>
                                </a:rPr>
                                <m:t>CA</m:t>
                              </m:r>
                              <m:r>
                                <a:rPr lang="fr-FR" b="0" i="0" smtClean="0">
                                  <a:latin typeface="Cambria Math" panose="02040503050406030204" pitchFamily="18" charset="0"/>
                                </a:rPr>
                                <m:t>1</m:t>
                              </m:r>
                            </m:sub>
                          </m:sSub>
                        </m:oMath>
                      </m:oMathPara>
                    </a14:m>
                    <a:endParaRPr lang="fr-FR" dirty="0"/>
                  </a:p>
                </p:txBody>
              </p:sp>
            </mc:Choice>
            <mc:Fallback xmlns="">
              <p:sp>
                <p:nvSpPr>
                  <p:cNvPr id="67" name="ZoneTexte 66">
                    <a:extLst>
                      <a:ext uri="{FF2B5EF4-FFF2-40B4-BE49-F238E27FC236}">
                        <a16:creationId xmlns:a16="http://schemas.microsoft.com/office/drawing/2014/main" id="{10B83897-F2CD-A164-EC82-46D8D0FF2EF7}"/>
                      </a:ext>
                    </a:extLst>
                  </p:cNvPr>
                  <p:cNvSpPr txBox="1">
                    <a:spLocks noRot="1" noChangeAspect="1" noMove="1" noResize="1" noEditPoints="1" noAdjustHandles="1" noChangeArrowheads="1" noChangeShapeType="1" noTextEdit="1"/>
                  </p:cNvSpPr>
                  <p:nvPr/>
                </p:nvSpPr>
                <p:spPr>
                  <a:xfrm>
                    <a:off x="3131228" y="3658814"/>
                    <a:ext cx="686342" cy="369332"/>
                  </a:xfrm>
                  <a:prstGeom prst="rect">
                    <a:avLst/>
                  </a:prstGeom>
                  <a:blipFill>
                    <a:blip r:embed="rId5"/>
                    <a:stretch>
                      <a:fillRect/>
                    </a:stretch>
                  </a:blipFill>
                </p:spPr>
                <p:txBody>
                  <a:bodyPr/>
                  <a:lstStyle/>
                  <a:p>
                    <a:r>
                      <a:rPr lang="fr-FR">
                        <a:noFill/>
                      </a:rPr>
                      <a:t> </a:t>
                    </a:r>
                  </a:p>
                </p:txBody>
              </p:sp>
            </mc:Fallback>
          </mc:AlternateContent>
          <p:sp>
            <p:nvSpPr>
              <p:cNvPr id="68" name="ZoneTexte 67">
                <a:extLst>
                  <a:ext uri="{FF2B5EF4-FFF2-40B4-BE49-F238E27FC236}">
                    <a16:creationId xmlns:a16="http://schemas.microsoft.com/office/drawing/2014/main" id="{6AFD58FD-375F-4A1E-3A5C-5059C809B31D}"/>
                  </a:ext>
                </a:extLst>
              </p:cNvPr>
              <p:cNvSpPr txBox="1"/>
              <p:nvPr/>
            </p:nvSpPr>
            <p:spPr>
              <a:xfrm>
                <a:off x="4503089" y="4350079"/>
                <a:ext cx="417615" cy="369332"/>
              </a:xfrm>
              <a:prstGeom prst="rect">
                <a:avLst/>
              </a:prstGeom>
              <a:noFill/>
            </p:spPr>
            <p:txBody>
              <a:bodyPr wrap="none" rtlCol="0">
                <a:spAutoFit/>
              </a:bodyPr>
              <a:lstStyle/>
              <a:p>
                <a:r>
                  <a:rPr lang="fr-FR" dirty="0"/>
                  <a:t>EC</a:t>
                </a:r>
              </a:p>
            </p:txBody>
          </p:sp>
        </p:grpSp>
      </p:grpSp>
      <p:cxnSp>
        <p:nvCxnSpPr>
          <p:cNvPr id="98" name="Connecteur droit avec flèche 97">
            <a:extLst>
              <a:ext uri="{FF2B5EF4-FFF2-40B4-BE49-F238E27FC236}">
                <a16:creationId xmlns:a16="http://schemas.microsoft.com/office/drawing/2014/main" id="{5C1288D5-9656-F36E-D736-6575BC894FB1}"/>
              </a:ext>
            </a:extLst>
          </p:cNvPr>
          <p:cNvCxnSpPr>
            <a:cxnSpLocks/>
            <a:stCxn id="66" idx="3"/>
            <a:endCxn id="67" idx="1"/>
          </p:cNvCxnSpPr>
          <p:nvPr/>
        </p:nvCxnSpPr>
        <p:spPr>
          <a:xfrm flipV="1">
            <a:off x="7891041" y="3446012"/>
            <a:ext cx="980261" cy="53232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6" name="ZoneTexte 115">
            <a:extLst>
              <a:ext uri="{FF2B5EF4-FFF2-40B4-BE49-F238E27FC236}">
                <a16:creationId xmlns:a16="http://schemas.microsoft.com/office/drawing/2014/main" id="{AD223C81-BF9D-5B3B-6503-C96D20E147D2}"/>
              </a:ext>
            </a:extLst>
          </p:cNvPr>
          <p:cNvSpPr txBox="1"/>
          <p:nvPr/>
        </p:nvSpPr>
        <p:spPr>
          <a:xfrm>
            <a:off x="10183694" y="3302121"/>
            <a:ext cx="558166" cy="369332"/>
          </a:xfrm>
          <a:prstGeom prst="rect">
            <a:avLst/>
          </a:prstGeom>
          <a:noFill/>
        </p:spPr>
        <p:txBody>
          <a:bodyPr wrap="none" rtlCol="0">
            <a:spAutoFit/>
          </a:bodyPr>
          <a:lstStyle/>
          <a:p>
            <a:r>
              <a:rPr lang="fr-FR" dirty="0"/>
              <a:t>CA1</a:t>
            </a:r>
          </a:p>
        </p:txBody>
      </p:sp>
      <p:sp>
        <p:nvSpPr>
          <p:cNvPr id="117" name="Espace réservé du contenu 34">
            <a:extLst>
              <a:ext uri="{FF2B5EF4-FFF2-40B4-BE49-F238E27FC236}">
                <a16:creationId xmlns:a16="http://schemas.microsoft.com/office/drawing/2014/main" id="{AEB017AB-6F93-BB54-1042-D9064FBE6DF7}"/>
              </a:ext>
            </a:extLst>
          </p:cNvPr>
          <p:cNvSpPr txBox="1">
            <a:spLocks/>
          </p:cNvSpPr>
          <p:nvPr/>
        </p:nvSpPr>
        <p:spPr>
          <a:xfrm>
            <a:off x="943451" y="1830387"/>
            <a:ext cx="5181600" cy="43418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b="1" dirty="0"/>
              <a:t>	</a:t>
            </a:r>
            <a:r>
              <a:rPr lang="fr-FR" sz="2000" b="1" dirty="0"/>
              <a:t>Pattern </a:t>
            </a:r>
            <a:r>
              <a:rPr lang="fr-FR" sz="2000" b="1" dirty="0" err="1"/>
              <a:t>associator</a:t>
            </a: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endParaRPr lang="fr-FR" sz="2000" b="1" dirty="0"/>
          </a:p>
          <a:p>
            <a:pPr marL="0" indent="0">
              <a:buFont typeface="Arial" panose="020B0604020202020204" pitchFamily="34" charset="0"/>
              <a:buNone/>
            </a:pPr>
            <a:r>
              <a:rPr lang="fr-FR" sz="2000" dirty="0" err="1"/>
              <a:t>Similar</a:t>
            </a:r>
            <a:r>
              <a:rPr lang="fr-FR" sz="2000" dirty="0"/>
              <a:t> performance as in EC-CA3</a:t>
            </a:r>
          </a:p>
          <a:p>
            <a:pPr marL="0" indent="0">
              <a:buFont typeface="Arial" panose="020B0604020202020204" pitchFamily="34" charset="0"/>
              <a:buNone/>
            </a:pPr>
            <a:endParaRPr lang="fr-FR" sz="2000" b="1" dirty="0"/>
          </a:p>
        </p:txBody>
      </p:sp>
      <mc:AlternateContent xmlns:mc="http://schemas.openxmlformats.org/markup-compatibility/2006" xmlns:a14="http://schemas.microsoft.com/office/drawing/2010/main">
        <mc:Choice Requires="a14">
          <p:sp>
            <p:nvSpPr>
              <p:cNvPr id="118" name="ZoneTexte 117">
                <a:extLst>
                  <a:ext uri="{FF2B5EF4-FFF2-40B4-BE49-F238E27FC236}">
                    <a16:creationId xmlns:a16="http://schemas.microsoft.com/office/drawing/2014/main" id="{806B550F-2723-6D36-DE6D-75A907CBF8F3}"/>
                  </a:ext>
                </a:extLst>
              </p:cNvPr>
              <p:cNvSpPr txBox="1"/>
              <p:nvPr/>
            </p:nvSpPr>
            <p:spPr>
              <a:xfrm>
                <a:off x="3583192" y="2567264"/>
                <a:ext cx="2128275" cy="668645"/>
              </a:xfrm>
              <a:prstGeom prst="rect">
                <a:avLst/>
              </a:prstGeom>
              <a:noFill/>
            </p:spPr>
            <p:txBody>
              <a:bodyPr wrap="none" rtlCol="0">
                <a:spAutoFit/>
              </a:bodyPr>
              <a:lstStyle/>
              <a:p>
                <a:pPr algn="ctr"/>
                <a:r>
                  <a:rPr lang="fr-FR" b="0" i="0" dirty="0">
                    <a:latin typeface="Cambria Math" panose="02040503050406030204" pitchFamily="18" charset="0"/>
                  </a:rPr>
                  <a:t>Delt</a:t>
                </a:r>
                <a:r>
                  <a:rPr lang="fr-FR" dirty="0">
                    <a:latin typeface="Cambria Math" panose="02040503050406030204" pitchFamily="18" charset="0"/>
                  </a:rPr>
                  <a:t>a </a:t>
                </a:r>
                <a:r>
                  <a:rPr lang="fr-FR" dirty="0" err="1">
                    <a:latin typeface="Cambria Math" panose="02040503050406030204" pitchFamily="18" charset="0"/>
                  </a:rPr>
                  <a:t>rule</a:t>
                </a:r>
                <a:endParaRPr lang="fr-FR" b="0" i="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fr-FR" b="0" i="0" smtClean="0">
                          <a:latin typeface="Cambria Math" panose="02040503050406030204" pitchFamily="18" charset="0"/>
                        </a:rPr>
                        <m:t>Δ</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𝑤</m:t>
                          </m:r>
                        </m:e>
                        <m:sub>
                          <m:r>
                            <a:rPr lang="fr-FR" b="0" i="1" smtClean="0">
                              <a:latin typeface="Cambria Math" panose="02040503050406030204" pitchFamily="18" charset="0"/>
                            </a:rPr>
                            <m:t>𝑖𝑗</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𝜖</m:t>
                          </m:r>
                          <m:r>
                            <a:rPr lang="fr-FR" b="0" i="1" smtClean="0">
                              <a:latin typeface="Cambria Math" panose="02040503050406030204" pitchFamily="18" charset="0"/>
                            </a:rPr>
                            <m:t>𝑥</m:t>
                          </m:r>
                        </m:e>
                        <m:sub>
                          <m:r>
                            <a:rPr lang="fr-FR" b="0" i="1" smtClean="0">
                              <a:latin typeface="Cambria Math" panose="02040503050406030204" pitchFamily="18" charset="0"/>
                            </a:rPr>
                            <m:t>𝑖</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𝑗</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𝑡</m:t>
                          </m:r>
                        </m:e>
                        <m:sub>
                          <m:r>
                            <a:rPr lang="fr-FR" b="0" i="1" smtClean="0">
                              <a:latin typeface="Cambria Math" panose="02040503050406030204" pitchFamily="18" charset="0"/>
                            </a:rPr>
                            <m:t>𝑗</m:t>
                          </m:r>
                        </m:sub>
                      </m:sSub>
                      <m:r>
                        <a:rPr lang="fr-FR" b="0" i="1" smtClean="0">
                          <a:latin typeface="Cambria Math" panose="02040503050406030204" pitchFamily="18" charset="0"/>
                        </a:rPr>
                        <m:t>)</m:t>
                      </m:r>
                    </m:oMath>
                  </m:oMathPara>
                </a14:m>
                <a:endParaRPr lang="fr-FR" dirty="0"/>
              </a:p>
            </p:txBody>
          </p:sp>
        </mc:Choice>
        <mc:Fallback xmlns="">
          <p:sp>
            <p:nvSpPr>
              <p:cNvPr id="118" name="ZoneTexte 117">
                <a:extLst>
                  <a:ext uri="{FF2B5EF4-FFF2-40B4-BE49-F238E27FC236}">
                    <a16:creationId xmlns:a16="http://schemas.microsoft.com/office/drawing/2014/main" id="{806B550F-2723-6D36-DE6D-75A907CBF8F3}"/>
                  </a:ext>
                </a:extLst>
              </p:cNvPr>
              <p:cNvSpPr txBox="1">
                <a:spLocks noRot="1" noChangeAspect="1" noMove="1" noResize="1" noEditPoints="1" noAdjustHandles="1" noChangeArrowheads="1" noChangeShapeType="1" noTextEdit="1"/>
              </p:cNvSpPr>
              <p:nvPr/>
            </p:nvSpPr>
            <p:spPr>
              <a:xfrm>
                <a:off x="3583192" y="2567264"/>
                <a:ext cx="2128275" cy="668645"/>
              </a:xfrm>
              <a:prstGeom prst="rect">
                <a:avLst/>
              </a:prstGeom>
              <a:blipFill>
                <a:blip r:embed="rId6"/>
                <a:stretch>
                  <a:fillRect t="-5455" b="-4545"/>
                </a:stretch>
              </a:blipFill>
            </p:spPr>
            <p:txBody>
              <a:bodyPr/>
              <a:lstStyle/>
              <a:p>
                <a:r>
                  <a:rPr lang="fr-FR">
                    <a:noFill/>
                  </a:rPr>
                  <a:t> </a:t>
                </a:r>
              </a:p>
            </p:txBody>
          </p:sp>
        </mc:Fallback>
      </mc:AlternateContent>
      <p:grpSp>
        <p:nvGrpSpPr>
          <p:cNvPr id="119" name="Groupe 118">
            <a:extLst>
              <a:ext uri="{FF2B5EF4-FFF2-40B4-BE49-F238E27FC236}">
                <a16:creationId xmlns:a16="http://schemas.microsoft.com/office/drawing/2014/main" id="{1B069219-C351-CB09-250B-88AC7702CB9D}"/>
              </a:ext>
            </a:extLst>
          </p:cNvPr>
          <p:cNvGrpSpPr/>
          <p:nvPr/>
        </p:nvGrpSpPr>
        <p:grpSpPr>
          <a:xfrm>
            <a:off x="1851340" y="2491811"/>
            <a:ext cx="1965010" cy="1230934"/>
            <a:chOff x="6741663" y="3442784"/>
            <a:chExt cx="1965010" cy="1230934"/>
          </a:xfrm>
        </p:grpSpPr>
        <p:sp>
          <p:nvSpPr>
            <p:cNvPr id="120" name="Ellipse 119">
              <a:extLst>
                <a:ext uri="{FF2B5EF4-FFF2-40B4-BE49-F238E27FC236}">
                  <a16:creationId xmlns:a16="http://schemas.microsoft.com/office/drawing/2014/main" id="{19728544-3B35-9643-AB07-DCBF3CB08996}"/>
                </a:ext>
              </a:extLst>
            </p:cNvPr>
            <p:cNvSpPr/>
            <p:nvPr/>
          </p:nvSpPr>
          <p:spPr>
            <a:xfrm>
              <a:off x="6774523" y="4342216"/>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1" name="Ellipse 120">
              <a:extLst>
                <a:ext uri="{FF2B5EF4-FFF2-40B4-BE49-F238E27FC236}">
                  <a16:creationId xmlns:a16="http://schemas.microsoft.com/office/drawing/2014/main" id="{EDC53E91-2877-55FC-9BFF-2A1517AD6559}"/>
                </a:ext>
              </a:extLst>
            </p:cNvPr>
            <p:cNvSpPr/>
            <p:nvPr/>
          </p:nvSpPr>
          <p:spPr>
            <a:xfrm>
              <a:off x="7302362" y="4331345"/>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2" name="Ellipse 121">
              <a:extLst>
                <a:ext uri="{FF2B5EF4-FFF2-40B4-BE49-F238E27FC236}">
                  <a16:creationId xmlns:a16="http://schemas.microsoft.com/office/drawing/2014/main" id="{6ED8F47C-8376-568A-AA2C-71B0F3133D79}"/>
                </a:ext>
              </a:extLst>
            </p:cNvPr>
            <p:cNvSpPr/>
            <p:nvPr/>
          </p:nvSpPr>
          <p:spPr>
            <a:xfrm>
              <a:off x="7842436" y="4331344"/>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3" name="Ellipse 122">
              <a:extLst>
                <a:ext uri="{FF2B5EF4-FFF2-40B4-BE49-F238E27FC236}">
                  <a16:creationId xmlns:a16="http://schemas.microsoft.com/office/drawing/2014/main" id="{87568B99-C4C8-051F-C5CC-6204178A4520}"/>
                </a:ext>
              </a:extLst>
            </p:cNvPr>
            <p:cNvSpPr/>
            <p:nvPr/>
          </p:nvSpPr>
          <p:spPr>
            <a:xfrm>
              <a:off x="8382510" y="4331344"/>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v</a:t>
              </a:r>
            </a:p>
          </p:txBody>
        </p:sp>
        <p:sp>
          <p:nvSpPr>
            <p:cNvPr id="124" name="Ellipse 123">
              <a:extLst>
                <a:ext uri="{FF2B5EF4-FFF2-40B4-BE49-F238E27FC236}">
                  <a16:creationId xmlns:a16="http://schemas.microsoft.com/office/drawing/2014/main" id="{B58DB685-DB3C-D9B6-8B0B-FEB5DB0A24BC}"/>
                </a:ext>
              </a:extLst>
            </p:cNvPr>
            <p:cNvSpPr/>
            <p:nvPr/>
          </p:nvSpPr>
          <p:spPr>
            <a:xfrm>
              <a:off x="7272258" y="3495999"/>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5" name="Ellipse 124">
              <a:extLst>
                <a:ext uri="{FF2B5EF4-FFF2-40B4-BE49-F238E27FC236}">
                  <a16:creationId xmlns:a16="http://schemas.microsoft.com/office/drawing/2014/main" id="{9CF5D761-3FC5-8D01-D064-49276A349DC9}"/>
                </a:ext>
              </a:extLst>
            </p:cNvPr>
            <p:cNvSpPr/>
            <p:nvPr/>
          </p:nvSpPr>
          <p:spPr>
            <a:xfrm>
              <a:off x="7803655" y="3492513"/>
              <a:ext cx="324163" cy="32416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6" name="Connecteur droit avec flèche 125">
              <a:extLst>
                <a:ext uri="{FF2B5EF4-FFF2-40B4-BE49-F238E27FC236}">
                  <a16:creationId xmlns:a16="http://schemas.microsoft.com/office/drawing/2014/main" id="{3E7AC746-D5EF-4580-16AE-E5B0EA0B5D06}"/>
                </a:ext>
              </a:extLst>
            </p:cNvPr>
            <p:cNvCxnSpPr>
              <a:cxnSpLocks/>
              <a:stCxn id="124" idx="4"/>
              <a:endCxn id="121" idx="0"/>
            </p:cNvCxnSpPr>
            <p:nvPr/>
          </p:nvCxnSpPr>
          <p:spPr>
            <a:xfrm>
              <a:off x="7434340" y="3820162"/>
              <a:ext cx="30104" cy="511183"/>
            </a:xfrm>
            <a:prstGeom prst="straightConnector1">
              <a:avLst/>
            </a:prstGeom>
            <a:ln>
              <a:solidFill>
                <a:schemeClr val="tx1"/>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28" name="ZoneTexte 127">
                  <a:extLst>
                    <a:ext uri="{FF2B5EF4-FFF2-40B4-BE49-F238E27FC236}">
                      <a16:creationId xmlns:a16="http://schemas.microsoft.com/office/drawing/2014/main" id="{5BC85328-74EC-8000-70BC-C26971BE6B0E}"/>
                    </a:ext>
                  </a:extLst>
                </p:cNvPr>
                <p:cNvSpPr txBox="1"/>
                <p:nvPr/>
              </p:nvSpPr>
              <p:spPr>
                <a:xfrm>
                  <a:off x="6741663" y="4282072"/>
                  <a:ext cx="441018" cy="3916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𝑦</m:t>
                            </m:r>
                          </m:e>
                          <m:sub>
                            <m:r>
                              <a:rPr lang="fr-FR" b="0" i="1" smtClean="0">
                                <a:latin typeface="Cambria Math" panose="02040503050406030204" pitchFamily="18" charset="0"/>
                              </a:rPr>
                              <m:t>𝑗</m:t>
                            </m:r>
                          </m:sub>
                        </m:sSub>
                      </m:oMath>
                    </m:oMathPara>
                  </a14:m>
                  <a:endParaRPr lang="fr-FR" dirty="0"/>
                </a:p>
              </p:txBody>
            </p:sp>
          </mc:Choice>
          <mc:Fallback xmlns="">
            <p:sp>
              <p:nvSpPr>
                <p:cNvPr id="128" name="ZoneTexte 127">
                  <a:extLst>
                    <a:ext uri="{FF2B5EF4-FFF2-40B4-BE49-F238E27FC236}">
                      <a16:creationId xmlns:a16="http://schemas.microsoft.com/office/drawing/2014/main" id="{5BC85328-74EC-8000-70BC-C26971BE6B0E}"/>
                    </a:ext>
                  </a:extLst>
                </p:cNvPr>
                <p:cNvSpPr txBox="1">
                  <a:spLocks noRot="1" noChangeAspect="1" noMove="1" noResize="1" noEditPoints="1" noAdjustHandles="1" noChangeArrowheads="1" noChangeShapeType="1" noTextEdit="1"/>
                </p:cNvSpPr>
                <p:nvPr/>
              </p:nvSpPr>
              <p:spPr>
                <a:xfrm>
                  <a:off x="6741663" y="4282072"/>
                  <a:ext cx="441018" cy="391646"/>
                </a:xfrm>
                <a:prstGeom prst="rect">
                  <a:avLst/>
                </a:prstGeom>
                <a:blipFill>
                  <a:blip r:embed="rId7"/>
                  <a:stretch>
                    <a:fillRect b="-7692"/>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9" name="ZoneTexte 128">
                  <a:extLst>
                    <a:ext uri="{FF2B5EF4-FFF2-40B4-BE49-F238E27FC236}">
                      <a16:creationId xmlns:a16="http://schemas.microsoft.com/office/drawing/2014/main" id="{76D6785A-555D-A8FB-2D5B-B2D6125F36BA}"/>
                    </a:ext>
                  </a:extLst>
                </p:cNvPr>
                <p:cNvSpPr txBox="1"/>
                <p:nvPr/>
              </p:nvSpPr>
              <p:spPr>
                <a:xfrm>
                  <a:off x="7213830" y="3442784"/>
                  <a:ext cx="4333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𝑥</m:t>
                            </m:r>
                          </m:e>
                          <m:sub>
                            <m:r>
                              <a:rPr lang="fr-FR" b="0" i="1" smtClean="0">
                                <a:latin typeface="Cambria Math" panose="02040503050406030204" pitchFamily="18" charset="0"/>
                              </a:rPr>
                              <m:t>𝑖</m:t>
                            </m:r>
                          </m:sub>
                        </m:sSub>
                      </m:oMath>
                    </m:oMathPara>
                  </a14:m>
                  <a:endParaRPr lang="fr-FR" dirty="0"/>
                </a:p>
              </p:txBody>
            </p:sp>
          </mc:Choice>
          <mc:Fallback xmlns="">
            <p:sp>
              <p:nvSpPr>
                <p:cNvPr id="129" name="ZoneTexte 128">
                  <a:extLst>
                    <a:ext uri="{FF2B5EF4-FFF2-40B4-BE49-F238E27FC236}">
                      <a16:creationId xmlns:a16="http://schemas.microsoft.com/office/drawing/2014/main" id="{76D6785A-555D-A8FB-2D5B-B2D6125F36BA}"/>
                    </a:ext>
                  </a:extLst>
                </p:cNvPr>
                <p:cNvSpPr txBox="1">
                  <a:spLocks noRot="1" noChangeAspect="1" noMove="1" noResize="1" noEditPoints="1" noAdjustHandles="1" noChangeArrowheads="1" noChangeShapeType="1" noTextEdit="1"/>
                </p:cNvSpPr>
                <p:nvPr/>
              </p:nvSpPr>
              <p:spPr>
                <a:xfrm>
                  <a:off x="7213830" y="3442784"/>
                  <a:ext cx="433387" cy="369332"/>
                </a:xfrm>
                <a:prstGeom prst="rect">
                  <a:avLst/>
                </a:prstGeom>
                <a:blipFill>
                  <a:blip r:embed="rId8"/>
                  <a:stretch>
                    <a:fillRect b="-1667"/>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30" name="ZoneTexte 129">
                  <a:extLst>
                    <a:ext uri="{FF2B5EF4-FFF2-40B4-BE49-F238E27FC236}">
                      <a16:creationId xmlns:a16="http://schemas.microsoft.com/office/drawing/2014/main" id="{04B71C13-8AD5-A8E4-8266-14544CAFE0B9}"/>
                    </a:ext>
                  </a:extLst>
                </p:cNvPr>
                <p:cNvSpPr txBox="1"/>
                <p:nvPr/>
              </p:nvSpPr>
              <p:spPr>
                <a:xfrm>
                  <a:off x="6794278" y="3820161"/>
                  <a:ext cx="471155" cy="3250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1400" b="0" i="1" smtClean="0">
                                <a:latin typeface="Cambria Math" panose="02040503050406030204" pitchFamily="18" charset="0"/>
                              </a:rPr>
                            </m:ctrlPr>
                          </m:sSubPr>
                          <m:e>
                            <m:r>
                              <a:rPr lang="fr-FR" sz="1400" b="0" i="1" smtClean="0">
                                <a:latin typeface="Cambria Math" panose="02040503050406030204" pitchFamily="18" charset="0"/>
                              </a:rPr>
                              <m:t>𝑤</m:t>
                            </m:r>
                          </m:e>
                          <m:sub>
                            <m:r>
                              <a:rPr lang="fr-FR" sz="1400" b="0" i="1" smtClean="0">
                                <a:latin typeface="Cambria Math" panose="02040503050406030204" pitchFamily="18" charset="0"/>
                              </a:rPr>
                              <m:t>𝑖𝑗</m:t>
                            </m:r>
                          </m:sub>
                        </m:sSub>
                      </m:oMath>
                    </m:oMathPara>
                  </a14:m>
                  <a:endParaRPr lang="fr-FR" dirty="0"/>
                </a:p>
              </p:txBody>
            </p:sp>
          </mc:Choice>
          <mc:Fallback xmlns="">
            <p:sp>
              <p:nvSpPr>
                <p:cNvPr id="130" name="ZoneTexte 129">
                  <a:extLst>
                    <a:ext uri="{FF2B5EF4-FFF2-40B4-BE49-F238E27FC236}">
                      <a16:creationId xmlns:a16="http://schemas.microsoft.com/office/drawing/2014/main" id="{04B71C13-8AD5-A8E4-8266-14544CAFE0B9}"/>
                    </a:ext>
                  </a:extLst>
                </p:cNvPr>
                <p:cNvSpPr txBox="1">
                  <a:spLocks noRot="1" noChangeAspect="1" noMove="1" noResize="1" noEditPoints="1" noAdjustHandles="1" noChangeArrowheads="1" noChangeShapeType="1" noTextEdit="1"/>
                </p:cNvSpPr>
                <p:nvPr/>
              </p:nvSpPr>
              <p:spPr>
                <a:xfrm>
                  <a:off x="6794278" y="3820161"/>
                  <a:ext cx="471155" cy="325089"/>
                </a:xfrm>
                <a:prstGeom prst="rect">
                  <a:avLst/>
                </a:prstGeom>
                <a:blipFill>
                  <a:blip r:embed="rId9"/>
                  <a:stretch>
                    <a:fillRect b="-3774"/>
                  </a:stretch>
                </a:blipFill>
              </p:spPr>
              <p:txBody>
                <a:bodyPr/>
                <a:lstStyle/>
                <a:p>
                  <a:r>
                    <a:rPr lang="fr-FR">
                      <a:noFill/>
                    </a:rPr>
                    <a:t> </a:t>
                  </a:r>
                </a:p>
              </p:txBody>
            </p:sp>
          </mc:Fallback>
        </mc:AlternateContent>
        <p:cxnSp>
          <p:nvCxnSpPr>
            <p:cNvPr id="131" name="Connecteur droit avec flèche 130">
              <a:extLst>
                <a:ext uri="{FF2B5EF4-FFF2-40B4-BE49-F238E27FC236}">
                  <a16:creationId xmlns:a16="http://schemas.microsoft.com/office/drawing/2014/main" id="{1A62EF12-C097-3F9D-6F23-D9EB896F1BAC}"/>
                </a:ext>
              </a:extLst>
            </p:cNvPr>
            <p:cNvCxnSpPr>
              <a:cxnSpLocks/>
              <a:stCxn id="125" idx="4"/>
              <a:endCxn id="122" idx="0"/>
            </p:cNvCxnSpPr>
            <p:nvPr/>
          </p:nvCxnSpPr>
          <p:spPr>
            <a:xfrm>
              <a:off x="7965737" y="3816676"/>
              <a:ext cx="38781" cy="514668"/>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2" name="Connecteur droit avec flèche 131">
              <a:extLst>
                <a:ext uri="{FF2B5EF4-FFF2-40B4-BE49-F238E27FC236}">
                  <a16:creationId xmlns:a16="http://schemas.microsoft.com/office/drawing/2014/main" id="{392CE155-A304-C0E4-4DFE-F7FE2405917D}"/>
                </a:ext>
              </a:extLst>
            </p:cNvPr>
            <p:cNvCxnSpPr>
              <a:cxnSpLocks/>
              <a:stCxn id="125" idx="4"/>
              <a:endCxn id="123" idx="0"/>
            </p:cNvCxnSpPr>
            <p:nvPr/>
          </p:nvCxnSpPr>
          <p:spPr>
            <a:xfrm>
              <a:off x="7965737" y="3816676"/>
              <a:ext cx="578855" cy="514668"/>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3" name="Connecteur droit avec flèche 132">
              <a:extLst>
                <a:ext uri="{FF2B5EF4-FFF2-40B4-BE49-F238E27FC236}">
                  <a16:creationId xmlns:a16="http://schemas.microsoft.com/office/drawing/2014/main" id="{F6AB776B-D661-CAD5-AF60-1504EA012771}"/>
                </a:ext>
              </a:extLst>
            </p:cNvPr>
            <p:cNvCxnSpPr>
              <a:cxnSpLocks/>
              <a:stCxn id="125" idx="4"/>
              <a:endCxn id="120" idx="0"/>
            </p:cNvCxnSpPr>
            <p:nvPr/>
          </p:nvCxnSpPr>
          <p:spPr>
            <a:xfrm flipH="1">
              <a:off x="6936605" y="3816676"/>
              <a:ext cx="1029132" cy="525540"/>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4" name="Connecteur droit avec flèche 133">
              <a:extLst>
                <a:ext uri="{FF2B5EF4-FFF2-40B4-BE49-F238E27FC236}">
                  <a16:creationId xmlns:a16="http://schemas.microsoft.com/office/drawing/2014/main" id="{6F0F05D4-5AE8-4BEA-13FC-80E52DB6E059}"/>
                </a:ext>
              </a:extLst>
            </p:cNvPr>
            <p:cNvCxnSpPr>
              <a:cxnSpLocks/>
              <a:stCxn id="124" idx="4"/>
            </p:cNvCxnSpPr>
            <p:nvPr/>
          </p:nvCxnSpPr>
          <p:spPr>
            <a:xfrm flipH="1">
              <a:off x="6957581" y="3820162"/>
              <a:ext cx="476759" cy="511182"/>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5" name="Connecteur droit avec flèche 134">
              <a:extLst>
                <a:ext uri="{FF2B5EF4-FFF2-40B4-BE49-F238E27FC236}">
                  <a16:creationId xmlns:a16="http://schemas.microsoft.com/office/drawing/2014/main" id="{E5968BDD-AC34-9899-1BFF-5808FCC57EF9}"/>
                </a:ext>
              </a:extLst>
            </p:cNvPr>
            <p:cNvCxnSpPr>
              <a:cxnSpLocks/>
              <a:stCxn id="124" idx="4"/>
              <a:endCxn id="122" idx="0"/>
            </p:cNvCxnSpPr>
            <p:nvPr/>
          </p:nvCxnSpPr>
          <p:spPr>
            <a:xfrm>
              <a:off x="7434340" y="3820162"/>
              <a:ext cx="570178" cy="511182"/>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36" name="Connecteur droit avec flèche 135">
              <a:extLst>
                <a:ext uri="{FF2B5EF4-FFF2-40B4-BE49-F238E27FC236}">
                  <a16:creationId xmlns:a16="http://schemas.microsoft.com/office/drawing/2014/main" id="{1F37C06C-F7AE-9268-6A70-2E2EA3AF2703}"/>
                </a:ext>
              </a:extLst>
            </p:cNvPr>
            <p:cNvCxnSpPr>
              <a:cxnSpLocks/>
              <a:stCxn id="124" idx="4"/>
              <a:endCxn id="123" idx="0"/>
            </p:cNvCxnSpPr>
            <p:nvPr/>
          </p:nvCxnSpPr>
          <p:spPr>
            <a:xfrm>
              <a:off x="7434340" y="3820162"/>
              <a:ext cx="1110252" cy="511182"/>
            </a:xfrm>
            <a:prstGeom prst="straightConnector1">
              <a:avLst/>
            </a:prstGeom>
            <a:ln>
              <a:solidFill>
                <a:schemeClr val="tx2"/>
              </a:solidFill>
              <a:headEnd type="none" w="med" len="med"/>
              <a:tailEnd type="arrow" w="med" len="med"/>
            </a:ln>
          </p:spPr>
          <p:style>
            <a:lnRef idx="2">
              <a:schemeClr val="accent1"/>
            </a:lnRef>
            <a:fillRef idx="0">
              <a:schemeClr val="accent1"/>
            </a:fillRef>
            <a:effectRef idx="1">
              <a:schemeClr val="accent1"/>
            </a:effectRef>
            <a:fontRef idx="minor">
              <a:schemeClr val="tx1"/>
            </a:fontRef>
          </p:style>
        </p:cxnSp>
      </p:grpSp>
      <p:sp>
        <p:nvSpPr>
          <p:cNvPr id="137" name="ZoneTexte 136">
            <a:extLst>
              <a:ext uri="{FF2B5EF4-FFF2-40B4-BE49-F238E27FC236}">
                <a16:creationId xmlns:a16="http://schemas.microsoft.com/office/drawing/2014/main" id="{523240B9-6814-D3C2-69AC-B6CAA0B3E6C2}"/>
              </a:ext>
            </a:extLst>
          </p:cNvPr>
          <p:cNvSpPr txBox="1"/>
          <p:nvPr/>
        </p:nvSpPr>
        <p:spPr>
          <a:xfrm>
            <a:off x="940985" y="3390924"/>
            <a:ext cx="558166" cy="369332"/>
          </a:xfrm>
          <a:prstGeom prst="rect">
            <a:avLst/>
          </a:prstGeom>
          <a:noFill/>
          <a:ln w="9525">
            <a:noFill/>
          </a:ln>
        </p:spPr>
        <p:txBody>
          <a:bodyPr wrap="none" rtlCol="0">
            <a:spAutoFit/>
          </a:bodyPr>
          <a:lstStyle/>
          <a:p>
            <a:r>
              <a:rPr lang="fr-FR" dirty="0"/>
              <a:t>CA1</a:t>
            </a:r>
          </a:p>
        </p:txBody>
      </p:sp>
      <p:sp>
        <p:nvSpPr>
          <p:cNvPr id="138" name="ZoneTexte 137">
            <a:extLst>
              <a:ext uri="{FF2B5EF4-FFF2-40B4-BE49-F238E27FC236}">
                <a16:creationId xmlns:a16="http://schemas.microsoft.com/office/drawing/2014/main" id="{A41FCA74-ABFD-4BA0-6899-0AA9F4227FF2}"/>
              </a:ext>
            </a:extLst>
          </p:cNvPr>
          <p:cNvSpPr txBox="1"/>
          <p:nvPr/>
        </p:nvSpPr>
        <p:spPr>
          <a:xfrm>
            <a:off x="928136" y="2448322"/>
            <a:ext cx="558166" cy="369332"/>
          </a:xfrm>
          <a:prstGeom prst="rect">
            <a:avLst/>
          </a:prstGeom>
          <a:noFill/>
          <a:ln>
            <a:noFill/>
          </a:ln>
        </p:spPr>
        <p:txBody>
          <a:bodyPr wrap="square" rtlCol="0">
            <a:spAutoFit/>
          </a:bodyPr>
          <a:lstStyle/>
          <a:p>
            <a:r>
              <a:rPr lang="fr-FR" dirty="0"/>
              <a:t>CA3</a:t>
            </a:r>
          </a:p>
        </p:txBody>
      </p:sp>
      <p:sp>
        <p:nvSpPr>
          <p:cNvPr id="3" name="Espace réservé du numéro de diapositive 2">
            <a:extLst>
              <a:ext uri="{FF2B5EF4-FFF2-40B4-BE49-F238E27FC236}">
                <a16:creationId xmlns:a16="http://schemas.microsoft.com/office/drawing/2014/main" id="{69DFDB55-A4C9-1FC1-CEA0-6AFA5FFBD568}"/>
              </a:ext>
            </a:extLst>
          </p:cNvPr>
          <p:cNvSpPr>
            <a:spLocks noGrp="1"/>
          </p:cNvSpPr>
          <p:nvPr>
            <p:ph type="sldNum" sz="quarter" idx="12"/>
          </p:nvPr>
        </p:nvSpPr>
        <p:spPr/>
        <p:txBody>
          <a:bodyPr/>
          <a:lstStyle/>
          <a:p>
            <a:fld id="{5149A38E-4A7C-4C86-B631-64CD0F93C451}" type="slidenum">
              <a:rPr lang="fr-FR" smtClean="0"/>
              <a:t>61</a:t>
            </a:fld>
            <a:endParaRPr lang="fr-FR"/>
          </a:p>
        </p:txBody>
      </p:sp>
      <p:pic>
        <p:nvPicPr>
          <p:cNvPr id="4" name="Image 3">
            <a:extLst>
              <a:ext uri="{FF2B5EF4-FFF2-40B4-BE49-F238E27FC236}">
                <a16:creationId xmlns:a16="http://schemas.microsoft.com/office/drawing/2014/main" id="{4D7D97B4-D1BB-5EA8-D826-3CF83626026A}"/>
              </a:ext>
            </a:extLst>
          </p:cNvPr>
          <p:cNvPicPr>
            <a:picLocks noChangeAspect="1"/>
          </p:cNvPicPr>
          <p:nvPr/>
        </p:nvPicPr>
        <p:blipFill>
          <a:blip r:embed="rId10"/>
          <a:stretch>
            <a:fillRect/>
          </a:stretch>
        </p:blipFill>
        <p:spPr>
          <a:xfrm>
            <a:off x="7283273" y="5107411"/>
            <a:ext cx="636593" cy="655135"/>
          </a:xfrm>
          <a:prstGeom prst="rect">
            <a:avLst/>
          </a:prstGeom>
        </p:spPr>
      </p:pic>
      <p:pic>
        <p:nvPicPr>
          <p:cNvPr id="6" name="Image 5">
            <a:extLst>
              <a:ext uri="{FF2B5EF4-FFF2-40B4-BE49-F238E27FC236}">
                <a16:creationId xmlns:a16="http://schemas.microsoft.com/office/drawing/2014/main" id="{CCEA2CEF-C8C2-171D-95AC-74AC09660BA5}"/>
              </a:ext>
            </a:extLst>
          </p:cNvPr>
          <p:cNvPicPr>
            <a:picLocks noChangeAspect="1"/>
          </p:cNvPicPr>
          <p:nvPr/>
        </p:nvPicPr>
        <p:blipFill>
          <a:blip r:embed="rId11"/>
          <a:stretch>
            <a:fillRect/>
          </a:stretch>
        </p:blipFill>
        <p:spPr>
          <a:xfrm>
            <a:off x="7178575" y="2237224"/>
            <a:ext cx="845988" cy="643150"/>
          </a:xfrm>
          <a:prstGeom prst="rect">
            <a:avLst/>
          </a:prstGeom>
        </p:spPr>
      </p:pic>
    </p:spTree>
    <p:extLst>
      <p:ext uri="{BB962C8B-B14F-4D97-AF65-F5344CB8AC3E}">
        <p14:creationId xmlns:p14="http://schemas.microsoft.com/office/powerpoint/2010/main" val="29797167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EFB2F671-1C9A-D864-F66C-F6B9D3D6569B}"/>
              </a:ext>
            </a:extLst>
          </p:cNvPr>
          <p:cNvPicPr>
            <a:picLocks noChangeAspect="1"/>
          </p:cNvPicPr>
          <p:nvPr/>
        </p:nvPicPr>
        <p:blipFill>
          <a:blip r:embed="rId2"/>
          <a:stretch>
            <a:fillRect/>
          </a:stretch>
        </p:blipFill>
        <p:spPr>
          <a:xfrm>
            <a:off x="6181891" y="2906252"/>
            <a:ext cx="4703617" cy="2246951"/>
          </a:xfrm>
          <a:prstGeom prst="rect">
            <a:avLst/>
          </a:prstGeom>
        </p:spPr>
      </p:pic>
      <p:sp>
        <p:nvSpPr>
          <p:cNvPr id="2" name="Titre 1">
            <a:extLst>
              <a:ext uri="{FF2B5EF4-FFF2-40B4-BE49-F238E27FC236}">
                <a16:creationId xmlns:a16="http://schemas.microsoft.com/office/drawing/2014/main" id="{36A1B1CD-9497-FCE5-D306-1649357986A7}"/>
              </a:ext>
            </a:extLst>
          </p:cNvPr>
          <p:cNvSpPr>
            <a:spLocks noGrp="1"/>
          </p:cNvSpPr>
          <p:nvPr>
            <p:ph type="title"/>
          </p:nvPr>
        </p:nvSpPr>
        <p:spPr/>
        <p:txBody>
          <a:bodyPr/>
          <a:lstStyle/>
          <a:p>
            <a:r>
              <a:rPr lang="fr-FR" dirty="0" err="1"/>
              <a:t>Experience</a:t>
            </a:r>
            <a:r>
              <a:rPr lang="fr-FR" dirty="0"/>
              <a:t> replay in CA3</a:t>
            </a:r>
          </a:p>
        </p:txBody>
      </p:sp>
      <p:sp>
        <p:nvSpPr>
          <p:cNvPr id="4" name="Espace réservé du contenu 3">
            <a:extLst>
              <a:ext uri="{FF2B5EF4-FFF2-40B4-BE49-F238E27FC236}">
                <a16:creationId xmlns:a16="http://schemas.microsoft.com/office/drawing/2014/main" id="{5C4FF451-34CE-575F-F52A-5A9DD6BBE107}"/>
              </a:ext>
            </a:extLst>
          </p:cNvPr>
          <p:cNvSpPr>
            <a:spLocks noGrp="1"/>
          </p:cNvSpPr>
          <p:nvPr>
            <p:ph sz="half" idx="1"/>
          </p:nvPr>
        </p:nvSpPr>
        <p:spPr/>
        <p:txBody>
          <a:bodyPr/>
          <a:lstStyle/>
          <a:p>
            <a:pPr marL="0" indent="0">
              <a:buNone/>
            </a:pPr>
            <a:endParaRPr lang="fr-FR" dirty="0"/>
          </a:p>
        </p:txBody>
      </p:sp>
      <p:sp>
        <p:nvSpPr>
          <p:cNvPr id="5" name="Espace réservé du contenu 4">
            <a:extLst>
              <a:ext uri="{FF2B5EF4-FFF2-40B4-BE49-F238E27FC236}">
                <a16:creationId xmlns:a16="http://schemas.microsoft.com/office/drawing/2014/main" id="{6D8B57DE-AB20-FDDB-A0F4-5B11D422F934}"/>
              </a:ext>
            </a:extLst>
          </p:cNvPr>
          <p:cNvSpPr>
            <a:spLocks noGrp="1"/>
          </p:cNvSpPr>
          <p:nvPr>
            <p:ph sz="half" idx="2"/>
          </p:nvPr>
        </p:nvSpPr>
        <p:spPr/>
        <p:txBody>
          <a:bodyPr/>
          <a:lstStyle/>
          <a:p>
            <a:pPr marL="0" indent="0">
              <a:buNone/>
            </a:pPr>
            <a:endParaRPr lang="fr-FR" dirty="0"/>
          </a:p>
        </p:txBody>
      </p:sp>
      <p:grpSp>
        <p:nvGrpSpPr>
          <p:cNvPr id="15" name="Groupe 14">
            <a:extLst>
              <a:ext uri="{FF2B5EF4-FFF2-40B4-BE49-F238E27FC236}">
                <a16:creationId xmlns:a16="http://schemas.microsoft.com/office/drawing/2014/main" id="{634E3E86-58BB-2014-50DE-BCE910802E62}"/>
              </a:ext>
            </a:extLst>
          </p:cNvPr>
          <p:cNvGrpSpPr/>
          <p:nvPr/>
        </p:nvGrpSpPr>
        <p:grpSpPr>
          <a:xfrm>
            <a:off x="2380983" y="2094146"/>
            <a:ext cx="3374118" cy="3732871"/>
            <a:chOff x="2380983" y="2094146"/>
            <a:chExt cx="3374118" cy="3732871"/>
          </a:xfrm>
        </p:grpSpPr>
        <p:sp>
          <p:nvSpPr>
            <p:cNvPr id="3" name="Rectangle 2">
              <a:extLst>
                <a:ext uri="{FF2B5EF4-FFF2-40B4-BE49-F238E27FC236}">
                  <a16:creationId xmlns:a16="http://schemas.microsoft.com/office/drawing/2014/main" id="{BE1173F9-8505-E5C0-6846-828C40AA7784}"/>
                </a:ext>
              </a:extLst>
            </p:cNvPr>
            <p:cNvSpPr/>
            <p:nvPr/>
          </p:nvSpPr>
          <p:spPr>
            <a:xfrm>
              <a:off x="3563566" y="2094146"/>
              <a:ext cx="1299292"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4" name="Groupe 13">
              <a:extLst>
                <a:ext uri="{FF2B5EF4-FFF2-40B4-BE49-F238E27FC236}">
                  <a16:creationId xmlns:a16="http://schemas.microsoft.com/office/drawing/2014/main" id="{3CCF3462-8E08-FD8D-E115-AC53B5C249C8}"/>
                </a:ext>
              </a:extLst>
            </p:cNvPr>
            <p:cNvGrpSpPr/>
            <p:nvPr/>
          </p:nvGrpSpPr>
          <p:grpSpPr>
            <a:xfrm>
              <a:off x="2380983" y="2205716"/>
              <a:ext cx="3374118" cy="3621301"/>
              <a:chOff x="2380983" y="2205716"/>
              <a:chExt cx="3374118" cy="3621301"/>
            </a:xfrm>
          </p:grpSpPr>
          <p:grpSp>
            <p:nvGrpSpPr>
              <p:cNvPr id="69" name="Groupe 68">
                <a:extLst>
                  <a:ext uri="{FF2B5EF4-FFF2-40B4-BE49-F238E27FC236}">
                    <a16:creationId xmlns:a16="http://schemas.microsoft.com/office/drawing/2014/main" id="{8815DBDD-5AA7-06EB-75CC-5260C6ED5706}"/>
                  </a:ext>
                </a:extLst>
              </p:cNvPr>
              <p:cNvGrpSpPr/>
              <p:nvPr/>
            </p:nvGrpSpPr>
            <p:grpSpPr>
              <a:xfrm>
                <a:off x="2380983" y="2205716"/>
                <a:ext cx="2017735" cy="3591156"/>
                <a:chOff x="8748102" y="2382395"/>
                <a:chExt cx="2017735" cy="3591156"/>
              </a:xfrm>
            </p:grpSpPr>
            <p:grpSp>
              <p:nvGrpSpPr>
                <p:cNvPr id="70" name="Groupe 69">
                  <a:extLst>
                    <a:ext uri="{FF2B5EF4-FFF2-40B4-BE49-F238E27FC236}">
                      <a16:creationId xmlns:a16="http://schemas.microsoft.com/office/drawing/2014/main" id="{02BA23B9-ACE3-BB29-6760-149BF39747EB}"/>
                    </a:ext>
                  </a:extLst>
                </p:cNvPr>
                <p:cNvGrpSpPr/>
                <p:nvPr/>
              </p:nvGrpSpPr>
              <p:grpSpPr>
                <a:xfrm>
                  <a:off x="8748102" y="2382395"/>
                  <a:ext cx="2017735" cy="3591156"/>
                  <a:chOff x="2943959" y="2264576"/>
                  <a:chExt cx="2017735" cy="3591156"/>
                </a:xfrm>
              </p:grpSpPr>
              <p:grpSp>
                <p:nvGrpSpPr>
                  <p:cNvPr id="72" name="Groupe 71">
                    <a:extLst>
                      <a:ext uri="{FF2B5EF4-FFF2-40B4-BE49-F238E27FC236}">
                        <a16:creationId xmlns:a16="http://schemas.microsoft.com/office/drawing/2014/main" id="{B9BA1CB2-5E6F-07D5-F612-27DC505143E6}"/>
                      </a:ext>
                    </a:extLst>
                  </p:cNvPr>
                  <p:cNvGrpSpPr/>
                  <p:nvPr/>
                </p:nvGrpSpPr>
                <p:grpSpPr>
                  <a:xfrm>
                    <a:off x="2943959" y="2426625"/>
                    <a:ext cx="2017735" cy="3429107"/>
                    <a:chOff x="2943959" y="2426625"/>
                    <a:chExt cx="2017735" cy="3429107"/>
                  </a:xfrm>
                </p:grpSpPr>
                <p:sp>
                  <p:nvSpPr>
                    <p:cNvPr id="75" name="ZoneTexte 74">
                      <a:extLst>
                        <a:ext uri="{FF2B5EF4-FFF2-40B4-BE49-F238E27FC236}">
                          <a16:creationId xmlns:a16="http://schemas.microsoft.com/office/drawing/2014/main" id="{F90CF65C-9F17-DAFC-CEC5-B10576148F5A}"/>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76" name="ZoneTexte 75">
                      <a:extLst>
                        <a:ext uri="{FF2B5EF4-FFF2-40B4-BE49-F238E27FC236}">
                          <a16:creationId xmlns:a16="http://schemas.microsoft.com/office/drawing/2014/main" id="{ACD6548A-B028-248B-7A06-0E856DCB79E2}"/>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77" name="ZoneTexte 76">
                      <a:extLst>
                        <a:ext uri="{FF2B5EF4-FFF2-40B4-BE49-F238E27FC236}">
                          <a16:creationId xmlns:a16="http://schemas.microsoft.com/office/drawing/2014/main" id="{126C621A-611B-BA7E-303D-08E1021DC312}"/>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78" name="ZoneTexte 77">
                      <a:extLst>
                        <a:ext uri="{FF2B5EF4-FFF2-40B4-BE49-F238E27FC236}">
                          <a16:creationId xmlns:a16="http://schemas.microsoft.com/office/drawing/2014/main" id="{D11244F0-2C2E-8867-815C-B9F0AB801B4C}"/>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79" name="ZoneTexte 78">
                      <a:extLst>
                        <a:ext uri="{FF2B5EF4-FFF2-40B4-BE49-F238E27FC236}">
                          <a16:creationId xmlns:a16="http://schemas.microsoft.com/office/drawing/2014/main" id="{D656B0BA-2DA3-9EA4-92F1-768C84719564}"/>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80" name="ZoneTexte 79">
                      <a:extLst>
                        <a:ext uri="{FF2B5EF4-FFF2-40B4-BE49-F238E27FC236}">
                          <a16:creationId xmlns:a16="http://schemas.microsoft.com/office/drawing/2014/main" id="{C3473040-9591-5AF8-D6AF-B8D61BA99169}"/>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81" name="Connecteur droit avec flèche 80">
                      <a:extLst>
                        <a:ext uri="{FF2B5EF4-FFF2-40B4-BE49-F238E27FC236}">
                          <a16:creationId xmlns:a16="http://schemas.microsoft.com/office/drawing/2014/main" id="{04656704-2A97-6132-BBD5-BFC66C573C4D}"/>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2" name="Connecteur droit avec flèche 81">
                      <a:extLst>
                        <a:ext uri="{FF2B5EF4-FFF2-40B4-BE49-F238E27FC236}">
                          <a16:creationId xmlns:a16="http://schemas.microsoft.com/office/drawing/2014/main" id="{4B091118-522E-FD1D-984F-E599BABA97CB}"/>
                        </a:ext>
                      </a:extLst>
                    </p:cNvPr>
                    <p:cNvCxnSpPr>
                      <a:cxnSpLocks/>
                      <a:endCxn id="7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3" name="Connecteur droit avec flèche 82">
                      <a:extLst>
                        <a:ext uri="{FF2B5EF4-FFF2-40B4-BE49-F238E27FC236}">
                          <a16:creationId xmlns:a16="http://schemas.microsoft.com/office/drawing/2014/main" id="{186269BC-1673-05C7-F63B-2D74CDFC76D6}"/>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4" name="Connecteur droit avec flèche 83">
                      <a:extLst>
                        <a:ext uri="{FF2B5EF4-FFF2-40B4-BE49-F238E27FC236}">
                          <a16:creationId xmlns:a16="http://schemas.microsoft.com/office/drawing/2014/main" id="{775FA2E3-67B9-65AA-B398-894EDBC8EA11}"/>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5" name="Connecteur droit avec flèche 84">
                      <a:extLst>
                        <a:ext uri="{FF2B5EF4-FFF2-40B4-BE49-F238E27FC236}">
                          <a16:creationId xmlns:a16="http://schemas.microsoft.com/office/drawing/2014/main" id="{E8003B4D-25DC-2C78-4DD3-38D2A34C6D7D}"/>
                        </a:ext>
                      </a:extLst>
                    </p:cNvPr>
                    <p:cNvCxnSpPr>
                      <a:cxnSpLocks/>
                      <a:stCxn id="77" idx="1"/>
                      <a:endCxn id="7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6" name="Connecteur droit avec flèche 85">
                      <a:extLst>
                        <a:ext uri="{FF2B5EF4-FFF2-40B4-BE49-F238E27FC236}">
                          <a16:creationId xmlns:a16="http://schemas.microsoft.com/office/drawing/2014/main" id="{7EE6A3C8-B8F3-F4BC-2846-7E7EFACA57DD}"/>
                        </a:ext>
                      </a:extLst>
                    </p:cNvPr>
                    <p:cNvCxnSpPr>
                      <a:cxnSpLocks/>
                      <a:stCxn id="78" idx="0"/>
                      <a:endCxn id="7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7" name="Connecteur droit avec flèche 86">
                      <a:extLst>
                        <a:ext uri="{FF2B5EF4-FFF2-40B4-BE49-F238E27FC236}">
                          <a16:creationId xmlns:a16="http://schemas.microsoft.com/office/drawing/2014/main" id="{0B43FE13-3C58-A94B-50E8-7CE91EFBEA28}"/>
                        </a:ext>
                      </a:extLst>
                    </p:cNvPr>
                    <p:cNvCxnSpPr>
                      <a:cxnSpLocks/>
                      <a:stCxn id="79" idx="3"/>
                      <a:endCxn id="8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8" name="Connecteur droit avec flèche 87">
                      <a:extLst>
                        <a:ext uri="{FF2B5EF4-FFF2-40B4-BE49-F238E27FC236}">
                          <a16:creationId xmlns:a16="http://schemas.microsoft.com/office/drawing/2014/main" id="{5DF02A83-80C1-9EC7-9639-5045EB153D28}"/>
                        </a:ext>
                      </a:extLst>
                    </p:cNvPr>
                    <p:cNvCxnSpPr>
                      <a:cxnSpLocks/>
                      <a:stCxn id="80" idx="2"/>
                      <a:endCxn id="7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73" name="Connecteur droit 72">
                    <a:extLst>
                      <a:ext uri="{FF2B5EF4-FFF2-40B4-BE49-F238E27FC236}">
                        <a16:creationId xmlns:a16="http://schemas.microsoft.com/office/drawing/2014/main" id="{4506BD31-6CDE-981A-8D09-733B0A1EE7AF}"/>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4" name="Connecteur : en angle 73">
                    <a:extLst>
                      <a:ext uri="{FF2B5EF4-FFF2-40B4-BE49-F238E27FC236}">
                        <a16:creationId xmlns:a16="http://schemas.microsoft.com/office/drawing/2014/main" id="{72BB4197-BF8B-EF4B-FBAF-0368FA21D626}"/>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71" name="Connecteur droit avec flèche 70">
                  <a:extLst>
                    <a:ext uri="{FF2B5EF4-FFF2-40B4-BE49-F238E27FC236}">
                      <a16:creationId xmlns:a16="http://schemas.microsoft.com/office/drawing/2014/main" id="{BFFE29E7-6C98-6254-F675-0AD5A901FC2D}"/>
                    </a:ext>
                  </a:extLst>
                </p:cNvPr>
                <p:cNvCxnSpPr>
                  <a:cxnSpLocks/>
                  <a:stCxn id="77" idx="0"/>
                  <a:endCxn id="7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7" name="Connecteur droit 6">
                <a:extLst>
                  <a:ext uri="{FF2B5EF4-FFF2-40B4-BE49-F238E27FC236}">
                    <a16:creationId xmlns:a16="http://schemas.microsoft.com/office/drawing/2014/main" id="{9BD5FCFE-F4FE-005E-1FAE-EF513B2EC289}"/>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F825E8D6-8719-AC2D-97A9-0E0F0220B26B}"/>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9" name="Connecteur droit 8">
                <a:extLst>
                  <a:ext uri="{FF2B5EF4-FFF2-40B4-BE49-F238E27FC236}">
                    <a16:creationId xmlns:a16="http://schemas.microsoft.com/office/drawing/2014/main" id="{2D107BE1-8721-318E-E387-5CCE3CC7CED5}"/>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0BC87CCB-061D-1EC2-D5F0-DB75AAAC2134}"/>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1" name="Connecteur droit 10">
                <a:extLst>
                  <a:ext uri="{FF2B5EF4-FFF2-40B4-BE49-F238E27FC236}">
                    <a16:creationId xmlns:a16="http://schemas.microsoft.com/office/drawing/2014/main" id="{86E34551-36A8-C0F3-22AE-D6702DD536F9}"/>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grpSp>
      <p:grpSp>
        <p:nvGrpSpPr>
          <p:cNvPr id="23" name="Groupe 22">
            <a:extLst>
              <a:ext uri="{FF2B5EF4-FFF2-40B4-BE49-F238E27FC236}">
                <a16:creationId xmlns:a16="http://schemas.microsoft.com/office/drawing/2014/main" id="{B8B33F69-C7B5-6911-A554-7C33A23CE183}"/>
              </a:ext>
            </a:extLst>
          </p:cNvPr>
          <p:cNvGrpSpPr/>
          <p:nvPr/>
        </p:nvGrpSpPr>
        <p:grpSpPr>
          <a:xfrm>
            <a:off x="8366108" y="3188705"/>
            <a:ext cx="3198246" cy="1583200"/>
            <a:chOff x="8362007" y="2849054"/>
            <a:chExt cx="3198246" cy="1583200"/>
          </a:xfrm>
        </p:grpSpPr>
        <p:sp>
          <p:nvSpPr>
            <p:cNvPr id="20" name="ZoneTexte 19">
              <a:extLst>
                <a:ext uri="{FF2B5EF4-FFF2-40B4-BE49-F238E27FC236}">
                  <a16:creationId xmlns:a16="http://schemas.microsoft.com/office/drawing/2014/main" id="{97BC4338-B05A-460F-1E1D-62695120CE5B}"/>
                </a:ext>
              </a:extLst>
            </p:cNvPr>
            <p:cNvSpPr txBox="1"/>
            <p:nvPr/>
          </p:nvSpPr>
          <p:spPr>
            <a:xfrm>
              <a:off x="10988173" y="4062922"/>
              <a:ext cx="572080" cy="369332"/>
            </a:xfrm>
            <a:prstGeom prst="rect">
              <a:avLst/>
            </a:prstGeom>
            <a:noFill/>
          </p:spPr>
          <p:txBody>
            <a:bodyPr wrap="none" rtlCol="0">
              <a:spAutoFit/>
            </a:bodyPr>
            <a:lstStyle/>
            <a:p>
              <a:r>
                <a:rPr lang="fr-FR" dirty="0"/>
                <a:t>LGN</a:t>
              </a:r>
            </a:p>
          </p:txBody>
        </p:sp>
        <p:sp>
          <p:nvSpPr>
            <p:cNvPr id="21" name="ZoneTexte 20">
              <a:extLst>
                <a:ext uri="{FF2B5EF4-FFF2-40B4-BE49-F238E27FC236}">
                  <a16:creationId xmlns:a16="http://schemas.microsoft.com/office/drawing/2014/main" id="{80674ECF-9432-E837-7982-5C64920C3ECF}"/>
                </a:ext>
              </a:extLst>
            </p:cNvPr>
            <p:cNvSpPr txBox="1"/>
            <p:nvPr/>
          </p:nvSpPr>
          <p:spPr>
            <a:xfrm>
              <a:off x="10988173" y="2849054"/>
              <a:ext cx="558166" cy="369332"/>
            </a:xfrm>
            <a:prstGeom prst="rect">
              <a:avLst/>
            </a:prstGeom>
            <a:noFill/>
          </p:spPr>
          <p:txBody>
            <a:bodyPr wrap="none" rtlCol="0">
              <a:spAutoFit/>
            </a:bodyPr>
            <a:lstStyle/>
            <a:p>
              <a:r>
                <a:rPr lang="fr-FR" dirty="0"/>
                <a:t>CA3</a:t>
              </a:r>
            </a:p>
          </p:txBody>
        </p:sp>
        <p:sp>
          <p:nvSpPr>
            <p:cNvPr id="22" name="Flèche : haut 21">
              <a:extLst>
                <a:ext uri="{FF2B5EF4-FFF2-40B4-BE49-F238E27FC236}">
                  <a16:creationId xmlns:a16="http://schemas.microsoft.com/office/drawing/2014/main" id="{AB5BCDBE-5385-3165-9E93-4DA0188EFBFA}"/>
                </a:ext>
              </a:extLst>
            </p:cNvPr>
            <p:cNvSpPr/>
            <p:nvPr/>
          </p:nvSpPr>
          <p:spPr>
            <a:xfrm rot="10800000">
              <a:off x="8362007" y="3444081"/>
              <a:ext cx="319558" cy="284857"/>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12" name="ZoneTexte 11">
            <a:extLst>
              <a:ext uri="{FF2B5EF4-FFF2-40B4-BE49-F238E27FC236}">
                <a16:creationId xmlns:a16="http://schemas.microsoft.com/office/drawing/2014/main" id="{161F42F4-4E2A-26E0-BE55-A477F8F89E4B}"/>
              </a:ext>
            </a:extLst>
          </p:cNvPr>
          <p:cNvSpPr txBox="1"/>
          <p:nvPr/>
        </p:nvSpPr>
        <p:spPr>
          <a:xfrm>
            <a:off x="3619657" y="4110897"/>
            <a:ext cx="1147750" cy="369332"/>
          </a:xfrm>
          <a:prstGeom prst="rect">
            <a:avLst/>
          </a:prstGeom>
          <a:noFill/>
        </p:spPr>
        <p:txBody>
          <a:bodyPr wrap="none" rtlCol="0">
            <a:spAutoFit/>
          </a:bodyPr>
          <a:lstStyle/>
          <a:p>
            <a:r>
              <a:rPr lang="fr-FR" dirty="0">
                <a:solidFill>
                  <a:srgbClr val="0070C0"/>
                </a:solidFill>
              </a:rPr>
              <a:t>5 </a:t>
            </a:r>
            <a:r>
              <a:rPr lang="fr-FR" dirty="0" err="1">
                <a:solidFill>
                  <a:srgbClr val="0070C0"/>
                </a:solidFill>
              </a:rPr>
              <a:t>Decoder</a:t>
            </a:r>
            <a:endParaRPr lang="fr-FR" dirty="0">
              <a:solidFill>
                <a:srgbClr val="0070C0"/>
              </a:solidFill>
            </a:endParaRPr>
          </a:p>
        </p:txBody>
      </p:sp>
      <p:cxnSp>
        <p:nvCxnSpPr>
          <p:cNvPr id="6" name="Connecteur droit avec flèche 5">
            <a:extLst>
              <a:ext uri="{FF2B5EF4-FFF2-40B4-BE49-F238E27FC236}">
                <a16:creationId xmlns:a16="http://schemas.microsoft.com/office/drawing/2014/main" id="{E6670DB9-1D18-4431-B214-46857B7C86C6}"/>
              </a:ext>
            </a:extLst>
          </p:cNvPr>
          <p:cNvCxnSpPr>
            <a:cxnSpLocks/>
          </p:cNvCxnSpPr>
          <p:nvPr/>
        </p:nvCxnSpPr>
        <p:spPr>
          <a:xfrm flipV="1">
            <a:off x="3566608" y="3503048"/>
            <a:ext cx="690070" cy="634229"/>
          </a:xfrm>
          <a:prstGeom prst="straightConnector1">
            <a:avLst/>
          </a:prstGeom>
          <a:ln w="12700" cap="flat" cmpd="sng" algn="ctr">
            <a:solidFill>
              <a:schemeClr val="accent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Espace réservé du numéro de diapositive 12">
            <a:extLst>
              <a:ext uri="{FF2B5EF4-FFF2-40B4-BE49-F238E27FC236}">
                <a16:creationId xmlns:a16="http://schemas.microsoft.com/office/drawing/2014/main" id="{E17DA7D0-CF1C-97B2-5F42-7F8ABC5459A2}"/>
              </a:ext>
            </a:extLst>
          </p:cNvPr>
          <p:cNvSpPr>
            <a:spLocks noGrp="1"/>
          </p:cNvSpPr>
          <p:nvPr>
            <p:ph type="sldNum" sz="quarter" idx="12"/>
          </p:nvPr>
        </p:nvSpPr>
        <p:spPr/>
        <p:txBody>
          <a:bodyPr/>
          <a:lstStyle/>
          <a:p>
            <a:fld id="{5149A38E-4A7C-4C86-B631-64CD0F93C451}" type="slidenum">
              <a:rPr lang="fr-FR" smtClean="0"/>
              <a:t>62</a:t>
            </a:fld>
            <a:endParaRPr lang="fr-FR"/>
          </a:p>
        </p:txBody>
      </p:sp>
    </p:spTree>
    <p:extLst>
      <p:ext uri="{BB962C8B-B14F-4D97-AF65-F5344CB8AC3E}">
        <p14:creationId xmlns:p14="http://schemas.microsoft.com/office/powerpoint/2010/main" val="472132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B292EC-33D4-22A1-C057-A36E10823610}"/>
              </a:ext>
            </a:extLst>
          </p:cNvPr>
          <p:cNvSpPr>
            <a:spLocks noGrp="1"/>
          </p:cNvSpPr>
          <p:nvPr>
            <p:ph type="title"/>
          </p:nvPr>
        </p:nvSpPr>
        <p:spPr/>
        <p:txBody>
          <a:bodyPr/>
          <a:lstStyle/>
          <a:p>
            <a:r>
              <a:rPr lang="fr-FR" dirty="0" err="1"/>
              <a:t>Experience</a:t>
            </a:r>
            <a:r>
              <a:rPr lang="fr-FR" dirty="0"/>
              <a:t> replay in CA3</a:t>
            </a:r>
          </a:p>
        </p:txBody>
      </p:sp>
      <p:sp>
        <p:nvSpPr>
          <p:cNvPr id="3" name="Espace réservé du contenu 2">
            <a:extLst>
              <a:ext uri="{FF2B5EF4-FFF2-40B4-BE49-F238E27FC236}">
                <a16:creationId xmlns:a16="http://schemas.microsoft.com/office/drawing/2014/main" id="{BFE3CDB5-D4C4-E4CC-797B-F745BD1D0B09}"/>
              </a:ext>
            </a:extLst>
          </p:cNvPr>
          <p:cNvSpPr>
            <a:spLocks noGrp="1"/>
          </p:cNvSpPr>
          <p:nvPr>
            <p:ph sz="half" idx="1"/>
          </p:nvPr>
        </p:nvSpPr>
        <p:spPr/>
        <p:txBody>
          <a:bodyPr/>
          <a:lstStyle/>
          <a:p>
            <a:pPr marL="0" indent="0">
              <a:buNone/>
            </a:pPr>
            <a:endParaRPr lang="fr-FR" dirty="0"/>
          </a:p>
        </p:txBody>
      </p:sp>
      <p:grpSp>
        <p:nvGrpSpPr>
          <p:cNvPr id="5" name="Groupe 4">
            <a:extLst>
              <a:ext uri="{FF2B5EF4-FFF2-40B4-BE49-F238E27FC236}">
                <a16:creationId xmlns:a16="http://schemas.microsoft.com/office/drawing/2014/main" id="{CDA0F422-E09D-02E8-50DB-11ED0297B419}"/>
              </a:ext>
            </a:extLst>
          </p:cNvPr>
          <p:cNvGrpSpPr/>
          <p:nvPr/>
        </p:nvGrpSpPr>
        <p:grpSpPr>
          <a:xfrm>
            <a:off x="2380983" y="2094146"/>
            <a:ext cx="3374118" cy="3732871"/>
            <a:chOff x="2380983" y="2094146"/>
            <a:chExt cx="3374118" cy="3732871"/>
          </a:xfrm>
        </p:grpSpPr>
        <p:sp>
          <p:nvSpPr>
            <p:cNvPr id="6" name="Rectangle 5">
              <a:extLst>
                <a:ext uri="{FF2B5EF4-FFF2-40B4-BE49-F238E27FC236}">
                  <a16:creationId xmlns:a16="http://schemas.microsoft.com/office/drawing/2014/main" id="{0219BB19-4ED0-3FBB-9C25-073E3C989D34}"/>
                </a:ext>
              </a:extLst>
            </p:cNvPr>
            <p:cNvSpPr/>
            <p:nvPr/>
          </p:nvSpPr>
          <p:spPr>
            <a:xfrm>
              <a:off x="3563566" y="2094146"/>
              <a:ext cx="1299292"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7" name="Groupe 6">
              <a:extLst>
                <a:ext uri="{FF2B5EF4-FFF2-40B4-BE49-F238E27FC236}">
                  <a16:creationId xmlns:a16="http://schemas.microsoft.com/office/drawing/2014/main" id="{8BA85741-924E-B6D0-75D4-1FF110125DE4}"/>
                </a:ext>
              </a:extLst>
            </p:cNvPr>
            <p:cNvGrpSpPr/>
            <p:nvPr/>
          </p:nvGrpSpPr>
          <p:grpSpPr>
            <a:xfrm>
              <a:off x="2380983" y="2205716"/>
              <a:ext cx="3374118" cy="3621301"/>
              <a:chOff x="2380983" y="2205716"/>
              <a:chExt cx="3374118" cy="3621301"/>
            </a:xfrm>
          </p:grpSpPr>
          <p:grpSp>
            <p:nvGrpSpPr>
              <p:cNvPr id="8" name="Groupe 7">
                <a:extLst>
                  <a:ext uri="{FF2B5EF4-FFF2-40B4-BE49-F238E27FC236}">
                    <a16:creationId xmlns:a16="http://schemas.microsoft.com/office/drawing/2014/main" id="{425AFBF1-2551-3879-7292-3CFF72903CE4}"/>
                  </a:ext>
                </a:extLst>
              </p:cNvPr>
              <p:cNvGrpSpPr/>
              <p:nvPr/>
            </p:nvGrpSpPr>
            <p:grpSpPr>
              <a:xfrm>
                <a:off x="2380983" y="2205716"/>
                <a:ext cx="2017735" cy="3591156"/>
                <a:chOff x="8748102" y="2382395"/>
                <a:chExt cx="2017735" cy="3591156"/>
              </a:xfrm>
            </p:grpSpPr>
            <p:grpSp>
              <p:nvGrpSpPr>
                <p:cNvPr id="14" name="Groupe 13">
                  <a:extLst>
                    <a:ext uri="{FF2B5EF4-FFF2-40B4-BE49-F238E27FC236}">
                      <a16:creationId xmlns:a16="http://schemas.microsoft.com/office/drawing/2014/main" id="{146772D0-4720-8144-EF60-E00B3DFE2E7F}"/>
                    </a:ext>
                  </a:extLst>
                </p:cNvPr>
                <p:cNvGrpSpPr/>
                <p:nvPr/>
              </p:nvGrpSpPr>
              <p:grpSpPr>
                <a:xfrm>
                  <a:off x="8748102" y="2382395"/>
                  <a:ext cx="2017735" cy="3591156"/>
                  <a:chOff x="2943959" y="2264576"/>
                  <a:chExt cx="2017735" cy="3591156"/>
                </a:xfrm>
              </p:grpSpPr>
              <p:grpSp>
                <p:nvGrpSpPr>
                  <p:cNvPr id="16" name="Groupe 15">
                    <a:extLst>
                      <a:ext uri="{FF2B5EF4-FFF2-40B4-BE49-F238E27FC236}">
                        <a16:creationId xmlns:a16="http://schemas.microsoft.com/office/drawing/2014/main" id="{9688AD90-0AAD-97B0-69B4-06C710A4D2DA}"/>
                      </a:ext>
                    </a:extLst>
                  </p:cNvPr>
                  <p:cNvGrpSpPr/>
                  <p:nvPr/>
                </p:nvGrpSpPr>
                <p:grpSpPr>
                  <a:xfrm>
                    <a:off x="2943959" y="2426625"/>
                    <a:ext cx="2017735" cy="3429107"/>
                    <a:chOff x="2943959" y="2426625"/>
                    <a:chExt cx="2017735" cy="3429107"/>
                  </a:xfrm>
                </p:grpSpPr>
                <p:sp>
                  <p:nvSpPr>
                    <p:cNvPr id="19" name="ZoneTexte 18">
                      <a:extLst>
                        <a:ext uri="{FF2B5EF4-FFF2-40B4-BE49-F238E27FC236}">
                          <a16:creationId xmlns:a16="http://schemas.microsoft.com/office/drawing/2014/main" id="{F0C71389-4F0D-11D3-85EB-BB588E2C6CC3}"/>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20" name="ZoneTexte 19">
                      <a:extLst>
                        <a:ext uri="{FF2B5EF4-FFF2-40B4-BE49-F238E27FC236}">
                          <a16:creationId xmlns:a16="http://schemas.microsoft.com/office/drawing/2014/main" id="{1F493D36-A6E2-BD27-6852-8CE4EFEC6E1D}"/>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21" name="ZoneTexte 20">
                      <a:extLst>
                        <a:ext uri="{FF2B5EF4-FFF2-40B4-BE49-F238E27FC236}">
                          <a16:creationId xmlns:a16="http://schemas.microsoft.com/office/drawing/2014/main" id="{05B4E14E-6BB5-835B-5C1B-6352BBF8A661}"/>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22" name="ZoneTexte 21">
                      <a:extLst>
                        <a:ext uri="{FF2B5EF4-FFF2-40B4-BE49-F238E27FC236}">
                          <a16:creationId xmlns:a16="http://schemas.microsoft.com/office/drawing/2014/main" id="{998D4806-1DF9-167B-5637-C9599D1A4DEE}"/>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23" name="ZoneTexte 22">
                      <a:extLst>
                        <a:ext uri="{FF2B5EF4-FFF2-40B4-BE49-F238E27FC236}">
                          <a16:creationId xmlns:a16="http://schemas.microsoft.com/office/drawing/2014/main" id="{A211F023-606D-6E74-E754-3882458EB6D0}"/>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24" name="ZoneTexte 23">
                      <a:extLst>
                        <a:ext uri="{FF2B5EF4-FFF2-40B4-BE49-F238E27FC236}">
                          <a16:creationId xmlns:a16="http://schemas.microsoft.com/office/drawing/2014/main" id="{CDC560A5-B961-C185-D720-8D85CAA97A5D}"/>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25" name="Connecteur droit avec flèche 24">
                      <a:extLst>
                        <a:ext uri="{FF2B5EF4-FFF2-40B4-BE49-F238E27FC236}">
                          <a16:creationId xmlns:a16="http://schemas.microsoft.com/office/drawing/2014/main" id="{CEEAC67F-2EF8-CE62-365D-D4273489072B}"/>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6E38E80E-1D69-808D-8DD7-9522DDDDF842}"/>
                        </a:ext>
                      </a:extLst>
                    </p:cNvPr>
                    <p:cNvCxnSpPr>
                      <a:cxnSpLocks/>
                      <a:endCxn id="19"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E6685F4E-6A19-377E-500C-B56AD3CAEDAC}"/>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273A2ABB-22EA-9A69-0A17-E18DA63FC775}"/>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427C1C1A-A4F9-CF8A-EDA2-506AF8403410}"/>
                        </a:ext>
                      </a:extLst>
                    </p:cNvPr>
                    <p:cNvCxnSpPr>
                      <a:cxnSpLocks/>
                      <a:stCxn id="21" idx="1"/>
                      <a:endCxn id="22"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3F907AF0-F5BF-5692-BF37-B54F9D0C19E7}"/>
                        </a:ext>
                      </a:extLst>
                    </p:cNvPr>
                    <p:cNvCxnSpPr>
                      <a:cxnSpLocks/>
                      <a:stCxn id="22" idx="0"/>
                      <a:endCxn id="23"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E5581CAE-ED29-C4E2-4B52-94ECA35C94CD}"/>
                        </a:ext>
                      </a:extLst>
                    </p:cNvPr>
                    <p:cNvCxnSpPr>
                      <a:cxnSpLocks/>
                      <a:stCxn id="23" idx="3"/>
                      <a:endCxn id="24"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6EEC0A2B-735E-203F-AD45-11DB5295C19C}"/>
                        </a:ext>
                      </a:extLst>
                    </p:cNvPr>
                    <p:cNvCxnSpPr>
                      <a:cxnSpLocks/>
                      <a:stCxn id="24" idx="2"/>
                      <a:endCxn id="21"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17" name="Connecteur droit 16">
                    <a:extLst>
                      <a:ext uri="{FF2B5EF4-FFF2-40B4-BE49-F238E27FC236}">
                        <a16:creationId xmlns:a16="http://schemas.microsoft.com/office/drawing/2014/main" id="{6FE5C2A5-C0BF-17D7-7CC6-B6CDC1EE6A78}"/>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 name="Connecteur : en angle 17">
                    <a:extLst>
                      <a:ext uri="{FF2B5EF4-FFF2-40B4-BE49-F238E27FC236}">
                        <a16:creationId xmlns:a16="http://schemas.microsoft.com/office/drawing/2014/main" id="{9DF29915-8104-55B0-FC7E-96570F11D692}"/>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15" name="Connecteur droit avec flèche 14">
                  <a:extLst>
                    <a:ext uri="{FF2B5EF4-FFF2-40B4-BE49-F238E27FC236}">
                      <a16:creationId xmlns:a16="http://schemas.microsoft.com/office/drawing/2014/main" id="{3533A774-5DBE-B838-B3CE-FB4E9E98EE4D}"/>
                    </a:ext>
                  </a:extLst>
                </p:cNvPr>
                <p:cNvCxnSpPr>
                  <a:cxnSpLocks/>
                  <a:stCxn id="21" idx="0"/>
                  <a:endCxn id="23"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9" name="Connecteur droit 8">
                <a:extLst>
                  <a:ext uri="{FF2B5EF4-FFF2-40B4-BE49-F238E27FC236}">
                    <a16:creationId xmlns:a16="http://schemas.microsoft.com/office/drawing/2014/main" id="{9AAA69B1-4CFB-E780-030B-BE810F00C263}"/>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EF81E35A-FA7D-2189-8154-6505CA473848}"/>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11" name="Connecteur droit 10">
                <a:extLst>
                  <a:ext uri="{FF2B5EF4-FFF2-40B4-BE49-F238E27FC236}">
                    <a16:creationId xmlns:a16="http://schemas.microsoft.com/office/drawing/2014/main" id="{68EE3FEF-5454-36C9-EB39-40A74168D2E8}"/>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00F277FB-AAD2-2F03-2078-E63401F2EC40}"/>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3" name="Connecteur droit 12">
                <a:extLst>
                  <a:ext uri="{FF2B5EF4-FFF2-40B4-BE49-F238E27FC236}">
                    <a16:creationId xmlns:a16="http://schemas.microsoft.com/office/drawing/2014/main" id="{6A66DCC6-515A-832A-1FB7-4C66F215ED1B}"/>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grpSp>
      <p:sp>
        <p:nvSpPr>
          <p:cNvPr id="33" name="ZoneTexte 32">
            <a:extLst>
              <a:ext uri="{FF2B5EF4-FFF2-40B4-BE49-F238E27FC236}">
                <a16:creationId xmlns:a16="http://schemas.microsoft.com/office/drawing/2014/main" id="{6911F928-9A6E-14E6-6459-6099EAE05E83}"/>
              </a:ext>
            </a:extLst>
          </p:cNvPr>
          <p:cNvSpPr txBox="1"/>
          <p:nvPr/>
        </p:nvSpPr>
        <p:spPr>
          <a:xfrm>
            <a:off x="3619657" y="4110897"/>
            <a:ext cx="1147750" cy="369332"/>
          </a:xfrm>
          <a:prstGeom prst="rect">
            <a:avLst/>
          </a:prstGeom>
          <a:noFill/>
        </p:spPr>
        <p:txBody>
          <a:bodyPr wrap="none" rtlCol="0">
            <a:spAutoFit/>
          </a:bodyPr>
          <a:lstStyle/>
          <a:p>
            <a:r>
              <a:rPr lang="fr-FR" dirty="0">
                <a:solidFill>
                  <a:srgbClr val="0070C0"/>
                </a:solidFill>
              </a:rPr>
              <a:t>5 </a:t>
            </a:r>
            <a:r>
              <a:rPr lang="fr-FR" dirty="0" err="1">
                <a:solidFill>
                  <a:srgbClr val="0070C0"/>
                </a:solidFill>
              </a:rPr>
              <a:t>Decoder</a:t>
            </a:r>
            <a:endParaRPr lang="fr-FR" dirty="0">
              <a:solidFill>
                <a:srgbClr val="0070C0"/>
              </a:solidFill>
            </a:endParaRPr>
          </a:p>
        </p:txBody>
      </p:sp>
      <p:cxnSp>
        <p:nvCxnSpPr>
          <p:cNvPr id="35" name="Connecteur droit avec flèche 34">
            <a:extLst>
              <a:ext uri="{FF2B5EF4-FFF2-40B4-BE49-F238E27FC236}">
                <a16:creationId xmlns:a16="http://schemas.microsoft.com/office/drawing/2014/main" id="{4B7DA3E5-7619-F50F-78AD-B72F1058E2A5}"/>
              </a:ext>
            </a:extLst>
          </p:cNvPr>
          <p:cNvCxnSpPr>
            <a:cxnSpLocks/>
          </p:cNvCxnSpPr>
          <p:nvPr/>
        </p:nvCxnSpPr>
        <p:spPr>
          <a:xfrm flipV="1">
            <a:off x="3566608" y="3503048"/>
            <a:ext cx="690070" cy="634229"/>
          </a:xfrm>
          <a:prstGeom prst="straightConnector1">
            <a:avLst/>
          </a:prstGeom>
          <a:ln w="12700" cap="flat" cmpd="sng" algn="ctr">
            <a:solidFill>
              <a:schemeClr val="accent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4" name="Espace réservé du numéro de diapositive 43">
            <a:extLst>
              <a:ext uri="{FF2B5EF4-FFF2-40B4-BE49-F238E27FC236}">
                <a16:creationId xmlns:a16="http://schemas.microsoft.com/office/drawing/2014/main" id="{8CB0C2C8-976F-8C55-C934-A64923087946}"/>
              </a:ext>
            </a:extLst>
          </p:cNvPr>
          <p:cNvSpPr>
            <a:spLocks noGrp="1"/>
          </p:cNvSpPr>
          <p:nvPr>
            <p:ph type="sldNum" sz="quarter" idx="12"/>
          </p:nvPr>
        </p:nvSpPr>
        <p:spPr/>
        <p:txBody>
          <a:bodyPr/>
          <a:lstStyle/>
          <a:p>
            <a:fld id="{5149A38E-4A7C-4C86-B631-64CD0F93C451}" type="slidenum">
              <a:rPr lang="fr-FR" smtClean="0"/>
              <a:t>63</a:t>
            </a:fld>
            <a:endParaRPr lang="fr-FR"/>
          </a:p>
        </p:txBody>
      </p:sp>
      <p:pic>
        <p:nvPicPr>
          <p:cNvPr id="49" name="Espace réservé du contenu 48">
            <a:extLst>
              <a:ext uri="{FF2B5EF4-FFF2-40B4-BE49-F238E27FC236}">
                <a16:creationId xmlns:a16="http://schemas.microsoft.com/office/drawing/2014/main" id="{89910790-8D46-9E69-94B5-142F7143C452}"/>
              </a:ext>
            </a:extLst>
          </p:cNvPr>
          <p:cNvPicPr>
            <a:picLocks noGrp="1" noChangeAspect="1"/>
          </p:cNvPicPr>
          <p:nvPr>
            <p:ph sz="half" idx="2"/>
          </p:nvPr>
        </p:nvPicPr>
        <p:blipFill>
          <a:blip r:embed="rId2"/>
          <a:stretch>
            <a:fillRect/>
          </a:stretch>
        </p:blipFill>
        <p:spPr>
          <a:xfrm>
            <a:off x="6172200" y="2715683"/>
            <a:ext cx="5181600" cy="2571222"/>
          </a:xfrm>
          <a:prstGeom prst="rect">
            <a:avLst/>
          </a:prstGeom>
        </p:spPr>
      </p:pic>
    </p:spTree>
    <p:extLst>
      <p:ext uri="{BB962C8B-B14F-4D97-AF65-F5344CB8AC3E}">
        <p14:creationId xmlns:p14="http://schemas.microsoft.com/office/powerpoint/2010/main" val="241830178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B292EC-33D4-22A1-C057-A36E10823610}"/>
              </a:ext>
            </a:extLst>
          </p:cNvPr>
          <p:cNvSpPr>
            <a:spLocks noGrp="1"/>
          </p:cNvSpPr>
          <p:nvPr>
            <p:ph type="title"/>
          </p:nvPr>
        </p:nvSpPr>
        <p:spPr/>
        <p:txBody>
          <a:bodyPr/>
          <a:lstStyle/>
          <a:p>
            <a:r>
              <a:rPr lang="fr-FR" dirty="0"/>
              <a:t>Pattern </a:t>
            </a:r>
            <a:r>
              <a:rPr lang="fr-FR" dirty="0" err="1"/>
              <a:t>completion</a:t>
            </a:r>
            <a:r>
              <a:rPr lang="fr-FR" dirty="0"/>
              <a:t> via the TSP</a:t>
            </a:r>
          </a:p>
        </p:txBody>
      </p:sp>
      <p:sp>
        <p:nvSpPr>
          <p:cNvPr id="3" name="Espace réservé du contenu 2">
            <a:extLst>
              <a:ext uri="{FF2B5EF4-FFF2-40B4-BE49-F238E27FC236}">
                <a16:creationId xmlns:a16="http://schemas.microsoft.com/office/drawing/2014/main" id="{BFE3CDB5-D4C4-E4CC-797B-F745BD1D0B09}"/>
              </a:ext>
            </a:extLst>
          </p:cNvPr>
          <p:cNvSpPr>
            <a:spLocks noGrp="1"/>
          </p:cNvSpPr>
          <p:nvPr>
            <p:ph sz="half" idx="1"/>
          </p:nvPr>
        </p:nvSpPr>
        <p:spPr/>
        <p:txBody>
          <a:bodyPr/>
          <a:lstStyle/>
          <a:p>
            <a:pPr marL="0" indent="0">
              <a:buNone/>
            </a:pPr>
            <a:endParaRPr lang="fr-FR" dirty="0"/>
          </a:p>
        </p:txBody>
      </p:sp>
      <p:grpSp>
        <p:nvGrpSpPr>
          <p:cNvPr id="5" name="Groupe 4">
            <a:extLst>
              <a:ext uri="{FF2B5EF4-FFF2-40B4-BE49-F238E27FC236}">
                <a16:creationId xmlns:a16="http://schemas.microsoft.com/office/drawing/2014/main" id="{CDA0F422-E09D-02E8-50DB-11ED0297B419}"/>
              </a:ext>
            </a:extLst>
          </p:cNvPr>
          <p:cNvGrpSpPr/>
          <p:nvPr/>
        </p:nvGrpSpPr>
        <p:grpSpPr>
          <a:xfrm>
            <a:off x="2380983" y="2094146"/>
            <a:ext cx="3374118" cy="3732871"/>
            <a:chOff x="2380983" y="2094146"/>
            <a:chExt cx="3374118" cy="3732871"/>
          </a:xfrm>
        </p:grpSpPr>
        <p:sp>
          <p:nvSpPr>
            <p:cNvPr id="6" name="Rectangle 5">
              <a:extLst>
                <a:ext uri="{FF2B5EF4-FFF2-40B4-BE49-F238E27FC236}">
                  <a16:creationId xmlns:a16="http://schemas.microsoft.com/office/drawing/2014/main" id="{0219BB19-4ED0-3FBB-9C25-073E3C989D34}"/>
                </a:ext>
              </a:extLst>
            </p:cNvPr>
            <p:cNvSpPr/>
            <p:nvPr/>
          </p:nvSpPr>
          <p:spPr>
            <a:xfrm>
              <a:off x="3563566" y="2094146"/>
              <a:ext cx="1299292" cy="2359702"/>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7" name="Groupe 6">
              <a:extLst>
                <a:ext uri="{FF2B5EF4-FFF2-40B4-BE49-F238E27FC236}">
                  <a16:creationId xmlns:a16="http://schemas.microsoft.com/office/drawing/2014/main" id="{8BA85741-924E-B6D0-75D4-1FF110125DE4}"/>
                </a:ext>
              </a:extLst>
            </p:cNvPr>
            <p:cNvGrpSpPr/>
            <p:nvPr/>
          </p:nvGrpSpPr>
          <p:grpSpPr>
            <a:xfrm>
              <a:off x="2380983" y="2205716"/>
              <a:ext cx="3374118" cy="3621301"/>
              <a:chOff x="2380983" y="2205716"/>
              <a:chExt cx="3374118" cy="3621301"/>
            </a:xfrm>
          </p:grpSpPr>
          <p:grpSp>
            <p:nvGrpSpPr>
              <p:cNvPr id="8" name="Groupe 7">
                <a:extLst>
                  <a:ext uri="{FF2B5EF4-FFF2-40B4-BE49-F238E27FC236}">
                    <a16:creationId xmlns:a16="http://schemas.microsoft.com/office/drawing/2014/main" id="{425AFBF1-2551-3879-7292-3CFF72903CE4}"/>
                  </a:ext>
                </a:extLst>
              </p:cNvPr>
              <p:cNvGrpSpPr/>
              <p:nvPr/>
            </p:nvGrpSpPr>
            <p:grpSpPr>
              <a:xfrm>
                <a:off x="2380983" y="2205716"/>
                <a:ext cx="2017735" cy="3591156"/>
                <a:chOff x="8748102" y="2382395"/>
                <a:chExt cx="2017735" cy="3591156"/>
              </a:xfrm>
            </p:grpSpPr>
            <p:grpSp>
              <p:nvGrpSpPr>
                <p:cNvPr id="14" name="Groupe 13">
                  <a:extLst>
                    <a:ext uri="{FF2B5EF4-FFF2-40B4-BE49-F238E27FC236}">
                      <a16:creationId xmlns:a16="http://schemas.microsoft.com/office/drawing/2014/main" id="{146772D0-4720-8144-EF60-E00B3DFE2E7F}"/>
                    </a:ext>
                  </a:extLst>
                </p:cNvPr>
                <p:cNvGrpSpPr/>
                <p:nvPr/>
              </p:nvGrpSpPr>
              <p:grpSpPr>
                <a:xfrm>
                  <a:off x="8748102" y="2382395"/>
                  <a:ext cx="2017735" cy="3591156"/>
                  <a:chOff x="2943959" y="2264576"/>
                  <a:chExt cx="2017735" cy="3591156"/>
                </a:xfrm>
              </p:grpSpPr>
              <p:grpSp>
                <p:nvGrpSpPr>
                  <p:cNvPr id="16" name="Groupe 15">
                    <a:extLst>
                      <a:ext uri="{FF2B5EF4-FFF2-40B4-BE49-F238E27FC236}">
                        <a16:creationId xmlns:a16="http://schemas.microsoft.com/office/drawing/2014/main" id="{9688AD90-0AAD-97B0-69B4-06C710A4D2DA}"/>
                      </a:ext>
                    </a:extLst>
                  </p:cNvPr>
                  <p:cNvGrpSpPr/>
                  <p:nvPr/>
                </p:nvGrpSpPr>
                <p:grpSpPr>
                  <a:xfrm>
                    <a:off x="2943959" y="2426625"/>
                    <a:ext cx="2017735" cy="3429107"/>
                    <a:chOff x="2943959" y="2426625"/>
                    <a:chExt cx="2017735" cy="3429107"/>
                  </a:xfrm>
                </p:grpSpPr>
                <p:sp>
                  <p:nvSpPr>
                    <p:cNvPr id="19" name="ZoneTexte 18">
                      <a:extLst>
                        <a:ext uri="{FF2B5EF4-FFF2-40B4-BE49-F238E27FC236}">
                          <a16:creationId xmlns:a16="http://schemas.microsoft.com/office/drawing/2014/main" id="{F0C71389-4F0D-11D3-85EB-BB588E2C6CC3}"/>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20" name="ZoneTexte 19">
                      <a:extLst>
                        <a:ext uri="{FF2B5EF4-FFF2-40B4-BE49-F238E27FC236}">
                          <a16:creationId xmlns:a16="http://schemas.microsoft.com/office/drawing/2014/main" id="{1F493D36-A6E2-BD27-6852-8CE4EFEC6E1D}"/>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21" name="ZoneTexte 20">
                      <a:extLst>
                        <a:ext uri="{FF2B5EF4-FFF2-40B4-BE49-F238E27FC236}">
                          <a16:creationId xmlns:a16="http://schemas.microsoft.com/office/drawing/2014/main" id="{05B4E14E-6BB5-835B-5C1B-6352BBF8A661}"/>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22" name="ZoneTexte 21">
                      <a:extLst>
                        <a:ext uri="{FF2B5EF4-FFF2-40B4-BE49-F238E27FC236}">
                          <a16:creationId xmlns:a16="http://schemas.microsoft.com/office/drawing/2014/main" id="{998D4806-1DF9-167B-5637-C9599D1A4DEE}"/>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23" name="ZoneTexte 22">
                      <a:extLst>
                        <a:ext uri="{FF2B5EF4-FFF2-40B4-BE49-F238E27FC236}">
                          <a16:creationId xmlns:a16="http://schemas.microsoft.com/office/drawing/2014/main" id="{A211F023-606D-6E74-E754-3882458EB6D0}"/>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24" name="ZoneTexte 23">
                      <a:extLst>
                        <a:ext uri="{FF2B5EF4-FFF2-40B4-BE49-F238E27FC236}">
                          <a16:creationId xmlns:a16="http://schemas.microsoft.com/office/drawing/2014/main" id="{CDC560A5-B961-C185-D720-8D85CAA97A5D}"/>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25" name="Connecteur droit avec flèche 24">
                      <a:extLst>
                        <a:ext uri="{FF2B5EF4-FFF2-40B4-BE49-F238E27FC236}">
                          <a16:creationId xmlns:a16="http://schemas.microsoft.com/office/drawing/2014/main" id="{CEEAC67F-2EF8-CE62-365D-D4273489072B}"/>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6E38E80E-1D69-808D-8DD7-9522DDDDF842}"/>
                        </a:ext>
                      </a:extLst>
                    </p:cNvPr>
                    <p:cNvCxnSpPr>
                      <a:cxnSpLocks/>
                      <a:endCxn id="19"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7" name="Connecteur droit avec flèche 26">
                      <a:extLst>
                        <a:ext uri="{FF2B5EF4-FFF2-40B4-BE49-F238E27FC236}">
                          <a16:creationId xmlns:a16="http://schemas.microsoft.com/office/drawing/2014/main" id="{E6685F4E-6A19-377E-500C-B56AD3CAEDAC}"/>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8" name="Connecteur droit avec flèche 27">
                      <a:extLst>
                        <a:ext uri="{FF2B5EF4-FFF2-40B4-BE49-F238E27FC236}">
                          <a16:creationId xmlns:a16="http://schemas.microsoft.com/office/drawing/2014/main" id="{273A2ABB-22EA-9A69-0A17-E18DA63FC775}"/>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29" name="Connecteur droit avec flèche 28">
                      <a:extLst>
                        <a:ext uri="{FF2B5EF4-FFF2-40B4-BE49-F238E27FC236}">
                          <a16:creationId xmlns:a16="http://schemas.microsoft.com/office/drawing/2014/main" id="{427C1C1A-A4F9-CF8A-EDA2-506AF8403410}"/>
                        </a:ext>
                      </a:extLst>
                    </p:cNvPr>
                    <p:cNvCxnSpPr>
                      <a:cxnSpLocks/>
                      <a:stCxn id="21" idx="1"/>
                      <a:endCxn id="22"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0" name="Connecteur droit avec flèche 29">
                      <a:extLst>
                        <a:ext uri="{FF2B5EF4-FFF2-40B4-BE49-F238E27FC236}">
                          <a16:creationId xmlns:a16="http://schemas.microsoft.com/office/drawing/2014/main" id="{3F907AF0-F5BF-5692-BF37-B54F9D0C19E7}"/>
                        </a:ext>
                      </a:extLst>
                    </p:cNvPr>
                    <p:cNvCxnSpPr>
                      <a:cxnSpLocks/>
                      <a:stCxn id="22" idx="0"/>
                      <a:endCxn id="23"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1" name="Connecteur droit avec flèche 30">
                      <a:extLst>
                        <a:ext uri="{FF2B5EF4-FFF2-40B4-BE49-F238E27FC236}">
                          <a16:creationId xmlns:a16="http://schemas.microsoft.com/office/drawing/2014/main" id="{E5581CAE-ED29-C4E2-4B52-94ECA35C94CD}"/>
                        </a:ext>
                      </a:extLst>
                    </p:cNvPr>
                    <p:cNvCxnSpPr>
                      <a:cxnSpLocks/>
                      <a:stCxn id="23" idx="3"/>
                      <a:endCxn id="24"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32" name="Connecteur droit avec flèche 31">
                      <a:extLst>
                        <a:ext uri="{FF2B5EF4-FFF2-40B4-BE49-F238E27FC236}">
                          <a16:creationId xmlns:a16="http://schemas.microsoft.com/office/drawing/2014/main" id="{6EEC0A2B-735E-203F-AD45-11DB5295C19C}"/>
                        </a:ext>
                      </a:extLst>
                    </p:cNvPr>
                    <p:cNvCxnSpPr>
                      <a:cxnSpLocks/>
                      <a:stCxn id="24" idx="2"/>
                      <a:endCxn id="21"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grpSp>
              <p:cxnSp>
                <p:nvCxnSpPr>
                  <p:cNvPr id="17" name="Connecteur droit 16">
                    <a:extLst>
                      <a:ext uri="{FF2B5EF4-FFF2-40B4-BE49-F238E27FC236}">
                        <a16:creationId xmlns:a16="http://schemas.microsoft.com/office/drawing/2014/main" id="{6FE5C2A5-C0BF-17D7-7CC6-B6CDC1EE6A78}"/>
                      </a:ext>
                    </a:extLst>
                  </p:cNvPr>
                  <p:cNvCxnSpPr>
                    <a:cxnSpLocks/>
                  </p:cNvCxnSpPr>
                  <p:nvPr/>
                </p:nvCxnSpPr>
                <p:spPr>
                  <a:xfrm flipV="1">
                    <a:off x="3713742" y="226695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 name="Connecteur : en angle 17">
                    <a:extLst>
                      <a:ext uri="{FF2B5EF4-FFF2-40B4-BE49-F238E27FC236}">
                        <a16:creationId xmlns:a16="http://schemas.microsoft.com/office/drawing/2014/main" id="{9DF29915-8104-55B0-FC7E-96570F11D692}"/>
                      </a:ext>
                    </a:extLst>
                  </p:cNvPr>
                  <p:cNvCxnSpPr>
                    <a:cxnSpLocks/>
                  </p:cNvCxnSpPr>
                  <p:nvPr/>
                </p:nvCxnSpPr>
                <p:spPr>
                  <a:xfrm>
                    <a:off x="3713742" y="2264576"/>
                    <a:ext cx="337558" cy="161066"/>
                  </a:xfrm>
                  <a:prstGeom prst="bentConnector3">
                    <a:avLst>
                      <a:gd name="adj1" fmla="val 100791"/>
                    </a:avLst>
                  </a:prstGeom>
                  <a:ln w="12700">
                    <a:tailEnd type="stealth"/>
                  </a:ln>
                </p:spPr>
                <p:style>
                  <a:lnRef idx="1">
                    <a:schemeClr val="accent1"/>
                  </a:lnRef>
                  <a:fillRef idx="0">
                    <a:schemeClr val="accent1"/>
                  </a:fillRef>
                  <a:effectRef idx="0">
                    <a:schemeClr val="accent1"/>
                  </a:effectRef>
                  <a:fontRef idx="minor">
                    <a:schemeClr val="tx1"/>
                  </a:fontRef>
                </p:style>
              </p:cxnSp>
            </p:grpSp>
            <p:cxnSp>
              <p:nvCxnSpPr>
                <p:cNvPr id="15" name="Connecteur droit avec flèche 14">
                  <a:extLst>
                    <a:ext uri="{FF2B5EF4-FFF2-40B4-BE49-F238E27FC236}">
                      <a16:creationId xmlns:a16="http://schemas.microsoft.com/office/drawing/2014/main" id="{3533A774-5DBE-B838-B3CE-FB4E9E98EE4D}"/>
                    </a:ext>
                  </a:extLst>
                </p:cNvPr>
                <p:cNvCxnSpPr>
                  <a:cxnSpLocks/>
                  <a:stCxn id="21" idx="0"/>
                  <a:endCxn id="23"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9" name="Connecteur droit 8">
                <a:extLst>
                  <a:ext uri="{FF2B5EF4-FFF2-40B4-BE49-F238E27FC236}">
                    <a16:creationId xmlns:a16="http://schemas.microsoft.com/office/drawing/2014/main" id="{9AAA69B1-4CFB-E780-030B-BE810F00C263}"/>
                  </a:ext>
                </a:extLst>
              </p:cNvPr>
              <p:cNvCxnSpPr/>
              <p:nvPr/>
            </p:nvCxnSpPr>
            <p:spPr>
              <a:xfrm>
                <a:off x="4907871" y="551899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EF81E35A-FA7D-2189-8154-6505CA473848}"/>
                  </a:ext>
                </a:extLst>
              </p:cNvPr>
              <p:cNvSpPr txBox="1"/>
              <p:nvPr/>
            </p:nvSpPr>
            <p:spPr>
              <a:xfrm>
                <a:off x="5165051" y="5358757"/>
                <a:ext cx="585288" cy="261610"/>
              </a:xfrm>
              <a:prstGeom prst="rect">
                <a:avLst/>
              </a:prstGeom>
              <a:noFill/>
            </p:spPr>
            <p:txBody>
              <a:bodyPr wrap="square" rtlCol="0">
                <a:spAutoFit/>
              </a:bodyPr>
              <a:lstStyle/>
              <a:p>
                <a:r>
                  <a:rPr lang="fr-FR" sz="1100" dirty="0"/>
                  <a:t>plastic</a:t>
                </a:r>
              </a:p>
            </p:txBody>
          </p:sp>
          <p:cxnSp>
            <p:nvCxnSpPr>
              <p:cNvPr id="11" name="Connecteur droit 10">
                <a:extLst>
                  <a:ext uri="{FF2B5EF4-FFF2-40B4-BE49-F238E27FC236}">
                    <a16:creationId xmlns:a16="http://schemas.microsoft.com/office/drawing/2014/main" id="{68EE3FEF-5454-36C9-EB39-40A74168D2E8}"/>
                  </a:ext>
                </a:extLst>
              </p:cNvPr>
              <p:cNvCxnSpPr/>
              <p:nvPr/>
            </p:nvCxnSpPr>
            <p:spPr>
              <a:xfrm>
                <a:off x="4912634" y="571819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ZoneTexte 11">
                <a:extLst>
                  <a:ext uri="{FF2B5EF4-FFF2-40B4-BE49-F238E27FC236}">
                    <a16:creationId xmlns:a16="http://schemas.microsoft.com/office/drawing/2014/main" id="{00F277FB-AAD2-2F03-2078-E63401F2EC40}"/>
                  </a:ext>
                </a:extLst>
              </p:cNvPr>
              <p:cNvSpPr txBox="1"/>
              <p:nvPr/>
            </p:nvSpPr>
            <p:spPr>
              <a:xfrm>
                <a:off x="5169813" y="5565407"/>
                <a:ext cx="585288" cy="261610"/>
              </a:xfrm>
              <a:prstGeom prst="rect">
                <a:avLst/>
              </a:prstGeom>
              <a:noFill/>
            </p:spPr>
            <p:txBody>
              <a:bodyPr wrap="square" rtlCol="0">
                <a:spAutoFit/>
              </a:bodyPr>
              <a:lstStyle/>
              <a:p>
                <a:r>
                  <a:rPr lang="fr-FR" sz="1100" dirty="0" err="1"/>
                  <a:t>fixed</a:t>
                </a:r>
                <a:endParaRPr lang="fr-FR" sz="1100" dirty="0"/>
              </a:p>
            </p:txBody>
          </p:sp>
          <p:cxnSp>
            <p:nvCxnSpPr>
              <p:cNvPr id="13" name="Connecteur droit 12">
                <a:extLst>
                  <a:ext uri="{FF2B5EF4-FFF2-40B4-BE49-F238E27FC236}">
                    <a16:creationId xmlns:a16="http://schemas.microsoft.com/office/drawing/2014/main" id="{6A66DCC6-515A-832A-1FB7-4C66F215ED1B}"/>
                  </a:ext>
                </a:extLst>
              </p:cNvPr>
              <p:cNvCxnSpPr/>
              <p:nvPr/>
            </p:nvCxnSpPr>
            <p:spPr>
              <a:xfrm>
                <a:off x="4907871" y="547646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grpSp>
      <p:sp>
        <p:nvSpPr>
          <p:cNvPr id="33" name="ZoneTexte 32">
            <a:extLst>
              <a:ext uri="{FF2B5EF4-FFF2-40B4-BE49-F238E27FC236}">
                <a16:creationId xmlns:a16="http://schemas.microsoft.com/office/drawing/2014/main" id="{6911F928-9A6E-14E6-6459-6099EAE05E83}"/>
              </a:ext>
            </a:extLst>
          </p:cNvPr>
          <p:cNvSpPr txBox="1"/>
          <p:nvPr/>
        </p:nvSpPr>
        <p:spPr>
          <a:xfrm>
            <a:off x="3619657" y="4110897"/>
            <a:ext cx="1147750" cy="369332"/>
          </a:xfrm>
          <a:prstGeom prst="rect">
            <a:avLst/>
          </a:prstGeom>
          <a:noFill/>
        </p:spPr>
        <p:txBody>
          <a:bodyPr wrap="none" rtlCol="0">
            <a:spAutoFit/>
          </a:bodyPr>
          <a:lstStyle/>
          <a:p>
            <a:r>
              <a:rPr lang="fr-FR" dirty="0">
                <a:solidFill>
                  <a:srgbClr val="0070C0"/>
                </a:solidFill>
              </a:rPr>
              <a:t>5 </a:t>
            </a:r>
            <a:r>
              <a:rPr lang="fr-FR" dirty="0" err="1">
                <a:solidFill>
                  <a:srgbClr val="0070C0"/>
                </a:solidFill>
              </a:rPr>
              <a:t>Decoder</a:t>
            </a:r>
            <a:endParaRPr lang="fr-FR" dirty="0">
              <a:solidFill>
                <a:srgbClr val="0070C0"/>
              </a:solidFill>
            </a:endParaRPr>
          </a:p>
        </p:txBody>
      </p:sp>
      <p:cxnSp>
        <p:nvCxnSpPr>
          <p:cNvPr id="35" name="Connecteur droit avec flèche 34">
            <a:extLst>
              <a:ext uri="{FF2B5EF4-FFF2-40B4-BE49-F238E27FC236}">
                <a16:creationId xmlns:a16="http://schemas.microsoft.com/office/drawing/2014/main" id="{4B7DA3E5-7619-F50F-78AD-B72F1058E2A5}"/>
              </a:ext>
            </a:extLst>
          </p:cNvPr>
          <p:cNvCxnSpPr>
            <a:cxnSpLocks/>
          </p:cNvCxnSpPr>
          <p:nvPr/>
        </p:nvCxnSpPr>
        <p:spPr>
          <a:xfrm flipV="1">
            <a:off x="3566608" y="3503048"/>
            <a:ext cx="690070" cy="634229"/>
          </a:xfrm>
          <a:prstGeom prst="straightConnector1">
            <a:avLst/>
          </a:prstGeom>
          <a:ln w="12700" cap="flat" cmpd="sng" algn="ctr">
            <a:solidFill>
              <a:schemeClr val="accent1">
                <a:alpha val="5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 name="Espace réservé du numéro de diapositive 33">
            <a:extLst>
              <a:ext uri="{FF2B5EF4-FFF2-40B4-BE49-F238E27FC236}">
                <a16:creationId xmlns:a16="http://schemas.microsoft.com/office/drawing/2014/main" id="{8D2BAF45-736B-C5A1-7CB3-E4275A3FB3A2}"/>
              </a:ext>
            </a:extLst>
          </p:cNvPr>
          <p:cNvSpPr>
            <a:spLocks noGrp="1"/>
          </p:cNvSpPr>
          <p:nvPr>
            <p:ph type="sldNum" sz="quarter" idx="12"/>
          </p:nvPr>
        </p:nvSpPr>
        <p:spPr/>
        <p:txBody>
          <a:bodyPr/>
          <a:lstStyle/>
          <a:p>
            <a:fld id="{5149A38E-4A7C-4C86-B631-64CD0F93C451}" type="slidenum">
              <a:rPr lang="fr-FR" smtClean="0"/>
              <a:t>64</a:t>
            </a:fld>
            <a:endParaRPr lang="fr-FR"/>
          </a:p>
        </p:txBody>
      </p:sp>
      <p:pic>
        <p:nvPicPr>
          <p:cNvPr id="40" name="Espace réservé du contenu 39">
            <a:extLst>
              <a:ext uri="{FF2B5EF4-FFF2-40B4-BE49-F238E27FC236}">
                <a16:creationId xmlns:a16="http://schemas.microsoft.com/office/drawing/2014/main" id="{762FC3D5-88EA-392C-2770-B6E97907AE72}"/>
              </a:ext>
            </a:extLst>
          </p:cNvPr>
          <p:cNvPicPr>
            <a:picLocks noGrp="1" noChangeAspect="1"/>
          </p:cNvPicPr>
          <p:nvPr>
            <p:ph sz="half" idx="2"/>
          </p:nvPr>
        </p:nvPicPr>
        <p:blipFill>
          <a:blip r:embed="rId3"/>
          <a:stretch>
            <a:fillRect/>
          </a:stretch>
        </p:blipFill>
        <p:spPr>
          <a:xfrm>
            <a:off x="6251575" y="2715683"/>
            <a:ext cx="5181600" cy="2571222"/>
          </a:xfrm>
        </p:spPr>
      </p:pic>
    </p:spTree>
    <p:extLst>
      <p:ext uri="{BB962C8B-B14F-4D97-AF65-F5344CB8AC3E}">
        <p14:creationId xmlns:p14="http://schemas.microsoft.com/office/powerpoint/2010/main" val="11211808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D377FE-4CF7-DBE6-BEF9-0BFF2093335F}"/>
              </a:ext>
            </a:extLst>
          </p:cNvPr>
          <p:cNvSpPr>
            <a:spLocks noGrp="1"/>
          </p:cNvSpPr>
          <p:nvPr>
            <p:ph type="title"/>
          </p:nvPr>
        </p:nvSpPr>
        <p:spPr/>
        <p:txBody>
          <a:bodyPr/>
          <a:lstStyle/>
          <a:p>
            <a:r>
              <a:rPr lang="fr-FR" dirty="0"/>
              <a:t>Conclusion</a:t>
            </a:r>
          </a:p>
        </p:txBody>
      </p:sp>
      <mc:AlternateContent xmlns:mc="http://schemas.openxmlformats.org/markup-compatibility/2006" xmlns:a14="http://schemas.microsoft.com/office/drawing/2010/main">
        <mc:Choice Requires="a14">
          <p:sp>
            <p:nvSpPr>
              <p:cNvPr id="5" name="Espace réservé du contenu 4">
                <a:extLst>
                  <a:ext uri="{FF2B5EF4-FFF2-40B4-BE49-F238E27FC236}">
                    <a16:creationId xmlns:a16="http://schemas.microsoft.com/office/drawing/2014/main" id="{C8B593EE-7713-47FB-CB76-1AD19149F2FE}"/>
                  </a:ext>
                </a:extLst>
              </p:cNvPr>
              <p:cNvSpPr>
                <a:spLocks noGrp="1"/>
              </p:cNvSpPr>
              <p:nvPr>
                <p:ph sz="half" idx="1"/>
              </p:nvPr>
            </p:nvSpPr>
            <p:spPr/>
            <p:txBody>
              <a:bodyPr>
                <a:normAutofit/>
              </a:bodyPr>
              <a:lstStyle/>
              <a:p>
                <a:pPr marL="0" indent="0">
                  <a:buNone/>
                </a:pPr>
                <a:r>
                  <a:rPr lang="fr-FR" dirty="0" err="1"/>
                  <a:t>Hippocampal</a:t>
                </a:r>
                <a:r>
                  <a:rPr lang="fr-FR" dirty="0"/>
                  <a:t> model </a:t>
                </a:r>
                <a:r>
                  <a:rPr lang="fr-FR" dirty="0" err="1"/>
                  <a:t>divided</a:t>
                </a:r>
                <a:r>
                  <a:rPr lang="fr-FR" dirty="0"/>
                  <a:t> in </a:t>
                </a:r>
                <a:r>
                  <a:rPr lang="fr-FR" dirty="0" err="1"/>
                  <a:t>two</a:t>
                </a:r>
                <a:r>
                  <a:rPr lang="fr-FR" dirty="0"/>
                  <a:t> </a:t>
                </a:r>
                <a:r>
                  <a:rPr lang="fr-FR" dirty="0" err="1"/>
                  <a:t>subsystems</a:t>
                </a:r>
                <a:r>
                  <a:rPr lang="fr-FR" dirty="0"/>
                  <a:t>:</a:t>
                </a:r>
              </a:p>
              <a:p>
                <a:r>
                  <a:rPr lang="fr-FR" dirty="0" err="1"/>
                  <a:t>Trisynaptic</a:t>
                </a:r>
                <a:r>
                  <a:rPr lang="fr-FR" dirty="0"/>
                  <a:t> </a:t>
                </a:r>
                <a:r>
                  <a:rPr lang="fr-FR" dirty="0" err="1"/>
                  <a:t>pathway</a:t>
                </a:r>
                <a:r>
                  <a:rPr lang="fr-FR" dirty="0"/>
                  <a:t>: </a:t>
                </a:r>
                <a:r>
                  <a:rPr lang="fr-FR" dirty="0" err="1"/>
                  <a:t>memorization</a:t>
                </a:r>
                <a:r>
                  <a:rPr lang="fr-FR" dirty="0"/>
                  <a:t> of </a:t>
                </a:r>
                <a:r>
                  <a:rPr lang="fr-FR" dirty="0" err="1"/>
                  <a:t>salient</a:t>
                </a:r>
                <a:r>
                  <a:rPr lang="fr-FR" dirty="0"/>
                  <a:t> </a:t>
                </a:r>
                <a:r>
                  <a:rPr lang="fr-FR" dirty="0" err="1"/>
                  <a:t>experiences</a:t>
                </a:r>
                <a:r>
                  <a:rPr lang="fr-FR" dirty="0"/>
                  <a:t> (</a:t>
                </a:r>
                <a14:m>
                  <m:oMath xmlns:m="http://schemas.openxmlformats.org/officeDocument/2006/math">
                    <m:r>
                      <a:rPr lang="fr-FR" i="1" dirty="0" smtClean="0">
                        <a:latin typeface="Cambria Math" panose="02040503050406030204" pitchFamily="18" charset="0"/>
                      </a:rPr>
                      <m:t>𝑁</m:t>
                    </m:r>
                    <m:r>
                      <a:rPr lang="fr-FR" i="1" dirty="0" smtClean="0">
                        <a:latin typeface="Cambria Math" panose="02040503050406030204" pitchFamily="18" charset="0"/>
                      </a:rPr>
                      <m:t>=64</m:t>
                    </m:r>
                  </m:oMath>
                </a14:m>
                <a:r>
                  <a:rPr lang="fr-FR" dirty="0"/>
                  <a:t>), enables </a:t>
                </a:r>
                <a:r>
                  <a:rPr lang="fr-FR" dirty="0" err="1"/>
                  <a:t>experience</a:t>
                </a:r>
                <a:r>
                  <a:rPr lang="fr-FR" dirty="0"/>
                  <a:t> replay </a:t>
                </a:r>
              </a:p>
              <a:p>
                <a:r>
                  <a:rPr lang="fr-FR" dirty="0" err="1"/>
                  <a:t>Monosynpatic</a:t>
                </a:r>
                <a:r>
                  <a:rPr lang="fr-FR" dirty="0"/>
                  <a:t> </a:t>
                </a:r>
                <a:r>
                  <a:rPr lang="fr-FR" dirty="0" err="1"/>
                  <a:t>pathway</a:t>
                </a:r>
                <a:r>
                  <a:rPr lang="fr-FR" dirty="0"/>
                  <a:t>: cortex-like, </a:t>
                </a:r>
                <a:r>
                  <a:rPr lang="fr-FR" dirty="0" err="1"/>
                  <a:t>generalizes</a:t>
                </a:r>
                <a:r>
                  <a:rPr lang="fr-FR" dirty="0"/>
                  <a:t> </a:t>
                </a:r>
                <a:r>
                  <a:rPr lang="fr-FR" dirty="0" err="1"/>
                  <a:t>across</a:t>
                </a:r>
                <a:r>
                  <a:rPr lang="fr-FR" dirty="0"/>
                  <a:t> </a:t>
                </a:r>
                <a:r>
                  <a:rPr lang="fr-FR" dirty="0" err="1"/>
                  <a:t>experiences</a:t>
                </a:r>
                <a:r>
                  <a:rPr lang="fr-FR" dirty="0"/>
                  <a:t> (</a:t>
                </a:r>
                <a14:m>
                  <m:oMath xmlns:m="http://schemas.openxmlformats.org/officeDocument/2006/math">
                    <m:r>
                      <a:rPr lang="fr-FR" i="1" dirty="0">
                        <a:latin typeface="Cambria Math" panose="02040503050406030204" pitchFamily="18" charset="0"/>
                      </a:rPr>
                      <m:t>𝑁</m:t>
                    </m:r>
                    <m:r>
                      <a:rPr lang="fr-FR" i="1" dirty="0">
                        <a:latin typeface="Cambria Math" panose="02040503050406030204" pitchFamily="18" charset="0"/>
                        <a:ea typeface="Cambria Math" panose="02040503050406030204" pitchFamily="18" charset="0"/>
                      </a:rPr>
                      <m:t>≈</m:t>
                    </m:r>
                    <m:r>
                      <a:rPr lang="fr-FR" i="1" dirty="0">
                        <a:latin typeface="Cambria Math" panose="02040503050406030204" pitchFamily="18" charset="0"/>
                      </a:rPr>
                      <m:t>50000</m:t>
                    </m:r>
                  </m:oMath>
                </a14:m>
                <a:r>
                  <a:rPr lang="fr-FR" dirty="0"/>
                  <a:t>), </a:t>
                </a:r>
                <a:r>
                  <a:rPr lang="fr-FR" dirty="0" err="1"/>
                  <a:t>enabling</a:t>
                </a:r>
                <a:r>
                  <a:rPr lang="fr-FR" dirty="0"/>
                  <a:t> </a:t>
                </a:r>
                <a:r>
                  <a:rPr lang="fr-FR" dirty="0" err="1"/>
                  <a:t>generative</a:t>
                </a:r>
                <a:r>
                  <a:rPr lang="fr-FR" dirty="0"/>
                  <a:t> replay</a:t>
                </a:r>
              </a:p>
            </p:txBody>
          </p:sp>
        </mc:Choice>
        <mc:Fallback xmlns="">
          <p:sp>
            <p:nvSpPr>
              <p:cNvPr id="5" name="Espace réservé du contenu 4">
                <a:extLst>
                  <a:ext uri="{FF2B5EF4-FFF2-40B4-BE49-F238E27FC236}">
                    <a16:creationId xmlns:a16="http://schemas.microsoft.com/office/drawing/2014/main" id="{C8B593EE-7713-47FB-CB76-1AD19149F2FE}"/>
                  </a:ext>
                </a:extLst>
              </p:cNvPr>
              <p:cNvSpPr>
                <a:spLocks noGrp="1" noRot="1" noChangeAspect="1" noMove="1" noResize="1" noEditPoints="1" noAdjustHandles="1" noChangeArrowheads="1" noChangeShapeType="1" noTextEdit="1"/>
              </p:cNvSpPr>
              <p:nvPr>
                <p:ph sz="half" idx="1"/>
              </p:nvPr>
            </p:nvSpPr>
            <p:spPr>
              <a:blipFill>
                <a:blip r:embed="rId3"/>
                <a:stretch>
                  <a:fillRect l="-2471" t="-2241" b="-140"/>
                </a:stretch>
              </a:blipFill>
            </p:spPr>
            <p:txBody>
              <a:bodyPr/>
              <a:lstStyle/>
              <a:p>
                <a:r>
                  <a:rPr lang="fr-FR">
                    <a:noFill/>
                  </a:rPr>
                  <a:t> </a:t>
                </a:r>
              </a:p>
            </p:txBody>
          </p:sp>
        </mc:Fallback>
      </mc:AlternateContent>
      <p:sp>
        <p:nvSpPr>
          <p:cNvPr id="7" name="Espace réservé du contenu 6">
            <a:extLst>
              <a:ext uri="{FF2B5EF4-FFF2-40B4-BE49-F238E27FC236}">
                <a16:creationId xmlns:a16="http://schemas.microsoft.com/office/drawing/2014/main" id="{69A21C6F-C67F-CD1C-182A-DABEB765CD21}"/>
              </a:ext>
            </a:extLst>
          </p:cNvPr>
          <p:cNvSpPr>
            <a:spLocks noGrp="1"/>
          </p:cNvSpPr>
          <p:nvPr>
            <p:ph sz="half" idx="2"/>
          </p:nvPr>
        </p:nvSpPr>
        <p:spPr/>
        <p:txBody>
          <a:bodyPr>
            <a:normAutofit/>
          </a:bodyPr>
          <a:lstStyle/>
          <a:p>
            <a:pPr marL="0" indent="0">
              <a:buNone/>
            </a:pPr>
            <a:endParaRPr lang="fr-FR" dirty="0"/>
          </a:p>
        </p:txBody>
      </p:sp>
      <p:sp>
        <p:nvSpPr>
          <p:cNvPr id="6" name="Espace réservé du numéro de diapositive 5">
            <a:extLst>
              <a:ext uri="{FF2B5EF4-FFF2-40B4-BE49-F238E27FC236}">
                <a16:creationId xmlns:a16="http://schemas.microsoft.com/office/drawing/2014/main" id="{B6D65D60-545E-2DC9-FDC0-59824FF4471B}"/>
              </a:ext>
            </a:extLst>
          </p:cNvPr>
          <p:cNvSpPr>
            <a:spLocks noGrp="1"/>
          </p:cNvSpPr>
          <p:nvPr>
            <p:ph type="sldNum" sz="quarter" idx="12"/>
          </p:nvPr>
        </p:nvSpPr>
        <p:spPr/>
        <p:txBody>
          <a:bodyPr/>
          <a:lstStyle/>
          <a:p>
            <a:fld id="{5149A38E-4A7C-4C86-B631-64CD0F93C451}" type="slidenum">
              <a:rPr lang="fr-FR" smtClean="0"/>
              <a:t>65</a:t>
            </a:fld>
            <a:endParaRPr lang="fr-FR"/>
          </a:p>
        </p:txBody>
      </p:sp>
      <p:grpSp>
        <p:nvGrpSpPr>
          <p:cNvPr id="58" name="Groupe 57">
            <a:extLst>
              <a:ext uri="{FF2B5EF4-FFF2-40B4-BE49-F238E27FC236}">
                <a16:creationId xmlns:a16="http://schemas.microsoft.com/office/drawing/2014/main" id="{8EE558A7-EF9D-1C53-D8D1-D853F8E6E837}"/>
              </a:ext>
            </a:extLst>
          </p:cNvPr>
          <p:cNvGrpSpPr/>
          <p:nvPr/>
        </p:nvGrpSpPr>
        <p:grpSpPr>
          <a:xfrm>
            <a:off x="7303503" y="2330010"/>
            <a:ext cx="3374118" cy="3618927"/>
            <a:chOff x="2380983" y="2208090"/>
            <a:chExt cx="3374118" cy="3618927"/>
          </a:xfrm>
        </p:grpSpPr>
        <p:cxnSp>
          <p:nvCxnSpPr>
            <p:cNvPr id="59" name="Connecteur droit 58">
              <a:extLst>
                <a:ext uri="{FF2B5EF4-FFF2-40B4-BE49-F238E27FC236}">
                  <a16:creationId xmlns:a16="http://schemas.microsoft.com/office/drawing/2014/main" id="{404B832E-4D83-C62D-B411-7BF6459CFB51}"/>
                </a:ext>
              </a:extLst>
            </p:cNvPr>
            <p:cNvCxnSpPr>
              <a:cxnSpLocks/>
            </p:cNvCxnSpPr>
            <p:nvPr/>
          </p:nvCxnSpPr>
          <p:spPr>
            <a:xfrm flipV="1">
              <a:off x="3273428" y="2208090"/>
              <a:ext cx="0" cy="158693"/>
            </a:xfrm>
            <a:prstGeom prst="line">
              <a:avLst/>
            </a:prstGeom>
            <a:ln w="12700"/>
          </p:spPr>
          <p:style>
            <a:lnRef idx="1">
              <a:schemeClr val="accent1"/>
            </a:lnRef>
            <a:fillRef idx="0">
              <a:schemeClr val="accent1"/>
            </a:fillRef>
            <a:effectRef idx="0">
              <a:schemeClr val="accent1"/>
            </a:effectRef>
            <a:fontRef idx="minor">
              <a:schemeClr val="tx1"/>
            </a:fontRef>
          </p:style>
        </p:cxnSp>
        <p:grpSp>
          <p:nvGrpSpPr>
            <p:cNvPr id="60" name="Groupe 59">
              <a:extLst>
                <a:ext uri="{FF2B5EF4-FFF2-40B4-BE49-F238E27FC236}">
                  <a16:creationId xmlns:a16="http://schemas.microsoft.com/office/drawing/2014/main" id="{D8E7FB9B-4386-9C9C-60C4-DB75202E4B2E}"/>
                </a:ext>
              </a:extLst>
            </p:cNvPr>
            <p:cNvGrpSpPr/>
            <p:nvPr/>
          </p:nvGrpSpPr>
          <p:grpSpPr>
            <a:xfrm>
              <a:off x="2380983" y="2208090"/>
              <a:ext cx="3374118" cy="3618927"/>
              <a:chOff x="2380983" y="2208090"/>
              <a:chExt cx="3374118" cy="3618927"/>
            </a:xfrm>
          </p:grpSpPr>
          <p:grpSp>
            <p:nvGrpSpPr>
              <p:cNvPr id="61" name="Groupe 60">
                <a:extLst>
                  <a:ext uri="{FF2B5EF4-FFF2-40B4-BE49-F238E27FC236}">
                    <a16:creationId xmlns:a16="http://schemas.microsoft.com/office/drawing/2014/main" id="{989B2E39-6652-67AD-0364-98A4BCB275D6}"/>
                  </a:ext>
                </a:extLst>
              </p:cNvPr>
              <p:cNvGrpSpPr/>
              <p:nvPr/>
            </p:nvGrpSpPr>
            <p:grpSpPr>
              <a:xfrm>
                <a:off x="2380983" y="2367765"/>
                <a:ext cx="3374118" cy="3459252"/>
                <a:chOff x="8748102" y="2544444"/>
                <a:chExt cx="3374118" cy="3459252"/>
              </a:xfrm>
            </p:grpSpPr>
            <p:grpSp>
              <p:nvGrpSpPr>
                <p:cNvPr id="63" name="Groupe 62">
                  <a:extLst>
                    <a:ext uri="{FF2B5EF4-FFF2-40B4-BE49-F238E27FC236}">
                      <a16:creationId xmlns:a16="http://schemas.microsoft.com/office/drawing/2014/main" id="{E56F10CB-058D-AAA0-ACD2-940C05389EDA}"/>
                    </a:ext>
                  </a:extLst>
                </p:cNvPr>
                <p:cNvGrpSpPr/>
                <p:nvPr/>
              </p:nvGrpSpPr>
              <p:grpSpPr>
                <a:xfrm>
                  <a:off x="8748102" y="2544444"/>
                  <a:ext cx="3374118" cy="3459252"/>
                  <a:chOff x="2943959" y="2426625"/>
                  <a:chExt cx="3374118" cy="3459252"/>
                </a:xfrm>
              </p:grpSpPr>
              <p:sp>
                <p:nvSpPr>
                  <p:cNvPr id="65" name="ZoneTexte 64">
                    <a:extLst>
                      <a:ext uri="{FF2B5EF4-FFF2-40B4-BE49-F238E27FC236}">
                        <a16:creationId xmlns:a16="http://schemas.microsoft.com/office/drawing/2014/main" id="{7FD75E56-41DF-D473-E1D4-479E6B711B42}"/>
                      </a:ext>
                    </a:extLst>
                  </p:cNvPr>
                  <p:cNvSpPr txBox="1"/>
                  <p:nvPr/>
                </p:nvSpPr>
                <p:spPr>
                  <a:xfrm>
                    <a:off x="3646448" y="5486400"/>
                    <a:ext cx="572080" cy="369332"/>
                  </a:xfrm>
                  <a:prstGeom prst="rect">
                    <a:avLst/>
                  </a:prstGeom>
                  <a:noFill/>
                  <a:ln>
                    <a:solidFill>
                      <a:schemeClr val="tx1"/>
                    </a:solidFill>
                  </a:ln>
                </p:spPr>
                <p:txBody>
                  <a:bodyPr wrap="none" rtlCol="0">
                    <a:spAutoFit/>
                  </a:bodyPr>
                  <a:lstStyle/>
                  <a:p>
                    <a:r>
                      <a:rPr lang="fr-FR" dirty="0"/>
                      <a:t>LGN</a:t>
                    </a:r>
                  </a:p>
                </p:txBody>
              </p:sp>
              <p:sp>
                <p:nvSpPr>
                  <p:cNvPr id="66" name="ZoneTexte 65">
                    <a:extLst>
                      <a:ext uri="{FF2B5EF4-FFF2-40B4-BE49-F238E27FC236}">
                        <a16:creationId xmlns:a16="http://schemas.microsoft.com/office/drawing/2014/main" id="{FABFD055-C703-3602-E2BB-F58FF05EB964}"/>
                      </a:ext>
                    </a:extLst>
                  </p:cNvPr>
                  <p:cNvSpPr txBox="1"/>
                  <p:nvPr/>
                </p:nvSpPr>
                <p:spPr>
                  <a:xfrm>
                    <a:off x="3713742" y="4693323"/>
                    <a:ext cx="437492" cy="369332"/>
                  </a:xfrm>
                  <a:prstGeom prst="rect">
                    <a:avLst/>
                  </a:prstGeom>
                  <a:noFill/>
                  <a:ln>
                    <a:solidFill>
                      <a:schemeClr val="tx1"/>
                    </a:solidFill>
                  </a:ln>
                </p:spPr>
                <p:txBody>
                  <a:bodyPr wrap="none" rtlCol="0">
                    <a:spAutoFit/>
                  </a:bodyPr>
                  <a:lstStyle/>
                  <a:p>
                    <a:r>
                      <a:rPr lang="fr-FR" dirty="0"/>
                      <a:t>VC</a:t>
                    </a:r>
                  </a:p>
                </p:txBody>
              </p:sp>
              <p:sp>
                <p:nvSpPr>
                  <p:cNvPr id="67" name="ZoneTexte 66">
                    <a:extLst>
                      <a:ext uri="{FF2B5EF4-FFF2-40B4-BE49-F238E27FC236}">
                        <a16:creationId xmlns:a16="http://schemas.microsoft.com/office/drawing/2014/main" id="{B31E81FC-81F8-F0DA-D77F-5F8B777C0107}"/>
                      </a:ext>
                    </a:extLst>
                  </p:cNvPr>
                  <p:cNvSpPr txBox="1"/>
                  <p:nvPr/>
                </p:nvSpPr>
                <p:spPr>
                  <a:xfrm>
                    <a:off x="3717109" y="3898774"/>
                    <a:ext cx="417615" cy="369332"/>
                  </a:xfrm>
                  <a:prstGeom prst="rect">
                    <a:avLst/>
                  </a:prstGeom>
                  <a:noFill/>
                  <a:ln w="9525">
                    <a:solidFill>
                      <a:schemeClr val="tx1"/>
                    </a:solidFill>
                  </a:ln>
                </p:spPr>
                <p:txBody>
                  <a:bodyPr wrap="none" rtlCol="0">
                    <a:spAutoFit/>
                  </a:bodyPr>
                  <a:lstStyle/>
                  <a:p>
                    <a:r>
                      <a:rPr lang="fr-FR" dirty="0"/>
                      <a:t>EC</a:t>
                    </a:r>
                  </a:p>
                </p:txBody>
              </p:sp>
              <p:sp>
                <p:nvSpPr>
                  <p:cNvPr id="68" name="ZoneTexte 67">
                    <a:extLst>
                      <a:ext uri="{FF2B5EF4-FFF2-40B4-BE49-F238E27FC236}">
                        <a16:creationId xmlns:a16="http://schemas.microsoft.com/office/drawing/2014/main" id="{6BDDA86B-07EB-C053-ADEE-60BB627434C9}"/>
                      </a:ext>
                    </a:extLst>
                  </p:cNvPr>
                  <p:cNvSpPr txBox="1"/>
                  <p:nvPr/>
                </p:nvSpPr>
                <p:spPr>
                  <a:xfrm>
                    <a:off x="2943959" y="3193165"/>
                    <a:ext cx="473206" cy="369332"/>
                  </a:xfrm>
                  <a:prstGeom prst="rect">
                    <a:avLst/>
                  </a:prstGeom>
                  <a:noFill/>
                  <a:ln>
                    <a:solidFill>
                      <a:schemeClr val="tx1"/>
                    </a:solidFill>
                  </a:ln>
                </p:spPr>
                <p:txBody>
                  <a:bodyPr wrap="none" rtlCol="0">
                    <a:spAutoFit/>
                  </a:bodyPr>
                  <a:lstStyle/>
                  <a:p>
                    <a:r>
                      <a:rPr lang="fr-FR" dirty="0"/>
                      <a:t>DG</a:t>
                    </a:r>
                  </a:p>
                </p:txBody>
              </p:sp>
              <p:sp>
                <p:nvSpPr>
                  <p:cNvPr id="69" name="ZoneTexte 68">
                    <a:extLst>
                      <a:ext uri="{FF2B5EF4-FFF2-40B4-BE49-F238E27FC236}">
                        <a16:creationId xmlns:a16="http://schemas.microsoft.com/office/drawing/2014/main" id="{6B484FCF-F09F-AF13-0693-A88268C5BE32}"/>
                      </a:ext>
                    </a:extLst>
                  </p:cNvPr>
                  <p:cNvSpPr txBox="1"/>
                  <p:nvPr/>
                </p:nvSpPr>
                <p:spPr>
                  <a:xfrm>
                    <a:off x="3646448" y="2426625"/>
                    <a:ext cx="558166" cy="369332"/>
                  </a:xfrm>
                  <a:prstGeom prst="rect">
                    <a:avLst/>
                  </a:prstGeom>
                  <a:noFill/>
                  <a:ln>
                    <a:solidFill>
                      <a:schemeClr val="tx1"/>
                    </a:solidFill>
                  </a:ln>
                </p:spPr>
                <p:txBody>
                  <a:bodyPr wrap="none" rtlCol="0">
                    <a:spAutoFit/>
                  </a:bodyPr>
                  <a:lstStyle/>
                  <a:p>
                    <a:r>
                      <a:rPr lang="fr-FR" dirty="0"/>
                      <a:t>CA3</a:t>
                    </a:r>
                  </a:p>
                </p:txBody>
              </p:sp>
              <p:sp>
                <p:nvSpPr>
                  <p:cNvPr id="70" name="ZoneTexte 69">
                    <a:extLst>
                      <a:ext uri="{FF2B5EF4-FFF2-40B4-BE49-F238E27FC236}">
                        <a16:creationId xmlns:a16="http://schemas.microsoft.com/office/drawing/2014/main" id="{AFCFB454-7FD2-EDD4-61FD-E5104A4253B8}"/>
                      </a:ext>
                    </a:extLst>
                  </p:cNvPr>
                  <p:cNvSpPr txBox="1"/>
                  <p:nvPr/>
                </p:nvSpPr>
                <p:spPr>
                  <a:xfrm>
                    <a:off x="4403528" y="3193165"/>
                    <a:ext cx="558166" cy="369332"/>
                  </a:xfrm>
                  <a:prstGeom prst="rect">
                    <a:avLst/>
                  </a:prstGeom>
                  <a:noFill/>
                  <a:ln>
                    <a:solidFill>
                      <a:schemeClr val="tx1"/>
                    </a:solidFill>
                  </a:ln>
                </p:spPr>
                <p:txBody>
                  <a:bodyPr wrap="none" rtlCol="0">
                    <a:spAutoFit/>
                  </a:bodyPr>
                  <a:lstStyle/>
                  <a:p>
                    <a:r>
                      <a:rPr lang="fr-FR" dirty="0"/>
                      <a:t>CA1</a:t>
                    </a:r>
                  </a:p>
                </p:txBody>
              </p:sp>
              <p:cxnSp>
                <p:nvCxnSpPr>
                  <p:cNvPr id="71" name="Connecteur droit avec flèche 70">
                    <a:extLst>
                      <a:ext uri="{FF2B5EF4-FFF2-40B4-BE49-F238E27FC236}">
                        <a16:creationId xmlns:a16="http://schemas.microsoft.com/office/drawing/2014/main" id="{6C68EE2C-D8CF-D4F3-7599-BC3450A352BA}"/>
                      </a:ext>
                    </a:extLst>
                  </p:cNvPr>
                  <p:cNvCxnSpPr>
                    <a:cxnSpLocks/>
                  </p:cNvCxnSpPr>
                  <p:nvPr/>
                </p:nvCxnSpPr>
                <p:spPr>
                  <a:xfrm flipV="1">
                    <a:off x="3857245"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2" name="Connecteur droit avec flèche 71">
                    <a:extLst>
                      <a:ext uri="{FF2B5EF4-FFF2-40B4-BE49-F238E27FC236}">
                        <a16:creationId xmlns:a16="http://schemas.microsoft.com/office/drawing/2014/main" id="{C8299694-81E6-4E27-62CD-5D28B8BB31D0}"/>
                      </a:ext>
                    </a:extLst>
                  </p:cNvPr>
                  <p:cNvCxnSpPr>
                    <a:cxnSpLocks/>
                    <a:endCxn id="65" idx="0"/>
                  </p:cNvCxnSpPr>
                  <p:nvPr/>
                </p:nvCxnSpPr>
                <p:spPr>
                  <a:xfrm>
                    <a:off x="3932488" y="5062655"/>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3" name="Connecteur droit avec flèche 72">
                    <a:extLst>
                      <a:ext uri="{FF2B5EF4-FFF2-40B4-BE49-F238E27FC236}">
                        <a16:creationId xmlns:a16="http://schemas.microsoft.com/office/drawing/2014/main" id="{CC2349CD-CD9D-9AFF-F781-5C4CE9ABA972}"/>
                      </a:ext>
                    </a:extLst>
                  </p:cNvPr>
                  <p:cNvCxnSpPr>
                    <a:cxnSpLocks/>
                  </p:cNvCxnSpPr>
                  <p:nvPr/>
                </p:nvCxnSpPr>
                <p:spPr>
                  <a:xfrm flipV="1">
                    <a:off x="3875833"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4" name="Connecteur droit avec flèche 73">
                    <a:extLst>
                      <a:ext uri="{FF2B5EF4-FFF2-40B4-BE49-F238E27FC236}">
                        <a16:creationId xmlns:a16="http://schemas.microsoft.com/office/drawing/2014/main" id="{60307AE7-5E23-DC20-57C2-75B124959682}"/>
                      </a:ext>
                    </a:extLst>
                  </p:cNvPr>
                  <p:cNvCxnSpPr/>
                  <p:nvPr/>
                </p:nvCxnSpPr>
                <p:spPr>
                  <a:xfrm>
                    <a:off x="3951076" y="4267204"/>
                    <a:ext cx="0" cy="423745"/>
                  </a:xfrm>
                  <a:prstGeom prst="straightConnector1">
                    <a:avLst/>
                  </a:prstGeom>
                  <a:ln w="12700">
                    <a:solidFill>
                      <a:schemeClr val="accent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5" name="Connecteur droit avec flèche 74">
                    <a:extLst>
                      <a:ext uri="{FF2B5EF4-FFF2-40B4-BE49-F238E27FC236}">
                        <a16:creationId xmlns:a16="http://schemas.microsoft.com/office/drawing/2014/main" id="{6E50873F-E0A5-440F-FFD3-DB3B26F551FA}"/>
                      </a:ext>
                    </a:extLst>
                  </p:cNvPr>
                  <p:cNvCxnSpPr>
                    <a:cxnSpLocks/>
                    <a:stCxn id="67" idx="1"/>
                    <a:endCxn id="68" idx="2"/>
                  </p:cNvCxnSpPr>
                  <p:nvPr/>
                </p:nvCxnSpPr>
                <p:spPr>
                  <a:xfrm flipH="1" flipV="1">
                    <a:off x="3180562" y="3562497"/>
                    <a:ext cx="536547" cy="520943"/>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6" name="Connecteur droit avec flèche 75">
                    <a:extLst>
                      <a:ext uri="{FF2B5EF4-FFF2-40B4-BE49-F238E27FC236}">
                        <a16:creationId xmlns:a16="http://schemas.microsoft.com/office/drawing/2014/main" id="{37485372-F8DF-160A-3F9F-0EF355C5B50C}"/>
                      </a:ext>
                    </a:extLst>
                  </p:cNvPr>
                  <p:cNvCxnSpPr>
                    <a:cxnSpLocks/>
                    <a:stCxn id="68" idx="0"/>
                    <a:endCxn id="69" idx="1"/>
                  </p:cNvCxnSpPr>
                  <p:nvPr/>
                </p:nvCxnSpPr>
                <p:spPr>
                  <a:xfrm flipV="1">
                    <a:off x="3180562" y="2611291"/>
                    <a:ext cx="465886" cy="581874"/>
                  </a:xfrm>
                  <a:prstGeom prst="straightConnector1">
                    <a:avLst/>
                  </a:prstGeom>
                  <a:ln w="12700">
                    <a:solidFill>
                      <a:schemeClr val="tx1"/>
                    </a:solidFill>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7" name="Connecteur droit avec flèche 76">
                    <a:extLst>
                      <a:ext uri="{FF2B5EF4-FFF2-40B4-BE49-F238E27FC236}">
                        <a16:creationId xmlns:a16="http://schemas.microsoft.com/office/drawing/2014/main" id="{FA094834-4FEF-0193-845C-C4E7DBED9B8E}"/>
                      </a:ext>
                    </a:extLst>
                  </p:cNvPr>
                  <p:cNvCxnSpPr>
                    <a:cxnSpLocks/>
                    <a:stCxn id="69" idx="3"/>
                    <a:endCxn id="70" idx="0"/>
                  </p:cNvCxnSpPr>
                  <p:nvPr/>
                </p:nvCxnSpPr>
                <p:spPr>
                  <a:xfrm>
                    <a:off x="4204614" y="2611291"/>
                    <a:ext cx="477997" cy="581874"/>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8" name="Connecteur droit avec flèche 77">
                    <a:extLst>
                      <a:ext uri="{FF2B5EF4-FFF2-40B4-BE49-F238E27FC236}">
                        <a16:creationId xmlns:a16="http://schemas.microsoft.com/office/drawing/2014/main" id="{11EB9BC2-84F5-E6DF-503E-D36249B2B1A0}"/>
                      </a:ext>
                    </a:extLst>
                  </p:cNvPr>
                  <p:cNvCxnSpPr>
                    <a:cxnSpLocks/>
                    <a:stCxn id="70" idx="2"/>
                    <a:endCxn id="67" idx="3"/>
                  </p:cNvCxnSpPr>
                  <p:nvPr/>
                </p:nvCxnSpPr>
                <p:spPr>
                  <a:xfrm flipH="1">
                    <a:off x="4134724" y="3562497"/>
                    <a:ext cx="547887" cy="520943"/>
                  </a:xfrm>
                  <a:prstGeom prst="straightConnector1">
                    <a:avLst/>
                  </a:prstGeom>
                  <a:ln w="12700">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79" name="Connecteur droit avec flèche 78">
                    <a:extLst>
                      <a:ext uri="{FF2B5EF4-FFF2-40B4-BE49-F238E27FC236}">
                        <a16:creationId xmlns:a16="http://schemas.microsoft.com/office/drawing/2014/main" id="{DEF3028E-1666-1E35-9509-4229E2B24AFE}"/>
                      </a:ext>
                    </a:extLst>
                  </p:cNvPr>
                  <p:cNvCxnSpPr>
                    <a:cxnSpLocks/>
                  </p:cNvCxnSpPr>
                  <p:nvPr/>
                </p:nvCxnSpPr>
                <p:spPr>
                  <a:xfrm flipV="1">
                    <a:off x="4129584" y="3561908"/>
                    <a:ext cx="690070" cy="634229"/>
                  </a:xfrm>
                  <a:prstGeom prst="straightConnector1">
                    <a:avLst/>
                  </a:prstGeom>
                  <a:ln w="12700">
                    <a:prstDash val="solid"/>
                    <a:headEnd w="med" len="med"/>
                    <a:tailEnd type="stealth"/>
                  </a:ln>
                </p:spPr>
                <p:style>
                  <a:lnRef idx="1">
                    <a:schemeClr val="accent1"/>
                  </a:lnRef>
                  <a:fillRef idx="0">
                    <a:schemeClr val="accent1"/>
                  </a:fillRef>
                  <a:effectRef idx="0">
                    <a:schemeClr val="accent1"/>
                  </a:effectRef>
                  <a:fontRef idx="minor">
                    <a:schemeClr val="tx1"/>
                  </a:fontRef>
                </p:style>
              </p:cxnSp>
              <p:cxnSp>
                <p:nvCxnSpPr>
                  <p:cNvPr id="80" name="Connecteur droit 79">
                    <a:extLst>
                      <a:ext uri="{FF2B5EF4-FFF2-40B4-BE49-F238E27FC236}">
                        <a16:creationId xmlns:a16="http://schemas.microsoft.com/office/drawing/2014/main" id="{983E1BF5-20C3-13D7-C890-FF48A4560974}"/>
                      </a:ext>
                    </a:extLst>
                  </p:cNvPr>
                  <p:cNvCxnSpPr/>
                  <p:nvPr/>
                </p:nvCxnSpPr>
                <p:spPr>
                  <a:xfrm>
                    <a:off x="5470847" y="5577857"/>
                    <a:ext cx="290513"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1" name="ZoneTexte 80">
                    <a:extLst>
                      <a:ext uri="{FF2B5EF4-FFF2-40B4-BE49-F238E27FC236}">
                        <a16:creationId xmlns:a16="http://schemas.microsoft.com/office/drawing/2014/main" id="{E6082E9A-B73B-22AE-AA58-CE15E3F3BBD6}"/>
                      </a:ext>
                    </a:extLst>
                  </p:cNvPr>
                  <p:cNvSpPr txBox="1"/>
                  <p:nvPr/>
                </p:nvSpPr>
                <p:spPr>
                  <a:xfrm>
                    <a:off x="5728027" y="5417617"/>
                    <a:ext cx="585288" cy="261610"/>
                  </a:xfrm>
                  <a:prstGeom prst="rect">
                    <a:avLst/>
                  </a:prstGeom>
                  <a:noFill/>
                </p:spPr>
                <p:txBody>
                  <a:bodyPr wrap="square" rtlCol="0">
                    <a:spAutoFit/>
                  </a:bodyPr>
                  <a:lstStyle/>
                  <a:p>
                    <a:r>
                      <a:rPr lang="fr-FR" sz="1100" dirty="0"/>
                      <a:t>plastic</a:t>
                    </a:r>
                  </a:p>
                </p:txBody>
              </p:sp>
              <p:cxnSp>
                <p:nvCxnSpPr>
                  <p:cNvPr id="82" name="Connecteur droit 81">
                    <a:extLst>
                      <a:ext uri="{FF2B5EF4-FFF2-40B4-BE49-F238E27FC236}">
                        <a16:creationId xmlns:a16="http://schemas.microsoft.com/office/drawing/2014/main" id="{6481058A-AFB6-B0A1-8015-A625384AA3BA}"/>
                      </a:ext>
                    </a:extLst>
                  </p:cNvPr>
                  <p:cNvCxnSpPr/>
                  <p:nvPr/>
                </p:nvCxnSpPr>
                <p:spPr>
                  <a:xfrm>
                    <a:off x="5475610" y="5777056"/>
                    <a:ext cx="29051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ZoneTexte 82">
                    <a:extLst>
                      <a:ext uri="{FF2B5EF4-FFF2-40B4-BE49-F238E27FC236}">
                        <a16:creationId xmlns:a16="http://schemas.microsoft.com/office/drawing/2014/main" id="{0DCBAE08-8F52-1C87-F33C-FC00ECF55E80}"/>
                      </a:ext>
                    </a:extLst>
                  </p:cNvPr>
                  <p:cNvSpPr txBox="1"/>
                  <p:nvPr/>
                </p:nvSpPr>
                <p:spPr>
                  <a:xfrm>
                    <a:off x="5732789" y="5624267"/>
                    <a:ext cx="585288" cy="261610"/>
                  </a:xfrm>
                  <a:prstGeom prst="rect">
                    <a:avLst/>
                  </a:prstGeom>
                  <a:noFill/>
                </p:spPr>
                <p:txBody>
                  <a:bodyPr wrap="square" rtlCol="0">
                    <a:spAutoFit/>
                  </a:bodyPr>
                  <a:lstStyle/>
                  <a:p>
                    <a:r>
                      <a:rPr lang="fr-FR" sz="1100" dirty="0" err="1"/>
                      <a:t>fixed</a:t>
                    </a:r>
                    <a:endParaRPr lang="fr-FR" sz="1100" dirty="0"/>
                  </a:p>
                </p:txBody>
              </p:sp>
              <p:cxnSp>
                <p:nvCxnSpPr>
                  <p:cNvPr id="84" name="Connecteur droit 83">
                    <a:extLst>
                      <a:ext uri="{FF2B5EF4-FFF2-40B4-BE49-F238E27FC236}">
                        <a16:creationId xmlns:a16="http://schemas.microsoft.com/office/drawing/2014/main" id="{65BF610E-9F51-CD0E-4173-1E2C6E201214}"/>
                      </a:ext>
                    </a:extLst>
                  </p:cNvPr>
                  <p:cNvCxnSpPr/>
                  <p:nvPr/>
                </p:nvCxnSpPr>
                <p:spPr>
                  <a:xfrm>
                    <a:off x="5470847" y="5535323"/>
                    <a:ext cx="290513"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grpSp>
            <p:cxnSp>
              <p:nvCxnSpPr>
                <p:cNvPr id="64" name="Connecteur droit avec flèche 63">
                  <a:extLst>
                    <a:ext uri="{FF2B5EF4-FFF2-40B4-BE49-F238E27FC236}">
                      <a16:creationId xmlns:a16="http://schemas.microsoft.com/office/drawing/2014/main" id="{16023AAF-1733-CC59-2EBD-DC6B40EDF255}"/>
                    </a:ext>
                  </a:extLst>
                </p:cNvPr>
                <p:cNvCxnSpPr>
                  <a:cxnSpLocks/>
                  <a:stCxn id="67" idx="0"/>
                  <a:endCxn id="69" idx="2"/>
                </p:cNvCxnSpPr>
                <p:nvPr/>
              </p:nvCxnSpPr>
              <p:spPr>
                <a:xfrm flipH="1" flipV="1">
                  <a:off x="9729674" y="2913776"/>
                  <a:ext cx="386" cy="1102817"/>
                </a:xfrm>
                <a:prstGeom prst="straightConnector1">
                  <a:avLst/>
                </a:prstGeom>
                <a:ln w="12700">
                  <a:tailEnd type="triangle"/>
                </a:ln>
              </p:spPr>
              <p:style>
                <a:lnRef idx="2">
                  <a:schemeClr val="accent1"/>
                </a:lnRef>
                <a:fillRef idx="0">
                  <a:schemeClr val="accent1"/>
                </a:fillRef>
                <a:effectRef idx="1">
                  <a:schemeClr val="accent1"/>
                </a:effectRef>
                <a:fontRef idx="minor">
                  <a:schemeClr val="tx1"/>
                </a:fontRef>
              </p:style>
            </p:cxnSp>
          </p:grpSp>
          <p:cxnSp>
            <p:nvCxnSpPr>
              <p:cNvPr id="62" name="Connecteur : en angle 61">
                <a:extLst>
                  <a:ext uri="{FF2B5EF4-FFF2-40B4-BE49-F238E27FC236}">
                    <a16:creationId xmlns:a16="http://schemas.microsoft.com/office/drawing/2014/main" id="{FB6855F4-959E-8232-7334-9C43CD64BDA7}"/>
                  </a:ext>
                </a:extLst>
              </p:cNvPr>
              <p:cNvCxnSpPr>
                <a:cxnSpLocks/>
              </p:cNvCxnSpPr>
              <p:nvPr/>
            </p:nvCxnSpPr>
            <p:spPr>
              <a:xfrm>
                <a:off x="3273428" y="2208090"/>
                <a:ext cx="214896" cy="158692"/>
              </a:xfrm>
              <a:prstGeom prst="bentConnector3">
                <a:avLst>
                  <a:gd name="adj1" fmla="val 101891"/>
                </a:avLst>
              </a:prstGeom>
              <a:ln w="12700">
                <a:tailEnd type="stealth"/>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599842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B9ED74-70D2-F7CB-AF14-90D521093A90}"/>
              </a:ext>
            </a:extLst>
          </p:cNvPr>
          <p:cNvSpPr>
            <a:spLocks noGrp="1"/>
          </p:cNvSpPr>
          <p:nvPr>
            <p:ph type="title"/>
          </p:nvPr>
        </p:nvSpPr>
        <p:spPr/>
        <p:txBody>
          <a:bodyPr/>
          <a:lstStyle/>
          <a:p>
            <a:r>
              <a:rPr lang="fr-FR" dirty="0"/>
              <a:t>Future </a:t>
            </a:r>
            <a:r>
              <a:rPr lang="fr-FR" dirty="0" err="1"/>
              <a:t>work</a:t>
            </a:r>
            <a:endParaRPr lang="fr-FR" dirty="0"/>
          </a:p>
        </p:txBody>
      </p:sp>
      <p:sp>
        <p:nvSpPr>
          <p:cNvPr id="3" name="Espace réservé du contenu 2">
            <a:extLst>
              <a:ext uri="{FF2B5EF4-FFF2-40B4-BE49-F238E27FC236}">
                <a16:creationId xmlns:a16="http://schemas.microsoft.com/office/drawing/2014/main" id="{EE7AE465-5ADE-6127-AF6C-81B5F933130A}"/>
              </a:ext>
            </a:extLst>
          </p:cNvPr>
          <p:cNvSpPr>
            <a:spLocks noGrp="1"/>
          </p:cNvSpPr>
          <p:nvPr>
            <p:ph sz="half" idx="1"/>
          </p:nvPr>
        </p:nvSpPr>
        <p:spPr/>
        <p:txBody>
          <a:bodyPr>
            <a:normAutofit/>
          </a:bodyPr>
          <a:lstStyle/>
          <a:p>
            <a:pPr marL="514350" indent="-514350">
              <a:buFont typeface="+mj-lt"/>
              <a:buAutoNum type="arabicPeriod"/>
            </a:pPr>
            <a:r>
              <a:rPr lang="fr-FR" dirty="0" err="1"/>
              <a:t>Adapt</a:t>
            </a:r>
            <a:r>
              <a:rPr lang="fr-FR" dirty="0"/>
              <a:t> </a:t>
            </a:r>
            <a:r>
              <a:rPr lang="fr-FR" dirty="0" err="1"/>
              <a:t>predictive</a:t>
            </a:r>
            <a:r>
              <a:rPr lang="fr-FR" dirty="0"/>
              <a:t> </a:t>
            </a:r>
            <a:r>
              <a:rPr lang="fr-FR" dirty="0" err="1"/>
              <a:t>coding</a:t>
            </a:r>
            <a:r>
              <a:rPr lang="fr-FR" dirty="0"/>
              <a:t> model to more </a:t>
            </a:r>
            <a:r>
              <a:rPr lang="fr-FR" dirty="0" err="1"/>
              <a:t>complex</a:t>
            </a:r>
            <a:r>
              <a:rPr lang="fr-FR" dirty="0"/>
              <a:t> inputs</a:t>
            </a:r>
          </a:p>
          <a:p>
            <a:pPr marL="514350" indent="-514350">
              <a:buFont typeface="+mj-lt"/>
              <a:buAutoNum type="arabicPeriod"/>
            </a:pPr>
            <a:r>
              <a:rPr lang="fr-FR" dirty="0"/>
              <a:t>Extension to navigation</a:t>
            </a:r>
          </a:p>
          <a:p>
            <a:pPr lvl="1"/>
            <a:r>
              <a:rPr lang="fr-FR" dirty="0" err="1"/>
              <a:t>Sequences</a:t>
            </a:r>
            <a:endParaRPr lang="fr-FR" dirty="0"/>
          </a:p>
          <a:p>
            <a:pPr lvl="1"/>
            <a:r>
              <a:rPr lang="fr-FR" dirty="0" err="1"/>
              <a:t>mEC</a:t>
            </a:r>
            <a:r>
              <a:rPr lang="fr-FR" dirty="0"/>
              <a:t>: </a:t>
            </a:r>
            <a:r>
              <a:rPr lang="fr-FR" dirty="0" err="1"/>
              <a:t>grid</a:t>
            </a:r>
            <a:r>
              <a:rPr lang="fr-FR" dirty="0"/>
              <a:t> </a:t>
            </a:r>
            <a:r>
              <a:rPr lang="fr-FR" dirty="0" err="1"/>
              <a:t>cells</a:t>
            </a:r>
            <a:r>
              <a:rPr lang="fr-FR" dirty="0"/>
              <a:t>, place </a:t>
            </a:r>
            <a:r>
              <a:rPr lang="fr-FR" dirty="0" err="1"/>
              <a:t>cells</a:t>
            </a:r>
            <a:endParaRPr lang="fr-FR" dirty="0"/>
          </a:p>
          <a:p>
            <a:pPr marL="514350" indent="-514350">
              <a:buFont typeface="+mj-lt"/>
              <a:buAutoNum type="arabicPeriod"/>
            </a:pPr>
            <a:r>
              <a:rPr lang="fr-FR" dirty="0" err="1"/>
              <a:t>Mechanisms</a:t>
            </a:r>
            <a:r>
              <a:rPr lang="fr-FR" dirty="0"/>
              <a:t> </a:t>
            </a:r>
            <a:r>
              <a:rPr lang="fr-FR" dirty="0" err="1"/>
              <a:t>underlying</a:t>
            </a:r>
            <a:r>
              <a:rPr lang="fr-FR" dirty="0"/>
              <a:t> sampling to </a:t>
            </a:r>
            <a:r>
              <a:rPr lang="fr-FR" dirty="0" err="1"/>
              <a:t>account</a:t>
            </a:r>
            <a:r>
              <a:rPr lang="fr-FR" dirty="0"/>
              <a:t> for the </a:t>
            </a:r>
            <a:r>
              <a:rPr lang="fr-FR" dirty="0" err="1"/>
              <a:t>diversity</a:t>
            </a:r>
            <a:r>
              <a:rPr lang="fr-FR" dirty="0"/>
              <a:t> of replay </a:t>
            </a:r>
            <a:r>
              <a:rPr lang="fr-FR" dirty="0" err="1"/>
              <a:t>sequences</a:t>
            </a:r>
            <a:endParaRPr lang="fr-FR" dirty="0"/>
          </a:p>
        </p:txBody>
      </p:sp>
      <p:sp>
        <p:nvSpPr>
          <p:cNvPr id="5" name="Espace réservé du numéro de diapositive 4">
            <a:extLst>
              <a:ext uri="{FF2B5EF4-FFF2-40B4-BE49-F238E27FC236}">
                <a16:creationId xmlns:a16="http://schemas.microsoft.com/office/drawing/2014/main" id="{F65607BD-A972-8E17-B331-A01F51C2506A}"/>
              </a:ext>
            </a:extLst>
          </p:cNvPr>
          <p:cNvSpPr>
            <a:spLocks noGrp="1"/>
          </p:cNvSpPr>
          <p:nvPr>
            <p:ph type="sldNum" sz="quarter" idx="12"/>
          </p:nvPr>
        </p:nvSpPr>
        <p:spPr/>
        <p:txBody>
          <a:bodyPr/>
          <a:lstStyle/>
          <a:p>
            <a:fld id="{5149A38E-4A7C-4C86-B631-64CD0F93C451}" type="slidenum">
              <a:rPr lang="fr-FR" smtClean="0"/>
              <a:t>66</a:t>
            </a:fld>
            <a:endParaRPr lang="fr-FR"/>
          </a:p>
        </p:txBody>
      </p:sp>
      <p:pic>
        <p:nvPicPr>
          <p:cNvPr id="10" name="Image 9">
            <a:extLst>
              <a:ext uri="{FF2B5EF4-FFF2-40B4-BE49-F238E27FC236}">
                <a16:creationId xmlns:a16="http://schemas.microsoft.com/office/drawing/2014/main" id="{4EA6D4E8-88FC-8965-AE86-A5879EAAE892}"/>
              </a:ext>
            </a:extLst>
          </p:cNvPr>
          <p:cNvPicPr>
            <a:picLocks noChangeAspect="1"/>
          </p:cNvPicPr>
          <p:nvPr/>
        </p:nvPicPr>
        <p:blipFill>
          <a:blip r:embed="rId2"/>
          <a:srcRect b="66512"/>
          <a:stretch/>
        </p:blipFill>
        <p:spPr>
          <a:xfrm>
            <a:off x="7657655" y="4145056"/>
            <a:ext cx="2336949" cy="2347819"/>
          </a:xfrm>
          <a:prstGeom prst="rect">
            <a:avLst/>
          </a:prstGeom>
        </p:spPr>
      </p:pic>
      <p:sp>
        <p:nvSpPr>
          <p:cNvPr id="11" name="ZoneTexte 10">
            <a:extLst>
              <a:ext uri="{FF2B5EF4-FFF2-40B4-BE49-F238E27FC236}">
                <a16:creationId xmlns:a16="http://schemas.microsoft.com/office/drawing/2014/main" id="{AB9A146A-016D-5503-CEFA-8BA18400376B}"/>
              </a:ext>
            </a:extLst>
          </p:cNvPr>
          <p:cNvSpPr txBox="1"/>
          <p:nvPr/>
        </p:nvSpPr>
        <p:spPr>
          <a:xfrm>
            <a:off x="7240040" y="5030161"/>
            <a:ext cx="417615" cy="369332"/>
          </a:xfrm>
          <a:prstGeom prst="rect">
            <a:avLst/>
          </a:prstGeom>
          <a:noFill/>
        </p:spPr>
        <p:txBody>
          <a:bodyPr wrap="square" rtlCol="0">
            <a:spAutoFit/>
          </a:bodyPr>
          <a:lstStyle/>
          <a:p>
            <a:r>
              <a:rPr lang="fr-FR" dirty="0"/>
              <a:t>EC</a:t>
            </a:r>
          </a:p>
        </p:txBody>
      </p:sp>
      <p:pic>
        <p:nvPicPr>
          <p:cNvPr id="17" name="Image 16">
            <a:extLst>
              <a:ext uri="{FF2B5EF4-FFF2-40B4-BE49-F238E27FC236}">
                <a16:creationId xmlns:a16="http://schemas.microsoft.com/office/drawing/2014/main" id="{744E9986-B23D-DE44-059F-103263E623DE}"/>
              </a:ext>
            </a:extLst>
          </p:cNvPr>
          <p:cNvPicPr>
            <a:picLocks noChangeAspect="1"/>
          </p:cNvPicPr>
          <p:nvPr/>
        </p:nvPicPr>
        <p:blipFill>
          <a:blip r:embed="rId3"/>
          <a:stretch>
            <a:fillRect/>
          </a:stretch>
        </p:blipFill>
        <p:spPr>
          <a:xfrm>
            <a:off x="6551846" y="757414"/>
            <a:ext cx="4117508" cy="3243880"/>
          </a:xfrm>
          <a:prstGeom prst="rect">
            <a:avLst/>
          </a:prstGeom>
        </p:spPr>
      </p:pic>
      <p:sp>
        <p:nvSpPr>
          <p:cNvPr id="19" name="ZoneTexte 18">
            <a:extLst>
              <a:ext uri="{FF2B5EF4-FFF2-40B4-BE49-F238E27FC236}">
                <a16:creationId xmlns:a16="http://schemas.microsoft.com/office/drawing/2014/main" id="{D00CF77F-A0FE-79B4-38C8-9A409A5C271D}"/>
              </a:ext>
            </a:extLst>
          </p:cNvPr>
          <p:cNvSpPr txBox="1"/>
          <p:nvPr/>
        </p:nvSpPr>
        <p:spPr>
          <a:xfrm>
            <a:off x="7448847" y="388082"/>
            <a:ext cx="1770165" cy="369332"/>
          </a:xfrm>
          <a:prstGeom prst="rect">
            <a:avLst/>
          </a:prstGeom>
          <a:noFill/>
        </p:spPr>
        <p:txBody>
          <a:bodyPr wrap="none" rtlCol="0">
            <a:spAutoFit/>
          </a:bodyPr>
          <a:lstStyle/>
          <a:p>
            <a:r>
              <a:rPr lang="fr-FR" dirty="0"/>
              <a:t>CIFAR-10 </a:t>
            </a:r>
            <a:r>
              <a:rPr lang="fr-FR" dirty="0" err="1"/>
              <a:t>dataset</a:t>
            </a:r>
            <a:endParaRPr lang="fr-FR" dirty="0"/>
          </a:p>
        </p:txBody>
      </p:sp>
    </p:spTree>
    <p:extLst>
      <p:ext uri="{BB962C8B-B14F-4D97-AF65-F5344CB8AC3E}">
        <p14:creationId xmlns:p14="http://schemas.microsoft.com/office/powerpoint/2010/main" val="1739543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B9ED74-70D2-F7CB-AF14-90D521093A90}"/>
              </a:ext>
            </a:extLst>
          </p:cNvPr>
          <p:cNvSpPr>
            <a:spLocks noGrp="1"/>
          </p:cNvSpPr>
          <p:nvPr>
            <p:ph type="title"/>
          </p:nvPr>
        </p:nvSpPr>
        <p:spPr/>
        <p:txBody>
          <a:bodyPr/>
          <a:lstStyle/>
          <a:p>
            <a:r>
              <a:rPr lang="fr-FR" dirty="0"/>
              <a:t>Future </a:t>
            </a:r>
            <a:r>
              <a:rPr lang="fr-FR" dirty="0" err="1"/>
              <a:t>work</a:t>
            </a:r>
            <a:endParaRPr lang="fr-FR" dirty="0"/>
          </a:p>
        </p:txBody>
      </p:sp>
      <p:sp>
        <p:nvSpPr>
          <p:cNvPr id="3" name="Espace réservé du contenu 2">
            <a:extLst>
              <a:ext uri="{FF2B5EF4-FFF2-40B4-BE49-F238E27FC236}">
                <a16:creationId xmlns:a16="http://schemas.microsoft.com/office/drawing/2014/main" id="{EE7AE465-5ADE-6127-AF6C-81B5F933130A}"/>
              </a:ext>
            </a:extLst>
          </p:cNvPr>
          <p:cNvSpPr>
            <a:spLocks noGrp="1"/>
          </p:cNvSpPr>
          <p:nvPr>
            <p:ph sz="half" idx="1"/>
          </p:nvPr>
        </p:nvSpPr>
        <p:spPr/>
        <p:txBody>
          <a:bodyPr>
            <a:normAutofit/>
          </a:bodyPr>
          <a:lstStyle/>
          <a:p>
            <a:pPr marL="514350" indent="-514350">
              <a:buFont typeface="+mj-lt"/>
              <a:buAutoNum type="arabicPeriod"/>
            </a:pPr>
            <a:r>
              <a:rPr lang="fr-FR" dirty="0" err="1"/>
              <a:t>Adapt</a:t>
            </a:r>
            <a:r>
              <a:rPr lang="fr-FR" dirty="0"/>
              <a:t> </a:t>
            </a:r>
            <a:r>
              <a:rPr lang="fr-FR" dirty="0" err="1"/>
              <a:t>predictive</a:t>
            </a:r>
            <a:r>
              <a:rPr lang="fr-FR" dirty="0"/>
              <a:t> </a:t>
            </a:r>
            <a:r>
              <a:rPr lang="fr-FR" dirty="0" err="1"/>
              <a:t>coding</a:t>
            </a:r>
            <a:r>
              <a:rPr lang="fr-FR" dirty="0"/>
              <a:t> model to more </a:t>
            </a:r>
            <a:r>
              <a:rPr lang="fr-FR" dirty="0" err="1"/>
              <a:t>complex</a:t>
            </a:r>
            <a:r>
              <a:rPr lang="fr-FR" dirty="0"/>
              <a:t> inputs</a:t>
            </a:r>
          </a:p>
          <a:p>
            <a:pPr marL="514350" indent="-514350">
              <a:buFont typeface="+mj-lt"/>
              <a:buAutoNum type="arabicPeriod"/>
            </a:pPr>
            <a:r>
              <a:rPr lang="fr-FR" dirty="0"/>
              <a:t>Extension to navigation</a:t>
            </a:r>
          </a:p>
          <a:p>
            <a:pPr lvl="1"/>
            <a:r>
              <a:rPr lang="fr-FR" dirty="0" err="1"/>
              <a:t>Sequences</a:t>
            </a:r>
            <a:endParaRPr lang="fr-FR" dirty="0"/>
          </a:p>
          <a:p>
            <a:pPr lvl="1"/>
            <a:r>
              <a:rPr lang="fr-FR" dirty="0" err="1"/>
              <a:t>mEC</a:t>
            </a:r>
            <a:r>
              <a:rPr lang="fr-FR" dirty="0"/>
              <a:t>: </a:t>
            </a:r>
            <a:r>
              <a:rPr lang="fr-FR" dirty="0" err="1"/>
              <a:t>grid</a:t>
            </a:r>
            <a:r>
              <a:rPr lang="fr-FR" dirty="0"/>
              <a:t> </a:t>
            </a:r>
            <a:r>
              <a:rPr lang="fr-FR" dirty="0" err="1"/>
              <a:t>cells</a:t>
            </a:r>
            <a:r>
              <a:rPr lang="fr-FR" dirty="0"/>
              <a:t>, place </a:t>
            </a:r>
            <a:r>
              <a:rPr lang="fr-FR" dirty="0" err="1"/>
              <a:t>cells</a:t>
            </a:r>
            <a:endParaRPr lang="fr-FR" dirty="0"/>
          </a:p>
          <a:p>
            <a:pPr marL="514350" indent="-514350">
              <a:buFont typeface="+mj-lt"/>
              <a:buAutoNum type="arabicPeriod"/>
            </a:pPr>
            <a:r>
              <a:rPr lang="fr-FR" dirty="0" err="1"/>
              <a:t>Mechanisms</a:t>
            </a:r>
            <a:r>
              <a:rPr lang="fr-FR" dirty="0"/>
              <a:t> </a:t>
            </a:r>
            <a:r>
              <a:rPr lang="fr-FR" dirty="0" err="1"/>
              <a:t>underlying</a:t>
            </a:r>
            <a:r>
              <a:rPr lang="fr-FR" dirty="0"/>
              <a:t> sampling</a:t>
            </a:r>
          </a:p>
        </p:txBody>
      </p:sp>
      <p:sp>
        <p:nvSpPr>
          <p:cNvPr id="5" name="Espace réservé du numéro de diapositive 4">
            <a:extLst>
              <a:ext uri="{FF2B5EF4-FFF2-40B4-BE49-F238E27FC236}">
                <a16:creationId xmlns:a16="http://schemas.microsoft.com/office/drawing/2014/main" id="{F65607BD-A972-8E17-B331-A01F51C2506A}"/>
              </a:ext>
            </a:extLst>
          </p:cNvPr>
          <p:cNvSpPr>
            <a:spLocks noGrp="1"/>
          </p:cNvSpPr>
          <p:nvPr>
            <p:ph type="sldNum" sz="quarter" idx="12"/>
          </p:nvPr>
        </p:nvSpPr>
        <p:spPr/>
        <p:txBody>
          <a:bodyPr/>
          <a:lstStyle/>
          <a:p>
            <a:fld id="{5149A38E-4A7C-4C86-B631-64CD0F93C451}" type="slidenum">
              <a:rPr lang="fr-FR" smtClean="0"/>
              <a:t>67</a:t>
            </a:fld>
            <a:endParaRPr lang="fr-FR"/>
          </a:p>
        </p:txBody>
      </p:sp>
      <p:pic>
        <p:nvPicPr>
          <p:cNvPr id="12" name="Espace réservé du contenu 11">
            <a:extLst>
              <a:ext uri="{FF2B5EF4-FFF2-40B4-BE49-F238E27FC236}">
                <a16:creationId xmlns:a16="http://schemas.microsoft.com/office/drawing/2014/main" id="{B096B1D0-56CE-BF24-BC19-C11B4A2B5899}"/>
              </a:ext>
            </a:extLst>
          </p:cNvPr>
          <p:cNvPicPr>
            <a:picLocks noGrp="1" noChangeAspect="1"/>
          </p:cNvPicPr>
          <p:nvPr>
            <p:ph sz="half" idx="2"/>
          </p:nvPr>
        </p:nvPicPr>
        <p:blipFill>
          <a:blip r:embed="rId2"/>
          <a:stretch>
            <a:fillRect/>
          </a:stretch>
        </p:blipFill>
        <p:spPr>
          <a:xfrm>
            <a:off x="7157803" y="3746967"/>
            <a:ext cx="3343742" cy="2076740"/>
          </a:xfrm>
          <a:prstGeom prst="rect">
            <a:avLst/>
          </a:prstGeom>
        </p:spPr>
      </p:pic>
      <p:sp>
        <p:nvSpPr>
          <p:cNvPr id="13" name="ZoneTexte 12">
            <a:extLst>
              <a:ext uri="{FF2B5EF4-FFF2-40B4-BE49-F238E27FC236}">
                <a16:creationId xmlns:a16="http://schemas.microsoft.com/office/drawing/2014/main" id="{169D7BCF-D102-5EFA-6E4A-333FD5075CD7}"/>
              </a:ext>
            </a:extLst>
          </p:cNvPr>
          <p:cNvSpPr txBox="1"/>
          <p:nvPr/>
        </p:nvSpPr>
        <p:spPr>
          <a:xfrm>
            <a:off x="6675896" y="4962945"/>
            <a:ext cx="709938" cy="369332"/>
          </a:xfrm>
          <a:prstGeom prst="rect">
            <a:avLst/>
          </a:prstGeom>
          <a:noFill/>
        </p:spPr>
        <p:txBody>
          <a:bodyPr wrap="none" rtlCol="0">
            <a:spAutoFit/>
          </a:bodyPr>
          <a:lstStyle/>
          <a:p>
            <a:r>
              <a:rPr lang="fr-FR" b="1" dirty="0"/>
              <a:t>What</a:t>
            </a:r>
          </a:p>
        </p:txBody>
      </p:sp>
      <p:sp>
        <p:nvSpPr>
          <p:cNvPr id="14" name="ZoneTexte 13">
            <a:extLst>
              <a:ext uri="{FF2B5EF4-FFF2-40B4-BE49-F238E27FC236}">
                <a16:creationId xmlns:a16="http://schemas.microsoft.com/office/drawing/2014/main" id="{6A265676-9BD4-7FDF-9E5A-9051A93900DA}"/>
              </a:ext>
            </a:extLst>
          </p:cNvPr>
          <p:cNvSpPr txBox="1"/>
          <p:nvPr/>
        </p:nvSpPr>
        <p:spPr>
          <a:xfrm>
            <a:off x="9105899" y="3377635"/>
            <a:ext cx="828112" cy="369332"/>
          </a:xfrm>
          <a:prstGeom prst="rect">
            <a:avLst/>
          </a:prstGeom>
          <a:noFill/>
        </p:spPr>
        <p:txBody>
          <a:bodyPr wrap="none" rtlCol="0">
            <a:spAutoFit/>
          </a:bodyPr>
          <a:lstStyle/>
          <a:p>
            <a:r>
              <a:rPr lang="fr-FR" b="1" dirty="0"/>
              <a:t>Where</a:t>
            </a:r>
          </a:p>
        </p:txBody>
      </p:sp>
      <p:cxnSp>
        <p:nvCxnSpPr>
          <p:cNvPr id="16" name="Connecteur droit avec flèche 15">
            <a:extLst>
              <a:ext uri="{FF2B5EF4-FFF2-40B4-BE49-F238E27FC236}">
                <a16:creationId xmlns:a16="http://schemas.microsoft.com/office/drawing/2014/main" id="{CFEE7941-F4C6-06E0-12D6-0FF57C3450FE}"/>
              </a:ext>
            </a:extLst>
          </p:cNvPr>
          <p:cNvCxnSpPr>
            <a:cxnSpLocks/>
            <a:endCxn id="14" idx="2"/>
          </p:cNvCxnSpPr>
          <p:nvPr/>
        </p:nvCxnSpPr>
        <p:spPr>
          <a:xfrm flipV="1">
            <a:off x="8972549" y="3746967"/>
            <a:ext cx="547406" cy="279450"/>
          </a:xfrm>
          <a:prstGeom prst="straightConnector1">
            <a:avLst/>
          </a:prstGeom>
          <a:ln w="285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9CC0FEC4-FC6F-9BC9-44E5-71DF95679012}"/>
              </a:ext>
            </a:extLst>
          </p:cNvPr>
          <p:cNvCxnSpPr>
            <a:cxnSpLocks/>
          </p:cNvCxnSpPr>
          <p:nvPr/>
        </p:nvCxnSpPr>
        <p:spPr>
          <a:xfrm flipV="1">
            <a:off x="7455354" y="5072530"/>
            <a:ext cx="545645" cy="75081"/>
          </a:xfrm>
          <a:prstGeom prst="straightConnector1">
            <a:avLst/>
          </a:prstGeom>
          <a:ln w="28575">
            <a:solidFill>
              <a:schemeClr val="tx1"/>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21" name="Image 20">
            <a:extLst>
              <a:ext uri="{FF2B5EF4-FFF2-40B4-BE49-F238E27FC236}">
                <a16:creationId xmlns:a16="http://schemas.microsoft.com/office/drawing/2014/main" id="{660410F8-8047-376F-5B53-14966A403B24}"/>
              </a:ext>
            </a:extLst>
          </p:cNvPr>
          <p:cNvPicPr>
            <a:picLocks noChangeAspect="1"/>
          </p:cNvPicPr>
          <p:nvPr/>
        </p:nvPicPr>
        <p:blipFill>
          <a:blip r:embed="rId3"/>
          <a:srcRect t="52186"/>
          <a:stretch/>
        </p:blipFill>
        <p:spPr>
          <a:xfrm>
            <a:off x="6497726" y="1887347"/>
            <a:ext cx="4663897" cy="1065287"/>
          </a:xfrm>
          <a:prstGeom prst="rect">
            <a:avLst/>
          </a:prstGeom>
        </p:spPr>
      </p:pic>
      <p:cxnSp>
        <p:nvCxnSpPr>
          <p:cNvPr id="23" name="Connecteur droit avec flèche 22">
            <a:extLst>
              <a:ext uri="{FF2B5EF4-FFF2-40B4-BE49-F238E27FC236}">
                <a16:creationId xmlns:a16="http://schemas.microsoft.com/office/drawing/2014/main" id="{0976FE37-4931-66D4-3F1A-215BCDE6C706}"/>
              </a:ext>
            </a:extLst>
          </p:cNvPr>
          <p:cNvCxnSpPr/>
          <p:nvPr/>
        </p:nvCxnSpPr>
        <p:spPr>
          <a:xfrm>
            <a:off x="7524750" y="2419990"/>
            <a:ext cx="228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onnecteur droit avec flèche 23">
            <a:extLst>
              <a:ext uri="{FF2B5EF4-FFF2-40B4-BE49-F238E27FC236}">
                <a16:creationId xmlns:a16="http://schemas.microsoft.com/office/drawing/2014/main" id="{1D185DB2-C49C-03CC-EDAF-0772349A1FC1}"/>
              </a:ext>
            </a:extLst>
          </p:cNvPr>
          <p:cNvCxnSpPr/>
          <p:nvPr/>
        </p:nvCxnSpPr>
        <p:spPr>
          <a:xfrm>
            <a:off x="8715374" y="2419990"/>
            <a:ext cx="228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necteur droit avec flèche 24">
            <a:extLst>
              <a:ext uri="{FF2B5EF4-FFF2-40B4-BE49-F238E27FC236}">
                <a16:creationId xmlns:a16="http://schemas.microsoft.com/office/drawing/2014/main" id="{01F64774-B536-2469-0EC2-37FB5A663C68}"/>
              </a:ext>
            </a:extLst>
          </p:cNvPr>
          <p:cNvCxnSpPr/>
          <p:nvPr/>
        </p:nvCxnSpPr>
        <p:spPr>
          <a:xfrm>
            <a:off x="9925050" y="2419990"/>
            <a:ext cx="228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74423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B9ED74-70D2-F7CB-AF14-90D521093A90}"/>
              </a:ext>
            </a:extLst>
          </p:cNvPr>
          <p:cNvSpPr>
            <a:spLocks noGrp="1"/>
          </p:cNvSpPr>
          <p:nvPr>
            <p:ph type="title"/>
          </p:nvPr>
        </p:nvSpPr>
        <p:spPr/>
        <p:txBody>
          <a:bodyPr/>
          <a:lstStyle/>
          <a:p>
            <a:r>
              <a:rPr lang="fr-FR" dirty="0"/>
              <a:t>Future </a:t>
            </a:r>
            <a:r>
              <a:rPr lang="fr-FR" dirty="0" err="1"/>
              <a:t>work</a:t>
            </a:r>
            <a:endParaRPr lang="fr-FR" dirty="0"/>
          </a:p>
        </p:txBody>
      </p:sp>
      <p:sp>
        <p:nvSpPr>
          <p:cNvPr id="3" name="Espace réservé du contenu 2">
            <a:extLst>
              <a:ext uri="{FF2B5EF4-FFF2-40B4-BE49-F238E27FC236}">
                <a16:creationId xmlns:a16="http://schemas.microsoft.com/office/drawing/2014/main" id="{EE7AE465-5ADE-6127-AF6C-81B5F933130A}"/>
              </a:ext>
            </a:extLst>
          </p:cNvPr>
          <p:cNvSpPr>
            <a:spLocks noGrp="1"/>
          </p:cNvSpPr>
          <p:nvPr>
            <p:ph sz="half" idx="1"/>
          </p:nvPr>
        </p:nvSpPr>
        <p:spPr/>
        <p:txBody>
          <a:bodyPr>
            <a:normAutofit/>
          </a:bodyPr>
          <a:lstStyle/>
          <a:p>
            <a:pPr marL="514350" indent="-514350">
              <a:buFont typeface="+mj-lt"/>
              <a:buAutoNum type="arabicPeriod"/>
            </a:pPr>
            <a:r>
              <a:rPr lang="fr-FR" dirty="0" err="1"/>
              <a:t>Adapt</a:t>
            </a:r>
            <a:r>
              <a:rPr lang="fr-FR" dirty="0"/>
              <a:t> </a:t>
            </a:r>
            <a:r>
              <a:rPr lang="fr-FR" dirty="0" err="1"/>
              <a:t>predictive</a:t>
            </a:r>
            <a:r>
              <a:rPr lang="fr-FR" dirty="0"/>
              <a:t> </a:t>
            </a:r>
            <a:r>
              <a:rPr lang="fr-FR" dirty="0" err="1"/>
              <a:t>coding</a:t>
            </a:r>
            <a:r>
              <a:rPr lang="fr-FR" dirty="0"/>
              <a:t> model to more </a:t>
            </a:r>
            <a:r>
              <a:rPr lang="fr-FR" dirty="0" err="1"/>
              <a:t>complex</a:t>
            </a:r>
            <a:r>
              <a:rPr lang="fr-FR" dirty="0"/>
              <a:t> inputs</a:t>
            </a:r>
          </a:p>
          <a:p>
            <a:pPr marL="514350" indent="-514350">
              <a:buFont typeface="+mj-lt"/>
              <a:buAutoNum type="arabicPeriod"/>
            </a:pPr>
            <a:r>
              <a:rPr lang="fr-FR" dirty="0"/>
              <a:t>Extension to navigation</a:t>
            </a:r>
          </a:p>
          <a:p>
            <a:pPr lvl="1"/>
            <a:r>
              <a:rPr lang="fr-FR" dirty="0" err="1"/>
              <a:t>Sequences</a:t>
            </a:r>
            <a:endParaRPr lang="fr-FR" dirty="0"/>
          </a:p>
          <a:p>
            <a:pPr lvl="1"/>
            <a:r>
              <a:rPr lang="fr-FR" dirty="0" err="1"/>
              <a:t>mEC</a:t>
            </a:r>
            <a:r>
              <a:rPr lang="fr-FR" dirty="0"/>
              <a:t>: </a:t>
            </a:r>
            <a:r>
              <a:rPr lang="fr-FR" dirty="0" err="1"/>
              <a:t>grid</a:t>
            </a:r>
            <a:r>
              <a:rPr lang="fr-FR" dirty="0"/>
              <a:t> </a:t>
            </a:r>
            <a:r>
              <a:rPr lang="fr-FR" dirty="0" err="1"/>
              <a:t>cells</a:t>
            </a:r>
            <a:r>
              <a:rPr lang="fr-FR" dirty="0"/>
              <a:t>, place </a:t>
            </a:r>
            <a:r>
              <a:rPr lang="fr-FR" dirty="0" err="1"/>
              <a:t>cells</a:t>
            </a:r>
            <a:endParaRPr lang="fr-FR" dirty="0"/>
          </a:p>
          <a:p>
            <a:pPr marL="514350" indent="-514350">
              <a:buFont typeface="+mj-lt"/>
              <a:buAutoNum type="arabicPeriod"/>
            </a:pPr>
            <a:r>
              <a:rPr lang="fr-FR" dirty="0" err="1"/>
              <a:t>Mechanisms</a:t>
            </a:r>
            <a:r>
              <a:rPr lang="fr-FR" dirty="0"/>
              <a:t> </a:t>
            </a:r>
            <a:r>
              <a:rPr lang="fr-FR" dirty="0" err="1"/>
              <a:t>underlying</a:t>
            </a:r>
            <a:r>
              <a:rPr lang="fr-FR" dirty="0"/>
              <a:t> sampling</a:t>
            </a:r>
          </a:p>
        </p:txBody>
      </p:sp>
      <p:pic>
        <p:nvPicPr>
          <p:cNvPr id="7" name="Espace réservé du contenu 6">
            <a:extLst>
              <a:ext uri="{FF2B5EF4-FFF2-40B4-BE49-F238E27FC236}">
                <a16:creationId xmlns:a16="http://schemas.microsoft.com/office/drawing/2014/main" id="{E8F97881-FEEE-442B-E2DD-092100F99BAC}"/>
              </a:ext>
            </a:extLst>
          </p:cNvPr>
          <p:cNvPicPr>
            <a:picLocks noGrp="1" noChangeAspect="1"/>
          </p:cNvPicPr>
          <p:nvPr>
            <p:ph sz="half" idx="2"/>
          </p:nvPr>
        </p:nvPicPr>
        <p:blipFill>
          <a:blip r:embed="rId2"/>
          <a:stretch>
            <a:fillRect/>
          </a:stretch>
        </p:blipFill>
        <p:spPr>
          <a:xfrm>
            <a:off x="6019800" y="681037"/>
            <a:ext cx="5181600" cy="3544938"/>
          </a:xfrm>
        </p:spPr>
      </p:pic>
      <p:sp>
        <p:nvSpPr>
          <p:cNvPr id="5" name="Espace réservé du numéro de diapositive 4">
            <a:extLst>
              <a:ext uri="{FF2B5EF4-FFF2-40B4-BE49-F238E27FC236}">
                <a16:creationId xmlns:a16="http://schemas.microsoft.com/office/drawing/2014/main" id="{F65607BD-A972-8E17-B331-A01F51C2506A}"/>
              </a:ext>
            </a:extLst>
          </p:cNvPr>
          <p:cNvSpPr>
            <a:spLocks noGrp="1"/>
          </p:cNvSpPr>
          <p:nvPr>
            <p:ph type="sldNum" sz="quarter" idx="12"/>
          </p:nvPr>
        </p:nvSpPr>
        <p:spPr/>
        <p:txBody>
          <a:bodyPr/>
          <a:lstStyle/>
          <a:p>
            <a:fld id="{5149A38E-4A7C-4C86-B631-64CD0F93C451}" type="slidenum">
              <a:rPr lang="fr-FR" smtClean="0"/>
              <a:t>68</a:t>
            </a:fld>
            <a:endParaRPr lang="fr-FR"/>
          </a:p>
        </p:txBody>
      </p:sp>
      <p:sp>
        <p:nvSpPr>
          <p:cNvPr id="4" name="ZoneTexte 3">
            <a:extLst>
              <a:ext uri="{FF2B5EF4-FFF2-40B4-BE49-F238E27FC236}">
                <a16:creationId xmlns:a16="http://schemas.microsoft.com/office/drawing/2014/main" id="{9E4DF781-CA51-6033-7E8F-133D74EF47A3}"/>
              </a:ext>
            </a:extLst>
          </p:cNvPr>
          <p:cNvSpPr txBox="1"/>
          <p:nvPr/>
        </p:nvSpPr>
        <p:spPr>
          <a:xfrm>
            <a:off x="6019800" y="4292450"/>
            <a:ext cx="2358018" cy="276999"/>
          </a:xfrm>
          <a:prstGeom prst="rect">
            <a:avLst/>
          </a:prstGeom>
          <a:noFill/>
        </p:spPr>
        <p:txBody>
          <a:bodyPr wrap="none" rtlCol="0">
            <a:spAutoFit/>
          </a:bodyPr>
          <a:lstStyle/>
          <a:p>
            <a:r>
              <a:rPr lang="fr-FR" sz="1200" dirty="0"/>
              <a:t>From Chandra et al. (2025), Nature</a:t>
            </a:r>
          </a:p>
        </p:txBody>
      </p:sp>
      <p:pic>
        <p:nvPicPr>
          <p:cNvPr id="6" name="Picture 4" descr="Fig. 1: Sequential dynamics in the hippocampus.">
            <a:extLst>
              <a:ext uri="{FF2B5EF4-FFF2-40B4-BE49-F238E27FC236}">
                <a16:creationId xmlns:a16="http://schemas.microsoft.com/office/drawing/2014/main" id="{38179EA1-ED93-D4E7-0E47-7672A84B0D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6015"/>
          <a:stretch/>
        </p:blipFill>
        <p:spPr bwMode="auto">
          <a:xfrm>
            <a:off x="5796565" y="4821098"/>
            <a:ext cx="5785726" cy="1187561"/>
          </a:xfrm>
          <a:prstGeom prst="rect">
            <a:avLst/>
          </a:prstGeom>
          <a:noFill/>
          <a:extLst>
            <a:ext uri="{909E8E84-426E-40DD-AFC4-6F175D3DCCD1}">
              <a14:hiddenFill xmlns:a14="http://schemas.microsoft.com/office/drawing/2010/main">
                <a:solidFill>
                  <a:srgbClr val="FFFFFF"/>
                </a:solidFill>
              </a14:hiddenFill>
            </a:ext>
          </a:extLst>
        </p:spPr>
      </p:pic>
      <p:sp>
        <p:nvSpPr>
          <p:cNvPr id="8" name="ZoneTexte 7">
            <a:extLst>
              <a:ext uri="{FF2B5EF4-FFF2-40B4-BE49-F238E27FC236}">
                <a16:creationId xmlns:a16="http://schemas.microsoft.com/office/drawing/2014/main" id="{191D03AB-F3CC-74B3-94D9-0276F3F5DC53}"/>
              </a:ext>
            </a:extLst>
          </p:cNvPr>
          <p:cNvSpPr txBox="1"/>
          <p:nvPr/>
        </p:nvSpPr>
        <p:spPr>
          <a:xfrm>
            <a:off x="5796565" y="6073809"/>
            <a:ext cx="3010889" cy="276999"/>
          </a:xfrm>
          <a:prstGeom prst="rect">
            <a:avLst/>
          </a:prstGeom>
          <a:noFill/>
        </p:spPr>
        <p:txBody>
          <a:bodyPr wrap="none" rtlCol="0">
            <a:spAutoFit/>
          </a:bodyPr>
          <a:lstStyle/>
          <a:p>
            <a:r>
              <a:rPr lang="fr-FR" sz="1200" dirty="0"/>
              <a:t>From Ji et al. (2026), Nature Communications</a:t>
            </a:r>
          </a:p>
        </p:txBody>
      </p:sp>
    </p:spTree>
    <p:extLst>
      <p:ext uri="{BB962C8B-B14F-4D97-AF65-F5344CB8AC3E}">
        <p14:creationId xmlns:p14="http://schemas.microsoft.com/office/powerpoint/2010/main" val="156246020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C02768-2A8E-896D-C8BA-FB801236E521}"/>
              </a:ext>
            </a:extLst>
          </p:cNvPr>
          <p:cNvSpPr>
            <a:spLocks noGrp="1"/>
          </p:cNvSpPr>
          <p:nvPr>
            <p:ph type="title"/>
          </p:nvPr>
        </p:nvSpPr>
        <p:spPr/>
        <p:txBody>
          <a:bodyPr/>
          <a:lstStyle/>
          <a:p>
            <a:r>
              <a:rPr lang="fr-FR" dirty="0" err="1"/>
              <a:t>Acknowledgements</a:t>
            </a:r>
            <a:endParaRPr lang="fr-FR" dirty="0"/>
          </a:p>
        </p:txBody>
      </p:sp>
      <p:sp>
        <p:nvSpPr>
          <p:cNvPr id="3" name="Espace réservé du contenu 2">
            <a:extLst>
              <a:ext uri="{FF2B5EF4-FFF2-40B4-BE49-F238E27FC236}">
                <a16:creationId xmlns:a16="http://schemas.microsoft.com/office/drawing/2014/main" id="{871715AC-38D3-F2D2-E842-FFC1F6279A1B}"/>
              </a:ext>
            </a:extLst>
          </p:cNvPr>
          <p:cNvSpPr>
            <a:spLocks noGrp="1"/>
          </p:cNvSpPr>
          <p:nvPr>
            <p:ph sz="half" idx="1"/>
          </p:nvPr>
        </p:nvSpPr>
        <p:spPr/>
        <p:txBody>
          <a:bodyPr/>
          <a:lstStyle/>
          <a:p>
            <a:pPr marL="0" indent="0">
              <a:buNone/>
            </a:pPr>
            <a:endParaRPr lang="fr-FR" dirty="0"/>
          </a:p>
        </p:txBody>
      </p:sp>
      <p:sp>
        <p:nvSpPr>
          <p:cNvPr id="4" name="Espace réservé du contenu 3">
            <a:extLst>
              <a:ext uri="{FF2B5EF4-FFF2-40B4-BE49-F238E27FC236}">
                <a16:creationId xmlns:a16="http://schemas.microsoft.com/office/drawing/2014/main" id="{49A3E14A-FC1A-F9E0-AC18-9F1645E33D56}"/>
              </a:ext>
            </a:extLst>
          </p:cNvPr>
          <p:cNvSpPr>
            <a:spLocks noGrp="1"/>
          </p:cNvSpPr>
          <p:nvPr>
            <p:ph sz="half" idx="2"/>
          </p:nvPr>
        </p:nvSpPr>
        <p:spPr/>
        <p:txBody>
          <a:bodyPr/>
          <a:lstStyle/>
          <a:p>
            <a:pPr marL="0" indent="0">
              <a:buNone/>
            </a:pPr>
            <a:endParaRPr lang="fr-FR" dirty="0"/>
          </a:p>
        </p:txBody>
      </p:sp>
      <p:sp>
        <p:nvSpPr>
          <p:cNvPr id="5" name="Espace réservé du numéro de diapositive 4">
            <a:extLst>
              <a:ext uri="{FF2B5EF4-FFF2-40B4-BE49-F238E27FC236}">
                <a16:creationId xmlns:a16="http://schemas.microsoft.com/office/drawing/2014/main" id="{BC9E6D5F-5740-EFC8-B9EF-EA5FCB635854}"/>
              </a:ext>
            </a:extLst>
          </p:cNvPr>
          <p:cNvSpPr>
            <a:spLocks noGrp="1"/>
          </p:cNvSpPr>
          <p:nvPr>
            <p:ph type="sldNum" sz="quarter" idx="12"/>
          </p:nvPr>
        </p:nvSpPr>
        <p:spPr/>
        <p:txBody>
          <a:bodyPr/>
          <a:lstStyle/>
          <a:p>
            <a:fld id="{5149A38E-4A7C-4C86-B631-64CD0F93C451}" type="slidenum">
              <a:rPr lang="fr-FR" smtClean="0"/>
              <a:t>69</a:t>
            </a:fld>
            <a:endParaRPr lang="fr-FR"/>
          </a:p>
        </p:txBody>
      </p:sp>
      <p:pic>
        <p:nvPicPr>
          <p:cNvPr id="10" name="Espace réservé du contenu 10">
            <a:extLst>
              <a:ext uri="{FF2B5EF4-FFF2-40B4-BE49-F238E27FC236}">
                <a16:creationId xmlns:a16="http://schemas.microsoft.com/office/drawing/2014/main" id="{831A1EBB-8FFE-4DBE-41F4-E8E43E56EC50}"/>
              </a:ext>
            </a:extLst>
          </p:cNvPr>
          <p:cNvPicPr>
            <a:picLocks noChangeAspect="1"/>
          </p:cNvPicPr>
          <p:nvPr/>
        </p:nvPicPr>
        <p:blipFill rotWithShape="1">
          <a:blip r:embed="rId2">
            <a:extLst>
              <a:ext uri="{28A0092B-C50C-407E-A947-70E740481C1C}">
                <a14:useLocalDpi xmlns:a14="http://schemas.microsoft.com/office/drawing/2010/main" val="0"/>
              </a:ext>
            </a:extLst>
          </a:blip>
          <a:srcRect l="8811" t="2582" r="8125" b="15065"/>
          <a:stretch/>
        </p:blipFill>
        <p:spPr>
          <a:xfrm rot="16200000">
            <a:off x="7267575" y="1830945"/>
            <a:ext cx="2876554" cy="4267201"/>
          </a:xfrm>
          <a:prstGeom prst="rect">
            <a:avLst/>
          </a:prstGeom>
        </p:spPr>
      </p:pic>
      <p:sp>
        <p:nvSpPr>
          <p:cNvPr id="11" name="ZoneTexte 10">
            <a:extLst>
              <a:ext uri="{FF2B5EF4-FFF2-40B4-BE49-F238E27FC236}">
                <a16:creationId xmlns:a16="http://schemas.microsoft.com/office/drawing/2014/main" id="{3A061742-2C93-1142-54B2-8880FD195955}"/>
              </a:ext>
            </a:extLst>
          </p:cNvPr>
          <p:cNvSpPr txBox="1"/>
          <p:nvPr/>
        </p:nvSpPr>
        <p:spPr>
          <a:xfrm>
            <a:off x="6492423" y="5435902"/>
            <a:ext cx="4171911" cy="369332"/>
          </a:xfrm>
          <a:prstGeom prst="rect">
            <a:avLst/>
          </a:prstGeom>
          <a:noFill/>
        </p:spPr>
        <p:txBody>
          <a:bodyPr wrap="none" rtlCol="0">
            <a:spAutoFit/>
          </a:bodyPr>
          <a:lstStyle/>
          <a:p>
            <a:r>
              <a:rPr lang="fr-FR" dirty="0" err="1"/>
              <a:t>Other</a:t>
            </a:r>
            <a:r>
              <a:rPr lang="fr-FR" dirty="0"/>
              <a:t> </a:t>
            </a:r>
            <a:r>
              <a:rPr lang="fr-FR" dirty="0" err="1"/>
              <a:t>members</a:t>
            </a:r>
            <a:r>
              <a:rPr lang="fr-FR" dirty="0"/>
              <a:t> of the Mnemosyne team</a:t>
            </a:r>
          </a:p>
        </p:txBody>
      </p:sp>
      <p:sp>
        <p:nvSpPr>
          <p:cNvPr id="12" name="ZoneTexte 11">
            <a:extLst>
              <a:ext uri="{FF2B5EF4-FFF2-40B4-BE49-F238E27FC236}">
                <a16:creationId xmlns:a16="http://schemas.microsoft.com/office/drawing/2014/main" id="{F09BF3FE-7EDA-35F9-BFE7-B6FD74F77FCE}"/>
              </a:ext>
            </a:extLst>
          </p:cNvPr>
          <p:cNvSpPr txBox="1"/>
          <p:nvPr/>
        </p:nvSpPr>
        <p:spPr>
          <a:xfrm>
            <a:off x="2269752" y="4776940"/>
            <a:ext cx="1943930" cy="646331"/>
          </a:xfrm>
          <a:prstGeom prst="rect">
            <a:avLst/>
          </a:prstGeom>
          <a:noFill/>
        </p:spPr>
        <p:txBody>
          <a:bodyPr wrap="none" rtlCol="0">
            <a:spAutoFit/>
          </a:bodyPr>
          <a:lstStyle/>
          <a:p>
            <a:pPr algn="ctr"/>
            <a:r>
              <a:rPr lang="fr-FR" dirty="0" err="1"/>
              <a:t>Supervisor</a:t>
            </a:r>
            <a:endParaRPr lang="fr-FR" dirty="0"/>
          </a:p>
          <a:p>
            <a:pPr algn="ctr"/>
            <a:r>
              <a:rPr lang="fr-FR" dirty="0"/>
              <a:t>Frédéric Alexandre</a:t>
            </a:r>
          </a:p>
        </p:txBody>
      </p:sp>
      <p:pic>
        <p:nvPicPr>
          <p:cNvPr id="13" name="Espace réservé du contenu 5">
            <a:extLst>
              <a:ext uri="{FF2B5EF4-FFF2-40B4-BE49-F238E27FC236}">
                <a16:creationId xmlns:a16="http://schemas.microsoft.com/office/drawing/2014/main" id="{3667A39D-21AE-EB8D-76F8-02FEF21377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3515" y="2526268"/>
            <a:ext cx="1676403" cy="2237237"/>
          </a:xfrm>
          <a:prstGeom prst="rect">
            <a:avLst/>
          </a:prstGeom>
        </p:spPr>
      </p:pic>
      <p:pic>
        <p:nvPicPr>
          <p:cNvPr id="17" name="Image 16">
            <a:extLst>
              <a:ext uri="{FF2B5EF4-FFF2-40B4-BE49-F238E27FC236}">
                <a16:creationId xmlns:a16="http://schemas.microsoft.com/office/drawing/2014/main" id="{32B82F68-5B17-09B5-20E6-21FD667727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22833" y="5900602"/>
            <a:ext cx="2686234" cy="945388"/>
          </a:xfrm>
          <a:prstGeom prst="rect">
            <a:avLst/>
          </a:prstGeom>
        </p:spPr>
      </p:pic>
      <p:pic>
        <p:nvPicPr>
          <p:cNvPr id="18" name="Image 17">
            <a:extLst>
              <a:ext uri="{FF2B5EF4-FFF2-40B4-BE49-F238E27FC236}">
                <a16:creationId xmlns:a16="http://schemas.microsoft.com/office/drawing/2014/main" id="{F600AC3A-DD56-291D-1C44-4EEA30355C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749489"/>
            <a:ext cx="1218334" cy="1096501"/>
          </a:xfrm>
          <a:prstGeom prst="rect">
            <a:avLst/>
          </a:prstGeom>
        </p:spPr>
      </p:pic>
      <p:pic>
        <p:nvPicPr>
          <p:cNvPr id="19" name="Image 18">
            <a:extLst>
              <a:ext uri="{FF2B5EF4-FFF2-40B4-BE49-F238E27FC236}">
                <a16:creationId xmlns:a16="http://schemas.microsoft.com/office/drawing/2014/main" id="{F1AC3F94-0761-E233-0577-A0031FAE32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89882" y="6125590"/>
            <a:ext cx="1882318" cy="600394"/>
          </a:xfrm>
          <a:prstGeom prst="rect">
            <a:avLst/>
          </a:prstGeom>
        </p:spPr>
      </p:pic>
    </p:spTree>
    <p:extLst>
      <p:ext uri="{BB962C8B-B14F-4D97-AF65-F5344CB8AC3E}">
        <p14:creationId xmlns:p14="http://schemas.microsoft.com/office/powerpoint/2010/main" val="17261388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34947B-0816-C53E-BF56-5A043E6BCF64}"/>
              </a:ext>
            </a:extLst>
          </p:cNvPr>
          <p:cNvSpPr>
            <a:spLocks noGrp="1"/>
          </p:cNvSpPr>
          <p:nvPr>
            <p:ph type="title"/>
          </p:nvPr>
        </p:nvSpPr>
        <p:spPr/>
        <p:txBody>
          <a:bodyPr/>
          <a:lstStyle/>
          <a:p>
            <a:r>
              <a:rPr lang="fr-FR" dirty="0" err="1"/>
              <a:t>References</a:t>
            </a:r>
            <a:endParaRPr lang="fr-FR" dirty="0"/>
          </a:p>
        </p:txBody>
      </p:sp>
      <p:sp>
        <p:nvSpPr>
          <p:cNvPr id="3" name="Espace réservé du contenu 2">
            <a:extLst>
              <a:ext uri="{FF2B5EF4-FFF2-40B4-BE49-F238E27FC236}">
                <a16:creationId xmlns:a16="http://schemas.microsoft.com/office/drawing/2014/main" id="{1F441E49-3DD0-7439-B29A-7D6CB1615958}"/>
              </a:ext>
            </a:extLst>
          </p:cNvPr>
          <p:cNvSpPr>
            <a:spLocks noGrp="1"/>
          </p:cNvSpPr>
          <p:nvPr>
            <p:ph idx="1"/>
          </p:nvPr>
        </p:nvSpPr>
        <p:spPr/>
        <p:txBody>
          <a:bodyPr>
            <a:normAutofit fontScale="85000" lnSpcReduction="20000"/>
          </a:bodyPr>
          <a:lstStyle/>
          <a:p>
            <a:endParaRPr lang="en-US" sz="1200" dirty="0"/>
          </a:p>
          <a:p>
            <a:r>
              <a:rPr lang="en-US" sz="1200" dirty="0"/>
              <a:t>Carr, M. F., Jadhav, S. P., &amp; Frank, L. M. (2011). Hippocampal replay in the awake state: a potential substrate for memory consolidation and retrieval. Nature neuroscience, 14(2), 147-153.</a:t>
            </a:r>
          </a:p>
          <a:p>
            <a:r>
              <a:rPr lang="en-US" sz="1200" dirty="0"/>
              <a:t>McClelland, J. L., McNaughton, B. L., &amp; O'Reilly, R. C. (1995). Why there are complementary learning systems in the hippocampus and neocortex: insights from the successes and failures of connectionist models of learning and memory. Psychological review, 102(3), 419.</a:t>
            </a:r>
          </a:p>
          <a:p>
            <a:r>
              <a:rPr lang="en-US" sz="1200" dirty="0"/>
              <a:t>McCloskey, M., &amp; Cohen, N. J. (1989). Catastrophic interference in connectionist networks: The sequential learning problem. In Psychology of learning and motivation (Vol. 24, pp. 109-165). Academic Press.</a:t>
            </a:r>
          </a:p>
          <a:p>
            <a:r>
              <a:rPr lang="en-US" sz="1200" dirty="0" err="1"/>
              <a:t>Spanne</a:t>
            </a:r>
            <a:r>
              <a:rPr lang="en-US" sz="1200" dirty="0"/>
              <a:t>, A., &amp; </a:t>
            </a:r>
            <a:r>
              <a:rPr lang="en-US" sz="1200" dirty="0" err="1"/>
              <a:t>Jörntell</a:t>
            </a:r>
            <a:r>
              <a:rPr lang="en-US" sz="1200" dirty="0"/>
              <a:t>, H. (2015). Questioning the role of sparse coding in the brain. Trends in neurosciences, 38(7), 417-427.</a:t>
            </a:r>
          </a:p>
          <a:p>
            <a:r>
              <a:rPr lang="en-US" sz="1200" dirty="0"/>
              <a:t>Van de Ven, G. M., </a:t>
            </a:r>
            <a:r>
              <a:rPr lang="en-US" sz="1200" dirty="0" err="1"/>
              <a:t>Siegelmann</a:t>
            </a:r>
            <a:r>
              <a:rPr lang="en-US" sz="1200" dirty="0"/>
              <a:t>, H. T., &amp; </a:t>
            </a:r>
            <a:r>
              <a:rPr lang="en-US" sz="1200" dirty="0" err="1"/>
              <a:t>Tolias</a:t>
            </a:r>
            <a:r>
              <a:rPr lang="en-US" sz="1200" dirty="0"/>
              <a:t>, A. S. (2020). Brain-inspired replay for continual learning with artificial neural networks. Nature communications, 11(1), 4069.</a:t>
            </a:r>
          </a:p>
          <a:p>
            <a:r>
              <a:rPr lang="en-US" sz="1200" dirty="0" err="1"/>
              <a:t>Wikenheiser</a:t>
            </a:r>
            <a:r>
              <a:rPr lang="en-US" sz="1200" dirty="0"/>
              <a:t>, A. M., &amp; </a:t>
            </a:r>
            <a:r>
              <a:rPr lang="en-US" sz="1200" dirty="0" err="1"/>
              <a:t>Redish</a:t>
            </a:r>
            <a:r>
              <a:rPr lang="en-US" sz="1200" dirty="0"/>
              <a:t>, A. D. (2015). Decoding the cognitive map: ensemble hippocampal sequences and decision making. Current opinion in neurobiology, 32, 8-15.</a:t>
            </a:r>
          </a:p>
          <a:p>
            <a:r>
              <a:rPr lang="en-US" sz="1200" dirty="0"/>
              <a:t>Schacter, D. L., &amp; Addis, D. R. (2007). The cognitive neuroscience of constructive memory: Remembering the past and imagining the future. Philosophical Transactions of the Royal Society B: Biological Sciences, 362(1481), 773-786.</a:t>
            </a:r>
          </a:p>
          <a:p>
            <a:r>
              <a:rPr lang="en-US" sz="1200" dirty="0"/>
              <a:t>Hassabis, D., &amp; Maguire, E. A. (2007). Deconstructing episodic memory with construction. Trends in cognitive sciences, 11(7), 299-306.</a:t>
            </a:r>
          </a:p>
          <a:p>
            <a:r>
              <a:rPr lang="en-US" sz="1200" dirty="0" err="1"/>
              <a:t>Stoianov</a:t>
            </a:r>
            <a:r>
              <a:rPr lang="en-US" sz="1200" dirty="0"/>
              <a:t>, I., </a:t>
            </a:r>
            <a:r>
              <a:rPr lang="en-US" sz="1200" dirty="0" err="1"/>
              <a:t>Maisto</a:t>
            </a:r>
            <a:r>
              <a:rPr lang="en-US" sz="1200" dirty="0"/>
              <a:t>, D., &amp; </a:t>
            </a:r>
            <a:r>
              <a:rPr lang="en-US" sz="1200" dirty="0" err="1"/>
              <a:t>Pezzulo</a:t>
            </a:r>
            <a:r>
              <a:rPr lang="en-US" sz="1200" dirty="0"/>
              <a:t>, G. (2022). The hippocampal formation as a hierarchical generative model supporting generative replay and continual learning. Progress in Neurobiology, 217, 102329.</a:t>
            </a:r>
          </a:p>
          <a:p>
            <a:r>
              <a:rPr lang="en-US" sz="1200" dirty="0" err="1"/>
              <a:t>Ketz</a:t>
            </a:r>
            <a:r>
              <a:rPr lang="en-US" sz="1200" dirty="0"/>
              <a:t>, N., </a:t>
            </a:r>
            <a:r>
              <a:rPr lang="en-US" sz="1200" dirty="0" err="1"/>
              <a:t>Morkonda</a:t>
            </a:r>
            <a:r>
              <a:rPr lang="en-US" sz="1200" dirty="0"/>
              <a:t>, S. G., &amp; O'Reilly, R. C. (2013). Theta coordinated error-driven learning in the hippocampus. </a:t>
            </a:r>
            <a:r>
              <a:rPr lang="en-US" sz="1200" dirty="0" err="1"/>
              <a:t>PLoS</a:t>
            </a:r>
            <a:r>
              <a:rPr lang="en-US" sz="1200" dirty="0"/>
              <a:t> computational biology, 9(6), e1003067.</a:t>
            </a:r>
          </a:p>
          <a:p>
            <a:r>
              <a:rPr lang="en-US" sz="1200" dirty="0"/>
              <a:t>Schapiro, A. C., Turk-Browne, N. B., </a:t>
            </a:r>
            <a:r>
              <a:rPr lang="en-US" sz="1200" dirty="0" err="1"/>
              <a:t>Botvinick</a:t>
            </a:r>
            <a:r>
              <a:rPr lang="en-US" sz="1200" dirty="0"/>
              <a:t>, M. M., &amp; Norman, K. A. (2017). Complementary learning systems within the hippocampus: a neural network modelling approach to reconciling episodic memory with statistical learning. Philosophical Transactions of the Royal Society B: Biological Sciences, 372(1711).</a:t>
            </a:r>
          </a:p>
          <a:p>
            <a:r>
              <a:rPr lang="en-US" sz="1200" dirty="0"/>
              <a:t>Kumaran, D., Hassabis, D., &amp; McClelland, J. L. (2016). What learning systems do intelligent agents need? Complementary learning systems theory updated. Trends in cognitive sciences, 20(7), 512-534.</a:t>
            </a:r>
          </a:p>
          <a:p>
            <a:r>
              <a:rPr lang="en-US" sz="1200" dirty="0"/>
              <a:t>Strange, B. A., Witter, M. P., </a:t>
            </a:r>
            <a:r>
              <a:rPr lang="en-US" sz="1200" dirty="0" err="1"/>
              <a:t>Lein</a:t>
            </a:r>
            <a:r>
              <a:rPr lang="en-US" sz="1200" dirty="0"/>
              <a:t>, E. S., &amp; Moser, E. I. (2014). Functional organization of the hippocampal longitudinal axis. Nature reviews neuroscience, 15(10), 655-669.</a:t>
            </a:r>
          </a:p>
          <a:p>
            <a:r>
              <a:rPr lang="en-US" sz="1200" dirty="0"/>
              <a:t>Chandra, S., Sharma, S., Chaudhuri, R., &amp; </a:t>
            </a:r>
            <a:r>
              <a:rPr lang="en-US" sz="1200" dirty="0" err="1"/>
              <a:t>Fiete</a:t>
            </a:r>
            <a:r>
              <a:rPr lang="en-US" sz="1200" dirty="0"/>
              <a:t>, I. (2025). Episodic and associative memory from spatial scaffolds in the hippocampus. Nature, 638(8051), 739-751.</a:t>
            </a:r>
          </a:p>
          <a:p>
            <a:r>
              <a:rPr lang="en-US" sz="1200" dirty="0"/>
              <a:t>Ji, Z., Chu, T., Dong, X., Yu, C., Bush, D., Burgess, N., &amp; Wu, S. (2026). Dynamical modulation of hippocampal replay through firing rate adaptation. Nature Communications.</a:t>
            </a:r>
          </a:p>
          <a:p>
            <a:endParaRPr lang="fr-FR" sz="1200" dirty="0"/>
          </a:p>
        </p:txBody>
      </p:sp>
      <p:sp>
        <p:nvSpPr>
          <p:cNvPr id="4" name="Espace réservé du numéro de diapositive 3">
            <a:extLst>
              <a:ext uri="{FF2B5EF4-FFF2-40B4-BE49-F238E27FC236}">
                <a16:creationId xmlns:a16="http://schemas.microsoft.com/office/drawing/2014/main" id="{7F6B93D8-9338-8324-0753-169DE7D32022}"/>
              </a:ext>
            </a:extLst>
          </p:cNvPr>
          <p:cNvSpPr>
            <a:spLocks noGrp="1"/>
          </p:cNvSpPr>
          <p:nvPr>
            <p:ph type="sldNum" sz="quarter" idx="12"/>
          </p:nvPr>
        </p:nvSpPr>
        <p:spPr/>
        <p:txBody>
          <a:bodyPr/>
          <a:lstStyle/>
          <a:p>
            <a:fld id="{5149A38E-4A7C-4C86-B631-64CD0F93C451}" type="slidenum">
              <a:rPr lang="fr-FR" smtClean="0"/>
              <a:t>70</a:t>
            </a:fld>
            <a:endParaRPr lang="fr-FR"/>
          </a:p>
        </p:txBody>
      </p:sp>
    </p:spTree>
    <p:extLst>
      <p:ext uri="{BB962C8B-B14F-4D97-AF65-F5344CB8AC3E}">
        <p14:creationId xmlns:p14="http://schemas.microsoft.com/office/powerpoint/2010/main" val="2945455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85D9D3-FA25-E171-AB39-7804934C8034}"/>
              </a:ext>
            </a:extLst>
          </p:cNvPr>
          <p:cNvSpPr>
            <a:spLocks noGrp="1"/>
          </p:cNvSpPr>
          <p:nvPr>
            <p:ph type="title"/>
          </p:nvPr>
        </p:nvSpPr>
        <p:spPr/>
        <p:txBody>
          <a:bodyPr/>
          <a:lstStyle/>
          <a:p>
            <a:r>
              <a:rPr lang="fr-FR" dirty="0"/>
              <a:t>Multiple </a:t>
            </a:r>
            <a:r>
              <a:rPr lang="fr-FR" dirty="0" err="1"/>
              <a:t>choice</a:t>
            </a:r>
            <a:r>
              <a:rPr lang="fr-FR" dirty="0"/>
              <a:t> question?</a:t>
            </a:r>
          </a:p>
        </p:txBody>
      </p:sp>
      <p:sp>
        <p:nvSpPr>
          <p:cNvPr id="6" name="Espace réservé du contenu 5">
            <a:extLst>
              <a:ext uri="{FF2B5EF4-FFF2-40B4-BE49-F238E27FC236}">
                <a16:creationId xmlns:a16="http://schemas.microsoft.com/office/drawing/2014/main" id="{B5352D5C-D6AE-09D0-0F22-D350CC32114B}"/>
              </a:ext>
            </a:extLst>
          </p:cNvPr>
          <p:cNvSpPr>
            <a:spLocks noGrp="1"/>
          </p:cNvSpPr>
          <p:nvPr>
            <p:ph idx="1"/>
          </p:nvPr>
        </p:nvSpPr>
        <p:spPr/>
        <p:txBody>
          <a:bodyPr/>
          <a:lstStyle/>
          <a:p>
            <a:r>
              <a:rPr lang="fr-FR" dirty="0"/>
              <a:t>Name of the </a:t>
            </a:r>
            <a:r>
              <a:rPr lang="fr-FR" dirty="0" err="1"/>
              <a:t>learning</a:t>
            </a:r>
            <a:r>
              <a:rPr lang="fr-FR" dirty="0"/>
              <a:t> </a:t>
            </a:r>
            <a:r>
              <a:rPr lang="fr-FR" dirty="0" err="1"/>
              <a:t>rule</a:t>
            </a:r>
            <a:r>
              <a:rPr lang="fr-FR" dirty="0"/>
              <a:t> in MLP</a:t>
            </a:r>
          </a:p>
          <a:p>
            <a:r>
              <a:rPr lang="fr-FR" dirty="0"/>
              <a:t>Area of </a:t>
            </a:r>
            <a:r>
              <a:rPr lang="fr-FR" dirty="0" err="1"/>
              <a:t>storage</a:t>
            </a:r>
            <a:r>
              <a:rPr lang="fr-FR" dirty="0"/>
              <a:t> in the </a:t>
            </a:r>
            <a:r>
              <a:rPr lang="fr-FR" dirty="0" err="1"/>
              <a:t>hippocampus</a:t>
            </a:r>
            <a:endParaRPr lang="fr-FR" dirty="0"/>
          </a:p>
          <a:p>
            <a:r>
              <a:rPr lang="fr-FR" dirty="0"/>
              <a:t>What </a:t>
            </a:r>
            <a:r>
              <a:rPr lang="fr-FR" dirty="0" err="1"/>
              <a:t>is</a:t>
            </a:r>
            <a:r>
              <a:rPr lang="fr-FR" dirty="0"/>
              <a:t> the type of </a:t>
            </a:r>
            <a:r>
              <a:rPr lang="fr-FR" dirty="0" err="1"/>
              <a:t>coding</a:t>
            </a:r>
            <a:r>
              <a:rPr lang="fr-FR" dirty="0"/>
              <a:t> in the </a:t>
            </a:r>
            <a:r>
              <a:rPr lang="fr-FR" dirty="0" err="1"/>
              <a:t>hippocampus</a:t>
            </a:r>
            <a:r>
              <a:rPr lang="fr-FR" dirty="0"/>
              <a:t>?</a:t>
            </a:r>
          </a:p>
          <a:p>
            <a:r>
              <a:rPr lang="fr-FR" dirty="0" err="1"/>
              <a:t>Which</a:t>
            </a:r>
            <a:r>
              <a:rPr lang="fr-FR" dirty="0"/>
              <a:t> of the </a:t>
            </a:r>
            <a:r>
              <a:rPr lang="fr-FR" dirty="0" err="1"/>
              <a:t>prizes</a:t>
            </a:r>
            <a:r>
              <a:rPr lang="fr-FR" dirty="0"/>
              <a:t> </a:t>
            </a:r>
            <a:r>
              <a:rPr lang="fr-FR" dirty="0" err="1"/>
              <a:t>did</a:t>
            </a:r>
            <a:r>
              <a:rPr lang="fr-FR" dirty="0"/>
              <a:t> </a:t>
            </a:r>
            <a:r>
              <a:rPr lang="fr-FR" dirty="0" err="1"/>
              <a:t>Hopfield</a:t>
            </a:r>
            <a:r>
              <a:rPr lang="fr-FR" dirty="0"/>
              <a:t> </a:t>
            </a:r>
            <a:r>
              <a:rPr lang="fr-FR" dirty="0" err="1"/>
              <a:t>win</a:t>
            </a:r>
            <a:r>
              <a:rPr lang="fr-FR" dirty="0"/>
              <a:t> for his </a:t>
            </a:r>
            <a:r>
              <a:rPr lang="fr-FR" dirty="0" err="1"/>
              <a:t>work</a:t>
            </a:r>
            <a:r>
              <a:rPr lang="fr-FR" dirty="0"/>
              <a:t> on </a:t>
            </a:r>
            <a:r>
              <a:rPr lang="fr-FR" dirty="0" err="1"/>
              <a:t>Hopfield</a:t>
            </a:r>
            <a:r>
              <a:rPr lang="fr-FR" dirty="0"/>
              <a:t> networks? (Nobel </a:t>
            </a:r>
            <a:r>
              <a:rPr lang="fr-FR" dirty="0" err="1"/>
              <a:t>Prize</a:t>
            </a:r>
            <a:r>
              <a:rPr lang="fr-FR" dirty="0"/>
              <a:t> for </a:t>
            </a:r>
            <a:r>
              <a:rPr lang="fr-FR" dirty="0" err="1"/>
              <a:t>Physics</a:t>
            </a:r>
            <a:r>
              <a:rPr lang="fr-FR" dirty="0"/>
              <a:t>, </a:t>
            </a:r>
            <a:r>
              <a:rPr lang="fr-FR" dirty="0" err="1"/>
              <a:t>Medicine</a:t>
            </a:r>
            <a:r>
              <a:rPr lang="fr-FR" dirty="0"/>
              <a:t>, Turing </a:t>
            </a:r>
            <a:r>
              <a:rPr lang="fr-FR" dirty="0" err="1"/>
              <a:t>Award</a:t>
            </a:r>
            <a:r>
              <a:rPr lang="fr-FR" dirty="0"/>
              <a:t>, Fields Medal)</a:t>
            </a:r>
          </a:p>
          <a:p>
            <a:r>
              <a:rPr lang="fr-FR" dirty="0"/>
              <a:t>CLS pour expliquer … le </a:t>
            </a:r>
            <a:r>
              <a:rPr lang="fr-FR" dirty="0" err="1"/>
              <a:t>catastrophic</a:t>
            </a:r>
            <a:r>
              <a:rPr lang="fr-FR" dirty="0"/>
              <a:t> </a:t>
            </a:r>
            <a:r>
              <a:rPr lang="fr-FR" dirty="0" err="1"/>
              <a:t>forgetting</a:t>
            </a:r>
            <a:endParaRPr lang="fr-FR" dirty="0"/>
          </a:p>
          <a:p>
            <a:pPr marL="0" indent="0">
              <a:buNone/>
            </a:pPr>
            <a:endParaRPr lang="fr-FR" dirty="0"/>
          </a:p>
        </p:txBody>
      </p:sp>
      <p:sp>
        <p:nvSpPr>
          <p:cNvPr id="5" name="Espace réservé du numéro de diapositive 4">
            <a:extLst>
              <a:ext uri="{FF2B5EF4-FFF2-40B4-BE49-F238E27FC236}">
                <a16:creationId xmlns:a16="http://schemas.microsoft.com/office/drawing/2014/main" id="{370DF89F-C048-D0BD-7E42-24BA6E3EE62D}"/>
              </a:ext>
            </a:extLst>
          </p:cNvPr>
          <p:cNvSpPr>
            <a:spLocks noGrp="1"/>
          </p:cNvSpPr>
          <p:nvPr>
            <p:ph type="sldNum" sz="quarter" idx="12"/>
          </p:nvPr>
        </p:nvSpPr>
        <p:spPr/>
        <p:txBody>
          <a:bodyPr/>
          <a:lstStyle/>
          <a:p>
            <a:fld id="{5149A38E-4A7C-4C86-B631-64CD0F93C451}" type="slidenum">
              <a:rPr lang="fr-FR" smtClean="0"/>
              <a:t>71</a:t>
            </a:fld>
            <a:endParaRPr lang="fr-FR"/>
          </a:p>
        </p:txBody>
      </p:sp>
    </p:spTree>
    <p:extLst>
      <p:ext uri="{BB962C8B-B14F-4D97-AF65-F5344CB8AC3E}">
        <p14:creationId xmlns:p14="http://schemas.microsoft.com/office/powerpoint/2010/main" val="352797258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5502</TotalTime>
  <Words>2605</Words>
  <Application>Microsoft Office PowerPoint</Application>
  <PresentationFormat>Grand écran</PresentationFormat>
  <Paragraphs>920</Paragraphs>
  <Slides>71</Slides>
  <Notes>26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71</vt:i4>
      </vt:variant>
    </vt:vector>
  </HeadingPairs>
  <TitlesOfParts>
    <vt:vector size="77" baseType="lpstr">
      <vt:lpstr>Aptos</vt:lpstr>
      <vt:lpstr>Aptos Display</vt:lpstr>
      <vt:lpstr>Arial</vt:lpstr>
      <vt:lpstr>Cambria Math</vt:lpstr>
      <vt:lpstr>Google Sans</vt:lpstr>
      <vt:lpstr>Thème Office</vt:lpstr>
      <vt:lpstr>Memorization and generalization in the hippocampus</vt:lpstr>
      <vt:lpstr>Two-stage model of memory (Buzsáki, 1989)</vt:lpstr>
      <vt:lpstr>Complementary Learning Systems theory (McClelland et al., 1995)</vt:lpstr>
      <vt:lpstr>Complementary Learning Systems theory (McClelland et al., 1995)</vt:lpstr>
      <vt:lpstr>Complementary Learning Systems theory (McClelland et al., 1995)</vt:lpstr>
      <vt:lpstr>Complementary Learning Systems theory (McClelland et al., 1995)</vt:lpstr>
      <vt:lpstr>Complementary Learning Systems theory (McClelland et al., 1995)</vt:lpstr>
      <vt:lpstr>Experience replay in machine learning</vt:lpstr>
      <vt:lpstr>Additional roles of replay</vt:lpstr>
      <vt:lpstr>Generative replay as sampling from a generative model</vt:lpstr>
      <vt:lpstr>Generative replay as sampling from a generative model</vt:lpstr>
      <vt:lpstr>Location of the hippocampus</vt:lpstr>
      <vt:lpstr>Interactions with the neocortex</vt:lpstr>
      <vt:lpstr>Hippocampal circuit</vt:lpstr>
      <vt:lpstr>Synaptic plasticity in the hippocampus</vt:lpstr>
      <vt:lpstr>Computational theories of the hippocampus</vt:lpstr>
      <vt:lpstr>Proposed neocortical-hippocampal network model</vt:lpstr>
      <vt:lpstr>Proposed neocortical-hippocampal network model</vt:lpstr>
      <vt:lpstr>Proposed neocortical-hippocampal network model</vt:lpstr>
      <vt:lpstr>Proposed neocortical-hippocampal network model</vt:lpstr>
      <vt:lpstr>Proposed neocortical-hippocampal network model</vt:lpstr>
      <vt:lpstr>Proposed neocortical-hippocampal network model</vt:lpstr>
      <vt:lpstr>Predicting coding model of the neocortex</vt:lpstr>
      <vt:lpstr>Experience replay from EC</vt:lpstr>
      <vt:lpstr>Generative replay from EC</vt:lpstr>
      <vt:lpstr>Pattern separation</vt:lpstr>
      <vt:lpstr>Pattern separation</vt:lpstr>
      <vt:lpstr>Pattern separation</vt:lpstr>
      <vt:lpstr>Autoassociation in CA3</vt:lpstr>
      <vt:lpstr>Autoassociation in CA3</vt:lpstr>
      <vt:lpstr>Hopfield networks</vt:lpstr>
      <vt:lpstr>Perturbing an attractor…</vt:lpstr>
      <vt:lpstr>Until it cannot be recalled anymore</vt:lpstr>
      <vt:lpstr>Until it cannot be recalled anymore</vt:lpstr>
      <vt:lpstr>Heteroassociation in EC-CA3</vt:lpstr>
      <vt:lpstr>Heteroassociation in EC-CA3</vt:lpstr>
      <vt:lpstr>Heteroassociation in EC-CA3</vt:lpstr>
      <vt:lpstr>Pattern completion</vt:lpstr>
      <vt:lpstr>Pattern completion</vt:lpstr>
      <vt:lpstr>Pattern completion</vt:lpstr>
      <vt:lpstr>Pattern completion</vt:lpstr>
      <vt:lpstr>Pattern completion</vt:lpstr>
      <vt:lpstr>Pattern completion</vt:lpstr>
      <vt:lpstr>Pattern completion</vt:lpstr>
      <vt:lpstr>Pattern completion</vt:lpstr>
      <vt:lpstr>Encoding to CA3</vt:lpstr>
      <vt:lpstr>Decoding back to EC</vt:lpstr>
      <vt:lpstr>Decoding back to EC</vt:lpstr>
      <vt:lpstr>Experiments</vt:lpstr>
      <vt:lpstr>The decoder memorizes but does not generalize</vt:lpstr>
      <vt:lpstr>Generalization improves with more data at the expense of memorization</vt:lpstr>
      <vt:lpstr>Sparsity favours memorization at the expense of generalization</vt:lpstr>
      <vt:lpstr>Monosynaptic pathway to CA1</vt:lpstr>
      <vt:lpstr>Monosynaptic pathway to CA1</vt:lpstr>
      <vt:lpstr>Monosynaptic pathway to CA1</vt:lpstr>
      <vt:lpstr>Generative replay in CA1</vt:lpstr>
      <vt:lpstr>Generative replay in CA1</vt:lpstr>
      <vt:lpstr>Pattern completion via the MSP</vt:lpstr>
      <vt:lpstr>Pattern completion via the MSP</vt:lpstr>
      <vt:lpstr>Heteroassociation in CA3-CA1 </vt:lpstr>
      <vt:lpstr>Heteroassociation in CA3-CA1 </vt:lpstr>
      <vt:lpstr>Experience replay in CA3</vt:lpstr>
      <vt:lpstr>Experience replay in CA3</vt:lpstr>
      <vt:lpstr>Pattern completion via the TSP</vt:lpstr>
      <vt:lpstr>Conclusion</vt:lpstr>
      <vt:lpstr>Future work</vt:lpstr>
      <vt:lpstr>Future work</vt:lpstr>
      <vt:lpstr>Future work</vt:lpstr>
      <vt:lpstr>Acknowledgements</vt:lpstr>
      <vt:lpstr>References</vt:lpstr>
      <vt:lpstr>Multiple choice question?</vt:lpstr>
    </vt:vector>
  </TitlesOfParts>
  <Company>INRIA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Lucie Fontaine</dc:creator>
  <cp:lastModifiedBy>Lucie Fontaine</cp:lastModifiedBy>
  <cp:revision>3</cp:revision>
  <dcterms:created xsi:type="dcterms:W3CDTF">2026-04-10T15:28:03Z</dcterms:created>
  <dcterms:modified xsi:type="dcterms:W3CDTF">2026-04-29T15:19:49Z</dcterms:modified>
</cp:coreProperties>
</file>